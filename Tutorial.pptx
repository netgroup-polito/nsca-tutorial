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5"/>
  </p:notesMasterIdLst>
  <p:sldIdLst>
    <p:sldId id="272" r:id="rId5"/>
    <p:sldId id="550" r:id="rId6"/>
    <p:sldId id="551" r:id="rId7"/>
    <p:sldId id="553" r:id="rId8"/>
    <p:sldId id="554" r:id="rId9"/>
    <p:sldId id="556" r:id="rId10"/>
    <p:sldId id="557" r:id="rId11"/>
    <p:sldId id="559" r:id="rId12"/>
    <p:sldId id="560" r:id="rId13"/>
    <p:sldId id="561" r:id="rId14"/>
    <p:sldId id="562" r:id="rId15"/>
    <p:sldId id="563" r:id="rId16"/>
    <p:sldId id="564" r:id="rId17"/>
    <p:sldId id="565" r:id="rId18"/>
    <p:sldId id="566" r:id="rId19"/>
    <p:sldId id="568" r:id="rId20"/>
    <p:sldId id="569" r:id="rId21"/>
    <p:sldId id="575" r:id="rId22"/>
    <p:sldId id="570" r:id="rId23"/>
    <p:sldId id="571" r:id="rId24"/>
    <p:sldId id="572" r:id="rId25"/>
    <p:sldId id="573" r:id="rId26"/>
    <p:sldId id="574" r:id="rId27"/>
    <p:sldId id="576" r:id="rId28"/>
    <p:sldId id="552" r:id="rId29"/>
    <p:sldId id="591" r:id="rId30"/>
    <p:sldId id="592" r:id="rId31"/>
    <p:sldId id="617" r:id="rId32"/>
    <p:sldId id="594" r:id="rId33"/>
    <p:sldId id="596" r:id="rId34"/>
    <p:sldId id="595" r:id="rId35"/>
    <p:sldId id="619" r:id="rId36"/>
    <p:sldId id="599" r:id="rId37"/>
    <p:sldId id="601" r:id="rId38"/>
    <p:sldId id="600" r:id="rId39"/>
    <p:sldId id="620" r:id="rId40"/>
    <p:sldId id="602" r:id="rId41"/>
    <p:sldId id="604" r:id="rId42"/>
    <p:sldId id="603" r:id="rId43"/>
    <p:sldId id="621" r:id="rId44"/>
    <p:sldId id="605" r:id="rId45"/>
    <p:sldId id="607" r:id="rId46"/>
    <p:sldId id="606" r:id="rId47"/>
    <p:sldId id="622" r:id="rId48"/>
    <p:sldId id="608" r:id="rId49"/>
    <p:sldId id="609" r:id="rId50"/>
    <p:sldId id="610" r:id="rId51"/>
    <p:sldId id="611" r:id="rId52"/>
    <p:sldId id="615" r:id="rId53"/>
    <p:sldId id="613" r:id="rId54"/>
    <p:sldId id="614" r:id="rId55"/>
    <p:sldId id="616" r:id="rId56"/>
    <p:sldId id="623" r:id="rId57"/>
    <p:sldId id="624" r:id="rId58"/>
    <p:sldId id="625" r:id="rId59"/>
    <p:sldId id="567" r:id="rId60"/>
    <p:sldId id="577" r:id="rId61"/>
    <p:sldId id="578" r:id="rId62"/>
    <p:sldId id="579" r:id="rId63"/>
    <p:sldId id="580" r:id="rId64"/>
    <p:sldId id="581" r:id="rId65"/>
    <p:sldId id="582" r:id="rId66"/>
    <p:sldId id="583" r:id="rId67"/>
    <p:sldId id="584" r:id="rId68"/>
    <p:sldId id="585" r:id="rId69"/>
    <p:sldId id="586" r:id="rId70"/>
    <p:sldId id="587" r:id="rId71"/>
    <p:sldId id="588" r:id="rId72"/>
    <p:sldId id="589" r:id="rId73"/>
    <p:sldId id="590" r:id="rId74"/>
    <p:sldId id="597" r:id="rId75"/>
    <p:sldId id="598" r:id="rId76"/>
    <p:sldId id="626" r:id="rId77"/>
    <p:sldId id="627" r:id="rId78"/>
    <p:sldId id="628" r:id="rId79"/>
    <p:sldId id="629" r:id="rId80"/>
    <p:sldId id="630" r:id="rId81"/>
    <p:sldId id="631" r:id="rId82"/>
    <p:sldId id="632" r:id="rId83"/>
    <p:sldId id="548" r:id="rId8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1D1BF3-7D30-FA41-AABE-956E7146D1CF}" name="Francesco  Pizzato" initials="FP" userId="S::francesco.pizzato@polito.it::cce99b2e-d628-4a5a-aa37-143780a53bd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AFEF"/>
    <a:srgbClr val="4CAF50"/>
    <a:srgbClr val="104862"/>
    <a:srgbClr val="3A7E22"/>
    <a:srgbClr val="FFFFFF"/>
    <a:srgbClr val="78206E"/>
    <a:srgbClr val="FC9974"/>
    <a:srgbClr val="000000"/>
    <a:srgbClr val="00284B"/>
    <a:srgbClr val="185A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00" autoAdjust="0"/>
    <p:restoredTop sz="94510" autoAdjust="0"/>
  </p:normalViewPr>
  <p:slideViewPr>
    <p:cSldViewPr snapToGrid="0">
      <p:cViewPr varScale="1">
        <p:scale>
          <a:sx n="121" d="100"/>
          <a:sy n="121" d="100"/>
        </p:scale>
        <p:origin x="59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microsoft.com/office/2016/11/relationships/changesInfo" Target="changesInfos/changesInfo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9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 Bringhenti" userId="7cbb304c-4a88-40fd-957a-1d3278563ad1" providerId="ADAL" clId="{EA8D89F9-A60A-4E1F-8A3A-2F3F289A8BAC}"/>
    <pc:docChg chg="undo redo custSel addSld delSld modSld sldOrd">
      <pc:chgData name="Daniele  Bringhenti" userId="7cbb304c-4a88-40fd-957a-1d3278563ad1" providerId="ADAL" clId="{EA8D89F9-A60A-4E1F-8A3A-2F3F289A8BAC}" dt="2026-10-29T08:56:26.756" v="2759" actId="478"/>
      <pc:docMkLst>
        <pc:docMk/>
      </pc:docMkLst>
      <pc:sldChg chg="addSp delSp mod">
        <pc:chgData name="Daniele  Bringhenti" userId="7cbb304c-4a88-40fd-957a-1d3278563ad1" providerId="ADAL" clId="{EA8D89F9-A60A-4E1F-8A3A-2F3F289A8BAC}" dt="2026-10-29T08:56:26.756" v="2759" actId="478"/>
        <pc:sldMkLst>
          <pc:docMk/>
          <pc:sldMk cId="667960061" sldId="592"/>
        </pc:sldMkLst>
        <pc:spChg chg="add del">
          <ac:chgData name="Daniele  Bringhenti" userId="7cbb304c-4a88-40fd-957a-1d3278563ad1" providerId="ADAL" clId="{EA8D89F9-A60A-4E1F-8A3A-2F3F289A8BAC}" dt="2026-10-29T08:56:26.756" v="2759" actId="478"/>
          <ac:spMkLst>
            <pc:docMk/>
            <pc:sldMk cId="667960061" sldId="592"/>
            <ac:spMk id="6" creationId="{379D05C3-2AB1-D2F7-0F8F-09B88986B35D}"/>
          </ac:spMkLst>
        </pc:spChg>
      </pc:sldChg>
      <pc:sldChg chg="modSp mod">
        <pc:chgData name="Daniele  Bringhenti" userId="7cbb304c-4a88-40fd-957a-1d3278563ad1" providerId="ADAL" clId="{EA8D89F9-A60A-4E1F-8A3A-2F3F289A8BAC}" dt="2026-10-27T12:45:38.238" v="2754" actId="207"/>
        <pc:sldMkLst>
          <pc:docMk/>
          <pc:sldMk cId="2731461145" sldId="610"/>
        </pc:sldMkLst>
        <pc:spChg chg="mod">
          <ac:chgData name="Daniele  Bringhenti" userId="7cbb304c-4a88-40fd-957a-1d3278563ad1" providerId="ADAL" clId="{EA8D89F9-A60A-4E1F-8A3A-2F3F289A8BAC}" dt="2026-10-27T12:45:38.238" v="2754" actId="207"/>
          <ac:spMkLst>
            <pc:docMk/>
            <pc:sldMk cId="2731461145" sldId="610"/>
            <ac:spMk id="7" creationId="{6EB7513E-A8A7-FCDF-D1A8-7E5E2B1983BC}"/>
          </ac:spMkLst>
        </pc:spChg>
        <pc:spChg chg="mod">
          <ac:chgData name="Daniele  Bringhenti" userId="7cbb304c-4a88-40fd-957a-1d3278563ad1" providerId="ADAL" clId="{EA8D89F9-A60A-4E1F-8A3A-2F3F289A8BAC}" dt="2026-10-27T12:45:20.908" v="2748" actId="207"/>
          <ac:spMkLst>
            <pc:docMk/>
            <pc:sldMk cId="2731461145" sldId="610"/>
            <ac:spMk id="13" creationId="{E472121E-C951-8CE7-B3AC-B292A09C7B52}"/>
          </ac:spMkLst>
        </pc:spChg>
        <pc:spChg chg="mod">
          <ac:chgData name="Daniele  Bringhenti" userId="7cbb304c-4a88-40fd-957a-1d3278563ad1" providerId="ADAL" clId="{EA8D89F9-A60A-4E1F-8A3A-2F3F289A8BAC}" dt="2026-10-27T12:45:23.389" v="2749" actId="207"/>
          <ac:spMkLst>
            <pc:docMk/>
            <pc:sldMk cId="2731461145" sldId="610"/>
            <ac:spMk id="21" creationId="{3035878F-5723-CD6F-3DF8-BF3528E87078}"/>
          </ac:spMkLst>
        </pc:spChg>
        <pc:spChg chg="mod">
          <ac:chgData name="Daniele  Bringhenti" userId="7cbb304c-4a88-40fd-957a-1d3278563ad1" providerId="ADAL" clId="{EA8D89F9-A60A-4E1F-8A3A-2F3F289A8BAC}" dt="2026-10-27T12:45:25.483" v="2750" actId="207"/>
          <ac:spMkLst>
            <pc:docMk/>
            <pc:sldMk cId="2731461145" sldId="610"/>
            <ac:spMk id="29" creationId="{026A515C-5CE6-B9D5-EB7B-FA45BFCF77A0}"/>
          </ac:spMkLst>
        </pc:spChg>
        <pc:spChg chg="mod">
          <ac:chgData name="Daniele  Bringhenti" userId="7cbb304c-4a88-40fd-957a-1d3278563ad1" providerId="ADAL" clId="{EA8D89F9-A60A-4E1F-8A3A-2F3F289A8BAC}" dt="2026-10-27T12:45:27.199" v="2751" actId="207"/>
          <ac:spMkLst>
            <pc:docMk/>
            <pc:sldMk cId="2731461145" sldId="610"/>
            <ac:spMk id="37" creationId="{0694DB63-3BDE-C5D6-46F2-E717EC6DC13B}"/>
          </ac:spMkLst>
        </pc:spChg>
        <pc:spChg chg="mod">
          <ac:chgData name="Daniele  Bringhenti" userId="7cbb304c-4a88-40fd-957a-1d3278563ad1" providerId="ADAL" clId="{EA8D89F9-A60A-4E1F-8A3A-2F3F289A8BAC}" dt="2026-10-27T12:45:29.473" v="2752" actId="207"/>
          <ac:spMkLst>
            <pc:docMk/>
            <pc:sldMk cId="2731461145" sldId="610"/>
            <ac:spMk id="45" creationId="{0E084B30-F737-2F0D-0F1A-FD9989DA6F9F}"/>
          </ac:spMkLst>
        </pc:spChg>
      </pc:sldChg>
      <pc:sldChg chg="modSp mod">
        <pc:chgData name="Daniele  Bringhenti" userId="7cbb304c-4a88-40fd-957a-1d3278563ad1" providerId="ADAL" clId="{EA8D89F9-A60A-4E1F-8A3A-2F3F289A8BAC}" dt="2026-10-27T12:45:56.126" v="2756" actId="20577"/>
        <pc:sldMkLst>
          <pc:docMk/>
          <pc:sldMk cId="2571862218" sldId="611"/>
        </pc:sldMkLst>
        <pc:spChg chg="mod">
          <ac:chgData name="Daniele  Bringhenti" userId="7cbb304c-4a88-40fd-957a-1d3278563ad1" providerId="ADAL" clId="{EA8D89F9-A60A-4E1F-8A3A-2F3F289A8BAC}" dt="2026-10-27T12:45:56.126" v="2756" actId="20577"/>
          <ac:spMkLst>
            <pc:docMk/>
            <pc:sldMk cId="2571862218" sldId="611"/>
            <ac:spMk id="3" creationId="{3E95EBFC-9A95-D089-B8F7-2397A378D6C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54937692554356"/>
          <c:y val="0"/>
          <c:w val="0.8644236433625625"/>
          <c:h val="0.9138191887097585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29-4E00-B152-1AE3CF257485}"/>
              </c:ext>
            </c:extLst>
          </c:dPt>
          <c:dPt>
            <c:idx val="1"/>
            <c:bubble3D val="0"/>
            <c:spPr>
              <a:solidFill>
                <a:srgbClr val="2AB7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29-4E00-B152-1AE3CF25748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 cap="flat" cmpd="sng" algn="ctr">
                <a:solidFill>
                  <a:schemeClr val="lt1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8729-4E00-B152-1AE3CF257485}"/>
              </c:ext>
            </c:extLst>
          </c:dPt>
          <c:cat>
            <c:strRef>
              <c:f>Sheet1!$A$2:$A$4</c:f>
              <c:strCache>
                <c:ptCount val="3"/>
                <c:pt idx="0">
                  <c:v>Function Configuration</c:v>
                </c:pt>
                <c:pt idx="1">
                  <c:v>Service Composition</c:v>
                </c:pt>
                <c:pt idx="2">
                  <c:v>Joint Composition + Configuration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</c:v>
                </c:pt>
                <c:pt idx="1">
                  <c:v>23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29-4E00-B152-1AE3CF257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54937692554356"/>
          <c:y val="0"/>
          <c:w val="0.8644236433625625"/>
          <c:h val="0.9138191887097585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8"/>
      </c:doughnutChart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4C5-49BC-81AD-99D7998E3BAE}"/>
              </c:ext>
            </c:extLst>
          </c:dPt>
          <c:dPt>
            <c:idx val="1"/>
            <c:bubble3D val="0"/>
            <c:spPr>
              <a:solidFill>
                <a:srgbClr val="F5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C5-49BC-81AD-99D7998E3BAE}"/>
              </c:ext>
            </c:extLst>
          </c:dPt>
          <c:dPt>
            <c:idx val="2"/>
            <c:bubble3D val="0"/>
            <c:spPr>
              <a:solidFill>
                <a:srgbClr val="2AB7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4C5-49BC-81AD-99D7998E3BAE}"/>
              </c:ext>
            </c:extLst>
          </c:dPt>
          <c:cat>
            <c:strRef>
              <c:f>Sheet1!$A$2:$A$4</c:f>
              <c:strCache>
                <c:ptCount val="3"/>
                <c:pt idx="0">
                  <c:v>Virtual</c:v>
                </c:pt>
                <c:pt idx="1">
                  <c:v>Traditional</c:v>
                </c:pt>
                <c:pt idx="2">
                  <c:v>Both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40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4C5-49BC-81AD-99D7998E3B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AA7-412C-B7F9-AB1BB002AB09}"/>
              </c:ext>
            </c:extLst>
          </c:dPt>
          <c:dPt>
            <c:idx val="1"/>
            <c:bubble3D val="0"/>
            <c:spPr>
              <a:solidFill>
                <a:srgbClr val="2AB7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AA7-412C-B7F9-AB1BB002AB09}"/>
              </c:ext>
            </c:extLst>
          </c:dPt>
          <c:dPt>
            <c:idx val="2"/>
            <c:bubble3D val="0"/>
            <c:spPr>
              <a:solidFill>
                <a:srgbClr val="F5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AA7-412C-B7F9-AB1BB002AB09}"/>
              </c:ext>
            </c:extLst>
          </c:dPt>
          <c:dPt>
            <c:idx val="3"/>
            <c:bubble3D val="0"/>
            <c:spPr>
              <a:solidFill>
                <a:srgbClr val="7A5A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AA7-412C-B7F9-AB1BB002AB09}"/>
              </c:ext>
            </c:extLst>
          </c:dPt>
          <c:dPt>
            <c:idx val="4"/>
            <c:bubble3D val="0"/>
            <c:spPr>
              <a:solidFill>
                <a:srgbClr val="4CAF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AA7-412C-B7F9-AB1BB002AB09}"/>
              </c:ext>
            </c:extLst>
          </c:dPt>
          <c:dPt>
            <c:idx val="5"/>
            <c:bubble3D val="0"/>
            <c:spPr>
              <a:solidFill>
                <a:srgbClr val="F28E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AA7-412C-B7F9-AB1BB002AB09}"/>
              </c:ext>
            </c:extLst>
          </c:dPt>
          <c:dPt>
            <c:idx val="6"/>
            <c:bubble3D val="0"/>
            <c:spPr>
              <a:solidFill>
                <a:srgbClr val="A7B1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AA7-412C-B7F9-AB1BB002AB09}"/>
              </c:ext>
            </c:extLst>
          </c:dPt>
          <c:cat>
            <c:strRef>
              <c:f>Sheet1!$A$2:$A$8</c:f>
              <c:strCache>
                <c:ptCount val="7"/>
                <c:pt idx="0">
                  <c:v>Firewall</c:v>
                </c:pt>
                <c:pt idx="1">
                  <c:v>Generic / Multiple NSFs</c:v>
                </c:pt>
                <c:pt idx="2">
                  <c:v>Embedded systems</c:v>
                </c:pt>
                <c:pt idx="3">
                  <c:v>Access-control devices</c:v>
                </c:pt>
                <c:pt idx="4">
                  <c:v>SDN switch</c:v>
                </c:pt>
                <c:pt idx="5">
                  <c:v>VPN gateway</c:v>
                </c:pt>
                <c:pt idx="6">
                  <c:v>Other / mixed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</c:v>
                </c:pt>
                <c:pt idx="1">
                  <c:v>30</c:v>
                </c:pt>
                <c:pt idx="2">
                  <c:v>19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AA7-412C-B7F9-AB1BB002A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59772716132329E-2"/>
          <c:y val="6.4959994993356571E-2"/>
          <c:w val="0.89352727925941511"/>
          <c:h val="0.9159341241262444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explosion val="1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6350" cap="flat" cmpd="sng" algn="ctr">
                <a:solidFill>
                  <a:schemeClr val="accent5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1-9005-4073-8619-515FBF8E4D3B}"/>
              </c:ext>
            </c:extLst>
          </c:dPt>
          <c:dPt>
            <c:idx val="1"/>
            <c:bubble3D val="0"/>
            <c:spPr>
              <a:solidFill>
                <a:srgbClr val="2F6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05-4073-8619-515FBF8E4D3B}"/>
              </c:ext>
            </c:extLst>
          </c:dPt>
          <c:cat>
            <c:strRef>
              <c:f>Sheet1!$A$2:$A$3</c:f>
              <c:strCache>
                <c:ptCount val="2"/>
                <c:pt idx="0">
                  <c:v>No formal guarantee stated</c:v>
                </c:pt>
                <c:pt idx="1">
                  <c:v>Formal correctness assurance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05-4073-8619-515FBF8E4D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F976-4855-9A1B-CD9CDC1CCEE7}"/>
              </c:ext>
            </c:extLst>
          </c:dPt>
          <c:dPt>
            <c:idx val="1"/>
            <c:bubble3D val="0"/>
            <c:spPr>
              <a:solidFill>
                <a:srgbClr val="4CAF50"/>
              </a:solidFill>
              <a:ln w="63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F976-4855-9A1B-CD9CDC1CCEE7}"/>
              </c:ext>
            </c:extLst>
          </c:dPt>
          <c:cat>
            <c:strRef>
              <c:f>Sheet1!$A$2:$A$3</c:f>
              <c:strCache>
                <c:ptCount val="2"/>
                <c:pt idx="0">
                  <c:v>No optimality stated</c:v>
                </c:pt>
                <c:pt idx="1">
                  <c:v>Optimization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76-4855-9A1B-CD9CDC1CCE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C512220-6618-4272-8B1A-B0C2EAF6CEA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349CBE8-B1DD-497A-928B-23C8DE02F2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9CBE8-B1DD-497A-928B-23C8DE02F2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4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ertura - Titolo presenta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b" anchorCtr="0"/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351360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 se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35A83-FEB5-48B4-8C7E-044BE53CC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25" y="2682222"/>
            <a:ext cx="1166495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2385FDE-6C5D-4896-92DC-B1ADC5389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5" y="5202238"/>
            <a:ext cx="11664950" cy="71446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EAFFE0D-0C9D-4A48-AED5-33CF7939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0" y="266400"/>
            <a:ext cx="1309846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2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 sezione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467B1EFD-3A9D-457D-BBE0-7ACE87EB3F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78622" y="0"/>
            <a:ext cx="841337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altLang="ko-KR"/>
              <a:t>                                      </a:t>
            </a:r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E6CEB77F-C2FB-412D-ABD2-524F04C33F6A}"/>
              </a:ext>
            </a:extLst>
          </p:cNvPr>
          <p:cNvSpPr/>
          <p:nvPr userDrawn="1"/>
        </p:nvSpPr>
        <p:spPr>
          <a:xfrm flipH="1">
            <a:off x="-7127" y="-1"/>
            <a:ext cx="3779026" cy="6857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73D10D-42B2-4140-B143-9E1099C04D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titolo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98B74FA1-92E9-41CD-8A30-4D1772522A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sottotitolo</a:t>
            </a:r>
          </a:p>
        </p:txBody>
      </p:sp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687AE522-6203-4B27-B07D-312A2F226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5906" y="266400"/>
            <a:ext cx="1310643" cy="57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2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6F03F2-89AF-42A3-A2AB-51741EB9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B3A445-4E39-4C60-BF68-A49E85631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400" y="1548000"/>
            <a:ext cx="11664950" cy="4680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A537EB43-17D5-43D5-8B5C-F13E97A98C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3A129462-641F-489A-A50D-A08E3B9A06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2524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central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10800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548000"/>
            <a:ext cx="11662075" cy="468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7C5FC7-708D-4EF6-A855-401DEBC422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A6DDF61-F6DE-4361-AD5B-BABAFEB1D2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106753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6228000" cy="108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548000"/>
            <a:ext cx="6228000" cy="468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267495"/>
            <a:ext cx="5341937" cy="577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EF62B772-15B1-4C16-AF67-AAB45B0D71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17EE76B7-0AC3-403C-99D7-5D0C6FC41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741514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centrale e contenut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99" y="180000"/>
            <a:ext cx="11662075" cy="108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C0186C3-F33D-48EE-9789-261D989339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1898" y="1548000"/>
            <a:ext cx="5706579" cy="46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AA2408B2-ADE8-49FE-8028-675AFACD78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548000"/>
            <a:ext cx="5832475" cy="468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068828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4392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800000"/>
            <a:ext cx="43920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2" y="2664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133AAD7E-D8DF-4986-862B-321587805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841DD8AC-2CE0-4717-A6E0-0FB4678556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5AC2C2F-E25F-420E-994E-2D89E412151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2" y="32004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759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7200000" cy="108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548000"/>
            <a:ext cx="7200000" cy="468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7865995" y="26749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7865995" y="221798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 noChangeAspect="1"/>
          </p:cNvSpPr>
          <p:nvPr>
            <p:ph type="pic" idx="16" hasCustomPrompt="1"/>
          </p:nvPr>
        </p:nvSpPr>
        <p:spPr>
          <a:xfrm>
            <a:off x="7865995" y="416847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2" name="Segnaposto testo 3">
            <a:extLst>
              <a:ext uri="{FF2B5EF4-FFF2-40B4-BE49-F238E27FC236}">
                <a16:creationId xmlns:a16="http://schemas.microsoft.com/office/drawing/2014/main" id="{DD4EF6CB-752B-4DA4-9672-38F2AE423C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421CB9B6-9C83-4513-BC3D-71361799A6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73930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4392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800000"/>
            <a:ext cx="43920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2" y="266400"/>
            <a:ext cx="356501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133AAD7E-D8DF-4986-862B-321587805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841DD8AC-2CE0-4717-A6E0-0FB4678556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5AC2C2F-E25F-420E-994E-2D89E412151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2" y="3200400"/>
            <a:ext cx="356501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28E82AA-4CFA-4EFB-94E3-61A1267C9D75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360586" y="266400"/>
            <a:ext cx="356501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4DE79C5-4829-4A4D-A324-3F17F3E7AC9D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360586" y="3200400"/>
            <a:ext cx="356501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634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5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4932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800000"/>
            <a:ext cx="4932000" cy="4356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267494"/>
            <a:ext cx="6696571" cy="577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11E01C7A-7BEB-4097-B2D5-43AFFECAB8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9EA2FF1C-9A92-4055-9019-5DA99DAB85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28866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4 Immagini + Contenu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4" name="그림 개체 틀 4">
            <a:extLst>
              <a:ext uri="{FF2B5EF4-FFF2-40B4-BE49-F238E27FC236}">
                <a16:creationId xmlns:a16="http://schemas.microsoft.com/office/drawing/2014/main" id="{92A158C5-E8CE-4910-8D86-4FE4EFD166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70152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그림 개체 틀 6">
            <a:extLst>
              <a:ext uri="{FF2B5EF4-FFF2-40B4-BE49-F238E27FC236}">
                <a16:creationId xmlns:a16="http://schemas.microsoft.com/office/drawing/2014/main" id="{CFB167B2-D57B-43A0-8B95-04ECA8D3ABA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11703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6" name="그림 개체 틀 32">
            <a:extLst>
              <a:ext uri="{FF2B5EF4-FFF2-40B4-BE49-F238E27FC236}">
                <a16:creationId xmlns:a16="http://schemas.microsoft.com/office/drawing/2014/main" id="{B1BB74FD-D03C-4A5F-8977-08154BC2029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53254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7" name="그림 개체 틀 34">
            <a:extLst>
              <a:ext uri="{FF2B5EF4-FFF2-40B4-BE49-F238E27FC236}">
                <a16:creationId xmlns:a16="http://schemas.microsoft.com/office/drawing/2014/main" id="{A0CB264D-24B6-4EBA-A297-C0B9F74DA9A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094806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A771C0DD-B7FE-47D8-8932-6CD27F4E26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524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D850DEC3-46C7-4EC0-941C-BA1D619BB6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24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F4A94273-BFEA-4F8D-B002-5E02C53BA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3524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3D9056A2-544F-4F61-B4CB-67FB3E7468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1703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4FF65B3C-8C7E-4FFE-9D25-A58A62A033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11703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4" name="Segnaposto testo 28">
            <a:extLst>
              <a:ext uri="{FF2B5EF4-FFF2-40B4-BE49-F238E27FC236}">
                <a16:creationId xmlns:a16="http://schemas.microsoft.com/office/drawing/2014/main" id="{D30D1DC8-BA36-4095-8903-8F49AA0811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1703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5" name="Segnaposto testo 28">
            <a:extLst>
              <a:ext uri="{FF2B5EF4-FFF2-40B4-BE49-F238E27FC236}">
                <a16:creationId xmlns:a16="http://schemas.microsoft.com/office/drawing/2014/main" id="{5187E9AB-5FEC-4BF1-8365-64BF02B2E9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4806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6" name="Segnaposto testo 28">
            <a:extLst>
              <a:ext uri="{FF2B5EF4-FFF2-40B4-BE49-F238E27FC236}">
                <a16:creationId xmlns:a16="http://schemas.microsoft.com/office/drawing/2014/main" id="{0661FED8-4396-472D-B0DC-37027E9B40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4806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7" name="Segnaposto testo 28">
            <a:extLst>
              <a:ext uri="{FF2B5EF4-FFF2-40B4-BE49-F238E27FC236}">
                <a16:creationId xmlns:a16="http://schemas.microsoft.com/office/drawing/2014/main" id="{C798E9A7-1C31-46D9-B8EA-59828339B7D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4806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8" name="Segnaposto testo 28">
            <a:extLst>
              <a:ext uri="{FF2B5EF4-FFF2-40B4-BE49-F238E27FC236}">
                <a16:creationId xmlns:a16="http://schemas.microsoft.com/office/drawing/2014/main" id="{97932AFC-C61E-4F7C-A758-7E71A1C45A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59882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9" name="Segnaposto testo 28">
            <a:extLst>
              <a:ext uri="{FF2B5EF4-FFF2-40B4-BE49-F238E27FC236}">
                <a16:creationId xmlns:a16="http://schemas.microsoft.com/office/drawing/2014/main" id="{993AA2D3-D668-40C8-A073-627866A806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9882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40" name="Segnaposto testo 28">
            <a:extLst>
              <a:ext uri="{FF2B5EF4-FFF2-40B4-BE49-F238E27FC236}">
                <a16:creationId xmlns:a16="http://schemas.microsoft.com/office/drawing/2014/main" id="{D54170FE-8449-4118-B49A-89E5AE041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9882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41" name="Segnaposto titolo 1">
            <a:extLst>
              <a:ext uri="{FF2B5EF4-FFF2-40B4-BE49-F238E27FC236}">
                <a16:creationId xmlns:a16="http://schemas.microsoft.com/office/drawing/2014/main" id="{BA44DDEC-1494-41BB-A2F7-D39028C1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99" y="180000"/>
            <a:ext cx="11662075" cy="612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498095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99" y="180000"/>
            <a:ext cx="11662075" cy="1188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009D6241-3665-4979-BBA2-EB3122726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1CEC2A6-B09F-4EFE-9E67-6543D4C1B7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541020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99" y="180001"/>
            <a:ext cx="11662075" cy="612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FE5B8E6-9966-4268-91F3-2DA6D93B20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21442" y="969402"/>
            <a:ext cx="10161896" cy="51907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>
                <a:solidFill>
                  <a:schemeClr val="bg1">
                    <a:lumMod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862202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99" y="180000"/>
            <a:ext cx="11662075" cy="612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1D0AF379-7024-45BB-8C63-E27405FA509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62800" y="1224000"/>
            <a:ext cx="5706579" cy="46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D9031517-C012-4287-9579-16E370CDB9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0800" y="1224000"/>
            <a:ext cx="5706579" cy="46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084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3144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E1202DC0-5A83-4655-8498-E7C065096B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C373BEE6-424C-4DD7-817B-84704B3E3E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47330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8154321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2F68884-7283-48EF-B315-53827BAF1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316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a</a:t>
            </a:r>
          </a:p>
        </p:txBody>
      </p:sp>
      <p:grpSp>
        <p:nvGrpSpPr>
          <p:cNvPr id="12" name="Shape 267">
            <a:extLst>
              <a:ext uri="{FF2B5EF4-FFF2-40B4-BE49-F238E27FC236}">
                <a16:creationId xmlns:a16="http://schemas.microsoft.com/office/drawing/2014/main" id="{161510F9-DB20-4C6A-BE00-143084418967}"/>
              </a:ext>
            </a:extLst>
          </p:cNvPr>
          <p:cNvGrpSpPr/>
          <p:nvPr userDrawn="1"/>
        </p:nvGrpSpPr>
        <p:grpSpPr>
          <a:xfrm>
            <a:off x="5361661" y="1523373"/>
            <a:ext cx="347107" cy="438984"/>
            <a:chOff x="584925" y="238125"/>
            <a:chExt cx="415200" cy="525100"/>
          </a:xfrm>
          <a:solidFill>
            <a:schemeClr val="bg1">
              <a:lumMod val="50000"/>
            </a:schemeClr>
          </a:solidFill>
        </p:grpSpPr>
        <p:sp>
          <p:nvSpPr>
            <p:cNvPr id="13" name="Shape 268">
              <a:extLst>
                <a:ext uri="{FF2B5EF4-FFF2-40B4-BE49-F238E27FC236}">
                  <a16:creationId xmlns:a16="http://schemas.microsoft.com/office/drawing/2014/main" id="{B7933858-3BF4-4761-8C8A-AE49E2DBC77A}"/>
                </a:ext>
              </a:extLst>
            </p:cNvPr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Shape 269">
              <a:extLst>
                <a:ext uri="{FF2B5EF4-FFF2-40B4-BE49-F238E27FC236}">
                  <a16:creationId xmlns:a16="http://schemas.microsoft.com/office/drawing/2014/main" id="{537A5761-EF81-4D31-8C96-AECDB6089BF4}"/>
                </a:ext>
              </a:extLst>
            </p:cNvPr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270">
              <a:extLst>
                <a:ext uri="{FF2B5EF4-FFF2-40B4-BE49-F238E27FC236}">
                  <a16:creationId xmlns:a16="http://schemas.microsoft.com/office/drawing/2014/main" id="{0EB1F3A1-0EF5-4BB5-AE51-F6AA28B6FE77}"/>
                </a:ext>
              </a:extLst>
            </p:cNvPr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Shape 271">
              <a:extLst>
                <a:ext uri="{FF2B5EF4-FFF2-40B4-BE49-F238E27FC236}">
                  <a16:creationId xmlns:a16="http://schemas.microsoft.com/office/drawing/2014/main" id="{1541410F-1894-445B-A33D-CC126355E881}"/>
                </a:ext>
              </a:extLst>
            </p:cNvPr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Shape 272">
              <a:extLst>
                <a:ext uri="{FF2B5EF4-FFF2-40B4-BE49-F238E27FC236}">
                  <a16:creationId xmlns:a16="http://schemas.microsoft.com/office/drawing/2014/main" id="{40AA5FB8-5A86-4F82-9158-BE4628065612}"/>
                </a:ext>
              </a:extLst>
            </p:cNvPr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Shape 273">
              <a:extLst>
                <a:ext uri="{FF2B5EF4-FFF2-40B4-BE49-F238E27FC236}">
                  <a16:creationId xmlns:a16="http://schemas.microsoft.com/office/drawing/2014/main" id="{99151F04-B519-49E5-952C-73033273150D}"/>
                </a:ext>
              </a:extLst>
            </p:cNvPr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Shape 274">
            <a:extLst>
              <a:ext uri="{FF2B5EF4-FFF2-40B4-BE49-F238E27FC236}">
                <a16:creationId xmlns:a16="http://schemas.microsoft.com/office/drawing/2014/main" id="{00889C35-1111-4F50-8852-436D43A0D2BA}"/>
              </a:ext>
            </a:extLst>
          </p:cNvPr>
          <p:cNvGrpSpPr/>
          <p:nvPr userDrawn="1"/>
        </p:nvGrpSpPr>
        <p:grpSpPr>
          <a:xfrm>
            <a:off x="5912920" y="1587160"/>
            <a:ext cx="371623" cy="309362"/>
            <a:chOff x="1244325" y="314425"/>
            <a:chExt cx="444525" cy="370050"/>
          </a:xfrm>
          <a:solidFill>
            <a:schemeClr val="bg1">
              <a:lumMod val="50000"/>
            </a:schemeClr>
          </a:solidFill>
        </p:grpSpPr>
        <p:sp>
          <p:nvSpPr>
            <p:cNvPr id="20" name="Shape 275">
              <a:extLst>
                <a:ext uri="{FF2B5EF4-FFF2-40B4-BE49-F238E27FC236}">
                  <a16:creationId xmlns:a16="http://schemas.microsoft.com/office/drawing/2014/main" id="{38E9F56A-C730-43F5-856B-F262406C2D8F}"/>
                </a:ext>
              </a:extLst>
            </p:cNvPr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0" t="0" r="0" b="0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Shape 276">
              <a:extLst>
                <a:ext uri="{FF2B5EF4-FFF2-40B4-BE49-F238E27FC236}">
                  <a16:creationId xmlns:a16="http://schemas.microsoft.com/office/drawing/2014/main" id="{D0C3A838-5B20-4D8C-BB47-8C5F9B860C89}"/>
                </a:ext>
              </a:extLst>
            </p:cNvPr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0" t="0" r="0" b="0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Shape 277">
            <a:extLst>
              <a:ext uri="{FF2B5EF4-FFF2-40B4-BE49-F238E27FC236}">
                <a16:creationId xmlns:a16="http://schemas.microsoft.com/office/drawing/2014/main" id="{8357BA09-2857-41E2-B28E-A586776E21FE}"/>
              </a:ext>
            </a:extLst>
          </p:cNvPr>
          <p:cNvGrpSpPr/>
          <p:nvPr userDrawn="1"/>
        </p:nvGrpSpPr>
        <p:grpSpPr>
          <a:xfrm>
            <a:off x="6484618" y="1585634"/>
            <a:ext cx="355300" cy="312413"/>
            <a:chOff x="1928175" y="312600"/>
            <a:chExt cx="425000" cy="373700"/>
          </a:xfrm>
          <a:solidFill>
            <a:schemeClr val="bg1">
              <a:lumMod val="50000"/>
            </a:schemeClr>
          </a:solidFill>
        </p:grpSpPr>
        <p:sp>
          <p:nvSpPr>
            <p:cNvPr id="23" name="Shape 278">
              <a:extLst>
                <a:ext uri="{FF2B5EF4-FFF2-40B4-BE49-F238E27FC236}">
                  <a16:creationId xmlns:a16="http://schemas.microsoft.com/office/drawing/2014/main" id="{A47A9D93-070A-4A16-A901-33D8FFB56D39}"/>
                </a:ext>
              </a:extLst>
            </p:cNvPr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0" t="0" r="0" b="0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Shape 279">
              <a:extLst>
                <a:ext uri="{FF2B5EF4-FFF2-40B4-BE49-F238E27FC236}">
                  <a16:creationId xmlns:a16="http://schemas.microsoft.com/office/drawing/2014/main" id="{C6AAB7BA-B207-4528-B2F9-2F293E4220BE}"/>
                </a:ext>
              </a:extLst>
            </p:cNvPr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0" t="0" r="0" b="0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Shape 280">
            <a:extLst>
              <a:ext uri="{FF2B5EF4-FFF2-40B4-BE49-F238E27FC236}">
                <a16:creationId xmlns:a16="http://schemas.microsoft.com/office/drawing/2014/main" id="{2463E62E-B24A-4547-95DF-1B51406E152B}"/>
              </a:ext>
            </a:extLst>
          </p:cNvPr>
          <p:cNvSpPr/>
          <p:nvPr userDrawn="1"/>
        </p:nvSpPr>
        <p:spPr>
          <a:xfrm>
            <a:off x="7080395" y="1574420"/>
            <a:ext cx="290970" cy="334860"/>
          </a:xfrm>
          <a:custGeom>
            <a:avLst/>
            <a:gdLst/>
            <a:ahLst/>
            <a:cxnLst/>
            <a:rect l="0" t="0" r="0" b="0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281">
            <a:extLst>
              <a:ext uri="{FF2B5EF4-FFF2-40B4-BE49-F238E27FC236}">
                <a16:creationId xmlns:a16="http://schemas.microsoft.com/office/drawing/2014/main" id="{8D74B581-DE22-4D7D-9359-4DD9EB419B4E}"/>
              </a:ext>
            </a:extLst>
          </p:cNvPr>
          <p:cNvSpPr/>
          <p:nvPr userDrawn="1"/>
        </p:nvSpPr>
        <p:spPr>
          <a:xfrm>
            <a:off x="7663841" y="1575445"/>
            <a:ext cx="251176" cy="332812"/>
          </a:xfrm>
          <a:custGeom>
            <a:avLst/>
            <a:gdLst/>
            <a:ahLst/>
            <a:cxnLst/>
            <a:rect l="0" t="0" r="0" b="0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Shape 282">
            <a:extLst>
              <a:ext uri="{FF2B5EF4-FFF2-40B4-BE49-F238E27FC236}">
                <a16:creationId xmlns:a16="http://schemas.microsoft.com/office/drawing/2014/main" id="{FCF7A907-03FF-4BFC-86D1-080684530DF1}"/>
              </a:ext>
            </a:extLst>
          </p:cNvPr>
          <p:cNvGrpSpPr/>
          <p:nvPr userDrawn="1"/>
        </p:nvGrpSpPr>
        <p:grpSpPr>
          <a:xfrm>
            <a:off x="8148656" y="1569311"/>
            <a:ext cx="408386" cy="345080"/>
            <a:chOff x="3918650" y="293075"/>
            <a:chExt cx="488500" cy="412775"/>
          </a:xfrm>
          <a:solidFill>
            <a:schemeClr val="bg1">
              <a:lumMod val="50000"/>
            </a:schemeClr>
          </a:solidFill>
        </p:grpSpPr>
        <p:sp>
          <p:nvSpPr>
            <p:cNvPr id="28" name="Shape 283">
              <a:extLst>
                <a:ext uri="{FF2B5EF4-FFF2-40B4-BE49-F238E27FC236}">
                  <a16:creationId xmlns:a16="http://schemas.microsoft.com/office/drawing/2014/main" id="{1C7879F2-E001-47B9-A3B5-788A7B5C960A}"/>
                </a:ext>
              </a:extLst>
            </p:cNvPr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Shape 284">
              <a:extLst>
                <a:ext uri="{FF2B5EF4-FFF2-40B4-BE49-F238E27FC236}">
                  <a16:creationId xmlns:a16="http://schemas.microsoft.com/office/drawing/2014/main" id="{9340D9EA-30D1-4E52-8661-0B29CCD14C72}"/>
                </a:ext>
              </a:extLst>
            </p:cNvPr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Shape 285">
              <a:extLst>
                <a:ext uri="{FF2B5EF4-FFF2-40B4-BE49-F238E27FC236}">
                  <a16:creationId xmlns:a16="http://schemas.microsoft.com/office/drawing/2014/main" id="{0E1C432D-EC94-4E50-93B0-B7FEB332C4EE}"/>
                </a:ext>
              </a:extLst>
            </p:cNvPr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Shape 286">
            <a:extLst>
              <a:ext uri="{FF2B5EF4-FFF2-40B4-BE49-F238E27FC236}">
                <a16:creationId xmlns:a16="http://schemas.microsoft.com/office/drawing/2014/main" id="{A15C6FC7-EC3B-4AEC-A6B3-20CEDA356D80}"/>
              </a:ext>
            </a:extLst>
          </p:cNvPr>
          <p:cNvGrpSpPr/>
          <p:nvPr userDrawn="1"/>
        </p:nvGrpSpPr>
        <p:grpSpPr>
          <a:xfrm>
            <a:off x="8748423" y="1543270"/>
            <a:ext cx="335905" cy="397142"/>
            <a:chOff x="4636075" y="261925"/>
            <a:chExt cx="401800" cy="475050"/>
          </a:xfrm>
          <a:solidFill>
            <a:schemeClr val="bg1">
              <a:lumMod val="50000"/>
            </a:schemeClr>
          </a:solidFill>
        </p:grpSpPr>
        <p:sp>
          <p:nvSpPr>
            <p:cNvPr id="32" name="Shape 287">
              <a:extLst>
                <a:ext uri="{FF2B5EF4-FFF2-40B4-BE49-F238E27FC236}">
                  <a16:creationId xmlns:a16="http://schemas.microsoft.com/office/drawing/2014/main" id="{3A5B7B8F-E1DA-4D8D-A7D2-EACD8CCA159A}"/>
                </a:ext>
              </a:extLst>
            </p:cNvPr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0" t="0" r="0" b="0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Shape 288">
              <a:extLst>
                <a:ext uri="{FF2B5EF4-FFF2-40B4-BE49-F238E27FC236}">
                  <a16:creationId xmlns:a16="http://schemas.microsoft.com/office/drawing/2014/main" id="{3C284BFF-F172-4E1F-A2D1-6D9B98E6DBE5}"/>
                </a:ext>
              </a:extLst>
            </p:cNvPr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0" t="0" r="0" b="0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Shape 289">
              <a:extLst>
                <a:ext uri="{FF2B5EF4-FFF2-40B4-BE49-F238E27FC236}">
                  <a16:creationId xmlns:a16="http://schemas.microsoft.com/office/drawing/2014/main" id="{839EBC5E-269E-4746-B8F8-019ECBE3903B}"/>
                </a:ext>
              </a:extLst>
            </p:cNvPr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0" t="0" r="0" b="0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Shape 290">
              <a:extLst>
                <a:ext uri="{FF2B5EF4-FFF2-40B4-BE49-F238E27FC236}">
                  <a16:creationId xmlns:a16="http://schemas.microsoft.com/office/drawing/2014/main" id="{B5977835-3833-4804-B968-216A40FC8DC6}"/>
                </a:ext>
              </a:extLst>
            </p:cNvPr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0" t="0" r="0" b="0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Shape 291">
            <a:extLst>
              <a:ext uri="{FF2B5EF4-FFF2-40B4-BE49-F238E27FC236}">
                <a16:creationId xmlns:a16="http://schemas.microsoft.com/office/drawing/2014/main" id="{9E575FA0-5490-45B2-B8AC-F0A45A941A0A}"/>
              </a:ext>
            </a:extLst>
          </p:cNvPr>
          <p:cNvSpPr/>
          <p:nvPr userDrawn="1"/>
        </p:nvSpPr>
        <p:spPr>
          <a:xfrm>
            <a:off x="9287624" y="1573898"/>
            <a:ext cx="384894" cy="335905"/>
          </a:xfrm>
          <a:custGeom>
            <a:avLst/>
            <a:gdLst/>
            <a:ahLst/>
            <a:cxnLst/>
            <a:rect l="0" t="0" r="0" b="0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Shape 292">
            <a:extLst>
              <a:ext uri="{FF2B5EF4-FFF2-40B4-BE49-F238E27FC236}">
                <a16:creationId xmlns:a16="http://schemas.microsoft.com/office/drawing/2014/main" id="{9512F31C-6CD2-4AD0-84FE-484CEA1FFEDF}"/>
              </a:ext>
            </a:extLst>
          </p:cNvPr>
          <p:cNvGrpSpPr/>
          <p:nvPr userDrawn="1"/>
        </p:nvGrpSpPr>
        <p:grpSpPr>
          <a:xfrm>
            <a:off x="9874975" y="1576459"/>
            <a:ext cx="336908" cy="330262"/>
            <a:chOff x="5983625" y="301625"/>
            <a:chExt cx="403000" cy="395050"/>
          </a:xfrm>
          <a:solidFill>
            <a:schemeClr val="bg1">
              <a:lumMod val="50000"/>
            </a:schemeClr>
          </a:solidFill>
        </p:grpSpPr>
        <p:sp>
          <p:nvSpPr>
            <p:cNvPr id="38" name="Shape 293">
              <a:extLst>
                <a:ext uri="{FF2B5EF4-FFF2-40B4-BE49-F238E27FC236}">
                  <a16:creationId xmlns:a16="http://schemas.microsoft.com/office/drawing/2014/main" id="{2A52AF45-C2E3-4E6F-A3DD-2A2C8E3A8B1B}"/>
                </a:ext>
              </a:extLst>
            </p:cNvPr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0" t="0" r="0" b="0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Shape 294">
              <a:extLst>
                <a:ext uri="{FF2B5EF4-FFF2-40B4-BE49-F238E27FC236}">
                  <a16:creationId xmlns:a16="http://schemas.microsoft.com/office/drawing/2014/main" id="{48BF282D-02F6-453F-813C-5089C9B68257}"/>
                </a:ext>
              </a:extLst>
            </p:cNvPr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0" t="0" r="0" b="0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Shape 295">
              <a:extLst>
                <a:ext uri="{FF2B5EF4-FFF2-40B4-BE49-F238E27FC236}">
                  <a16:creationId xmlns:a16="http://schemas.microsoft.com/office/drawing/2014/main" id="{DD9A825E-3ECC-4AD7-BA00-C85392DE8FC8}"/>
                </a:ext>
              </a:extLst>
            </p:cNvPr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Shape 296">
              <a:extLst>
                <a:ext uri="{FF2B5EF4-FFF2-40B4-BE49-F238E27FC236}">
                  <a16:creationId xmlns:a16="http://schemas.microsoft.com/office/drawing/2014/main" id="{BB184729-171F-415B-BAA2-42B31BE609DB}"/>
                </a:ext>
              </a:extLst>
            </p:cNvPr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Shape 297">
              <a:extLst>
                <a:ext uri="{FF2B5EF4-FFF2-40B4-BE49-F238E27FC236}">
                  <a16:creationId xmlns:a16="http://schemas.microsoft.com/office/drawing/2014/main" id="{901C4A7F-3361-4013-9E3D-0B62000F1598}"/>
                </a:ext>
              </a:extLst>
            </p:cNvPr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Shape 298">
              <a:extLst>
                <a:ext uri="{FF2B5EF4-FFF2-40B4-BE49-F238E27FC236}">
                  <a16:creationId xmlns:a16="http://schemas.microsoft.com/office/drawing/2014/main" id="{ABCC3953-AD72-4885-8094-3639EDAAE150}"/>
                </a:ext>
              </a:extLst>
            </p:cNvPr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Shape 299">
              <a:extLst>
                <a:ext uri="{FF2B5EF4-FFF2-40B4-BE49-F238E27FC236}">
                  <a16:creationId xmlns:a16="http://schemas.microsoft.com/office/drawing/2014/main" id="{CACA9FF3-8BC3-4B65-B6F1-EB7BA22CD2CA}"/>
                </a:ext>
              </a:extLst>
            </p:cNvPr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Shape 300">
              <a:extLst>
                <a:ext uri="{FF2B5EF4-FFF2-40B4-BE49-F238E27FC236}">
                  <a16:creationId xmlns:a16="http://schemas.microsoft.com/office/drawing/2014/main" id="{7D6AC49D-7C83-43D5-9FD5-B97EF30D094B}"/>
                </a:ext>
              </a:extLst>
            </p:cNvPr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Shape 301">
              <a:extLst>
                <a:ext uri="{FF2B5EF4-FFF2-40B4-BE49-F238E27FC236}">
                  <a16:creationId xmlns:a16="http://schemas.microsoft.com/office/drawing/2014/main" id="{2B827037-1F4B-4D1A-8DF1-8ABB60FDE397}"/>
                </a:ext>
              </a:extLst>
            </p:cNvPr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Shape 302">
              <a:extLst>
                <a:ext uri="{FF2B5EF4-FFF2-40B4-BE49-F238E27FC236}">
                  <a16:creationId xmlns:a16="http://schemas.microsoft.com/office/drawing/2014/main" id="{379D7525-DBCF-41AE-BE61-0CF2DD96A30D}"/>
                </a:ext>
              </a:extLst>
            </p:cNvPr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Shape 303">
              <a:extLst>
                <a:ext uri="{FF2B5EF4-FFF2-40B4-BE49-F238E27FC236}">
                  <a16:creationId xmlns:a16="http://schemas.microsoft.com/office/drawing/2014/main" id="{2EF13D50-E42E-40BC-8AD9-E2232DA39D35}"/>
                </a:ext>
              </a:extLst>
            </p:cNvPr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Shape 304">
              <a:extLst>
                <a:ext uri="{FF2B5EF4-FFF2-40B4-BE49-F238E27FC236}">
                  <a16:creationId xmlns:a16="http://schemas.microsoft.com/office/drawing/2014/main" id="{16FC422F-F1EE-4D74-9FCF-85013D772D41}"/>
                </a:ext>
              </a:extLst>
            </p:cNvPr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0" t="0" r="0" b="0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Shape 305">
              <a:extLst>
                <a:ext uri="{FF2B5EF4-FFF2-40B4-BE49-F238E27FC236}">
                  <a16:creationId xmlns:a16="http://schemas.microsoft.com/office/drawing/2014/main" id="{27AF9B8D-5438-4FDB-80DD-D237FDFE481B}"/>
                </a:ext>
              </a:extLst>
            </p:cNvPr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0" t="0" r="0" b="0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Shape 306">
              <a:extLst>
                <a:ext uri="{FF2B5EF4-FFF2-40B4-BE49-F238E27FC236}">
                  <a16:creationId xmlns:a16="http://schemas.microsoft.com/office/drawing/2014/main" id="{ED13C1BE-CE0B-47BF-93CA-0E6AA3CE0344}"/>
                </a:ext>
              </a:extLst>
            </p:cNvPr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Shape 307">
              <a:extLst>
                <a:ext uri="{FF2B5EF4-FFF2-40B4-BE49-F238E27FC236}">
                  <a16:creationId xmlns:a16="http://schemas.microsoft.com/office/drawing/2014/main" id="{E3DA5542-1ED5-4F1A-9FD9-A050F9A530BE}"/>
                </a:ext>
              </a:extLst>
            </p:cNvPr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Shape 308">
              <a:extLst>
                <a:ext uri="{FF2B5EF4-FFF2-40B4-BE49-F238E27FC236}">
                  <a16:creationId xmlns:a16="http://schemas.microsoft.com/office/drawing/2014/main" id="{211E5CFF-36F7-417E-B476-B5FD6D25B409}"/>
                </a:ext>
              </a:extLst>
            </p:cNvPr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Shape 309">
              <a:extLst>
                <a:ext uri="{FF2B5EF4-FFF2-40B4-BE49-F238E27FC236}">
                  <a16:creationId xmlns:a16="http://schemas.microsoft.com/office/drawing/2014/main" id="{6FA410FF-00EA-4C03-84FA-ECD34FF90040}"/>
                </a:ext>
              </a:extLst>
            </p:cNvPr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Shape 310">
              <a:extLst>
                <a:ext uri="{FF2B5EF4-FFF2-40B4-BE49-F238E27FC236}">
                  <a16:creationId xmlns:a16="http://schemas.microsoft.com/office/drawing/2014/main" id="{237B95A8-2311-4F1C-80E9-689353C52732}"/>
                </a:ext>
              </a:extLst>
            </p:cNvPr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Shape 311">
              <a:extLst>
                <a:ext uri="{FF2B5EF4-FFF2-40B4-BE49-F238E27FC236}">
                  <a16:creationId xmlns:a16="http://schemas.microsoft.com/office/drawing/2014/main" id="{EC26D468-F8CF-480F-B66B-94E5387C7D87}"/>
                </a:ext>
              </a:extLst>
            </p:cNvPr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Shape 312">
              <a:extLst>
                <a:ext uri="{FF2B5EF4-FFF2-40B4-BE49-F238E27FC236}">
                  <a16:creationId xmlns:a16="http://schemas.microsoft.com/office/drawing/2014/main" id="{7D810757-E2BF-48B2-B526-42C152DD4DEC}"/>
                </a:ext>
              </a:extLst>
            </p:cNvPr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Shape 313">
            <a:extLst>
              <a:ext uri="{FF2B5EF4-FFF2-40B4-BE49-F238E27FC236}">
                <a16:creationId xmlns:a16="http://schemas.microsoft.com/office/drawing/2014/main" id="{7F375253-83D5-4831-B9BA-97A270A16BD2}"/>
              </a:ext>
            </a:extLst>
          </p:cNvPr>
          <p:cNvGrpSpPr/>
          <p:nvPr userDrawn="1"/>
        </p:nvGrpSpPr>
        <p:grpSpPr>
          <a:xfrm>
            <a:off x="10441051" y="1573888"/>
            <a:ext cx="331808" cy="331307"/>
            <a:chOff x="6660750" y="298550"/>
            <a:chExt cx="396900" cy="396300"/>
          </a:xfrm>
          <a:solidFill>
            <a:schemeClr val="bg1">
              <a:lumMod val="50000"/>
            </a:schemeClr>
          </a:solidFill>
        </p:grpSpPr>
        <p:sp>
          <p:nvSpPr>
            <p:cNvPr id="59" name="Shape 314">
              <a:extLst>
                <a:ext uri="{FF2B5EF4-FFF2-40B4-BE49-F238E27FC236}">
                  <a16:creationId xmlns:a16="http://schemas.microsoft.com/office/drawing/2014/main" id="{02503F3A-E23F-4531-AC0B-78887AA6D48F}"/>
                </a:ext>
              </a:extLst>
            </p:cNvPr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0" t="0" r="0" b="0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Shape 315">
              <a:extLst>
                <a:ext uri="{FF2B5EF4-FFF2-40B4-BE49-F238E27FC236}">
                  <a16:creationId xmlns:a16="http://schemas.microsoft.com/office/drawing/2014/main" id="{7403AD7B-98E6-43FB-827A-3128CD47AC80}"/>
                </a:ext>
              </a:extLst>
            </p:cNvPr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0" t="0" r="0" b="0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Shape 316">
            <a:extLst>
              <a:ext uri="{FF2B5EF4-FFF2-40B4-BE49-F238E27FC236}">
                <a16:creationId xmlns:a16="http://schemas.microsoft.com/office/drawing/2014/main" id="{408B4FDB-BB45-4D20-A08D-5B3CF830090E}"/>
              </a:ext>
            </a:extLst>
          </p:cNvPr>
          <p:cNvGrpSpPr/>
          <p:nvPr userDrawn="1"/>
        </p:nvGrpSpPr>
        <p:grpSpPr>
          <a:xfrm>
            <a:off x="5361661" y="2095573"/>
            <a:ext cx="347107" cy="420111"/>
            <a:chOff x="584925" y="922575"/>
            <a:chExt cx="415200" cy="502525"/>
          </a:xfrm>
          <a:solidFill>
            <a:schemeClr val="bg1">
              <a:lumMod val="50000"/>
            </a:schemeClr>
          </a:solidFill>
        </p:grpSpPr>
        <p:sp>
          <p:nvSpPr>
            <p:cNvPr id="62" name="Shape 317">
              <a:extLst>
                <a:ext uri="{FF2B5EF4-FFF2-40B4-BE49-F238E27FC236}">
                  <a16:creationId xmlns:a16="http://schemas.microsoft.com/office/drawing/2014/main" id="{848F4951-0674-480F-947C-C432F8B29236}"/>
                </a:ext>
              </a:extLst>
            </p:cNvPr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Shape 318">
              <a:extLst>
                <a:ext uri="{FF2B5EF4-FFF2-40B4-BE49-F238E27FC236}">
                  <a16:creationId xmlns:a16="http://schemas.microsoft.com/office/drawing/2014/main" id="{0A2DAB49-F151-49D9-9CE6-A85CFF1DAE73}"/>
                </a:ext>
              </a:extLst>
            </p:cNvPr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Shape 319">
              <a:extLst>
                <a:ext uri="{FF2B5EF4-FFF2-40B4-BE49-F238E27FC236}">
                  <a16:creationId xmlns:a16="http://schemas.microsoft.com/office/drawing/2014/main" id="{3FD6DE65-0EB7-4AFE-873E-F52F6F6B2A3D}"/>
                </a:ext>
              </a:extLst>
            </p:cNvPr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0" t="0" r="0" b="0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Shape 320">
            <a:extLst>
              <a:ext uri="{FF2B5EF4-FFF2-40B4-BE49-F238E27FC236}">
                <a16:creationId xmlns:a16="http://schemas.microsoft.com/office/drawing/2014/main" id="{4DE5687D-CE30-47CA-BD72-AFD94CA0FAB4}"/>
              </a:ext>
            </a:extLst>
          </p:cNvPr>
          <p:cNvGrpSpPr/>
          <p:nvPr userDrawn="1"/>
        </p:nvGrpSpPr>
        <p:grpSpPr>
          <a:xfrm>
            <a:off x="5914968" y="2085876"/>
            <a:ext cx="367547" cy="437980"/>
            <a:chOff x="1246775" y="910975"/>
            <a:chExt cx="439650" cy="523900"/>
          </a:xfrm>
          <a:solidFill>
            <a:schemeClr val="bg1">
              <a:lumMod val="50000"/>
            </a:schemeClr>
          </a:solidFill>
        </p:grpSpPr>
        <p:sp>
          <p:nvSpPr>
            <p:cNvPr id="66" name="Shape 321">
              <a:extLst>
                <a:ext uri="{FF2B5EF4-FFF2-40B4-BE49-F238E27FC236}">
                  <a16:creationId xmlns:a16="http://schemas.microsoft.com/office/drawing/2014/main" id="{650DE9F4-9D80-4561-829D-3F89E6A730A5}"/>
                </a:ext>
              </a:extLst>
            </p:cNvPr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Shape 322">
              <a:extLst>
                <a:ext uri="{FF2B5EF4-FFF2-40B4-BE49-F238E27FC236}">
                  <a16:creationId xmlns:a16="http://schemas.microsoft.com/office/drawing/2014/main" id="{409E3903-1A46-46BE-9BCC-3BCE88BC74D2}"/>
                </a:ext>
              </a:extLst>
            </p:cNvPr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0" t="0" r="0" b="0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Shape 323">
              <a:extLst>
                <a:ext uri="{FF2B5EF4-FFF2-40B4-BE49-F238E27FC236}">
                  <a16:creationId xmlns:a16="http://schemas.microsoft.com/office/drawing/2014/main" id="{7EC13DF4-38E1-465D-8686-C65E36A4B1A8}"/>
                </a:ext>
              </a:extLst>
            </p:cNvPr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0" t="0" r="0" b="0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Shape 324">
            <a:extLst>
              <a:ext uri="{FF2B5EF4-FFF2-40B4-BE49-F238E27FC236}">
                <a16:creationId xmlns:a16="http://schemas.microsoft.com/office/drawing/2014/main" id="{417E100D-DBBD-4BC2-874F-713D68DCCDDF}"/>
              </a:ext>
            </a:extLst>
          </p:cNvPr>
          <p:cNvGrpSpPr/>
          <p:nvPr userDrawn="1"/>
        </p:nvGrpSpPr>
        <p:grpSpPr>
          <a:xfrm>
            <a:off x="6483093" y="2156309"/>
            <a:ext cx="358351" cy="298118"/>
            <a:chOff x="1926350" y="995225"/>
            <a:chExt cx="428650" cy="356600"/>
          </a:xfrm>
          <a:solidFill>
            <a:schemeClr val="bg1">
              <a:lumMod val="50000"/>
            </a:schemeClr>
          </a:solidFill>
        </p:grpSpPr>
        <p:sp>
          <p:nvSpPr>
            <p:cNvPr id="70" name="Shape 325">
              <a:extLst>
                <a:ext uri="{FF2B5EF4-FFF2-40B4-BE49-F238E27FC236}">
                  <a16:creationId xmlns:a16="http://schemas.microsoft.com/office/drawing/2014/main" id="{11F0C9CD-1202-4A6D-95C6-CD51568F8569}"/>
                </a:ext>
              </a:extLst>
            </p:cNvPr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Shape 326">
              <a:extLst>
                <a:ext uri="{FF2B5EF4-FFF2-40B4-BE49-F238E27FC236}">
                  <a16:creationId xmlns:a16="http://schemas.microsoft.com/office/drawing/2014/main" id="{CBB3B97C-5CA6-47DA-96DA-1872A1814889}"/>
                </a:ext>
              </a:extLst>
            </p:cNvPr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Shape 327">
              <a:extLst>
                <a:ext uri="{FF2B5EF4-FFF2-40B4-BE49-F238E27FC236}">
                  <a16:creationId xmlns:a16="http://schemas.microsoft.com/office/drawing/2014/main" id="{2412C8EA-8A12-4C24-AFF5-85B8183569B1}"/>
                </a:ext>
              </a:extLst>
            </p:cNvPr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Shape 328">
              <a:extLst>
                <a:ext uri="{FF2B5EF4-FFF2-40B4-BE49-F238E27FC236}">
                  <a16:creationId xmlns:a16="http://schemas.microsoft.com/office/drawing/2014/main" id="{D811772F-65EF-4693-8E09-B8CF8F683668}"/>
                </a:ext>
              </a:extLst>
            </p:cNvPr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Shape 329">
            <a:extLst>
              <a:ext uri="{FF2B5EF4-FFF2-40B4-BE49-F238E27FC236}">
                <a16:creationId xmlns:a16="http://schemas.microsoft.com/office/drawing/2014/main" id="{67592105-85CE-4821-B707-FEC173239A81}"/>
              </a:ext>
            </a:extLst>
          </p:cNvPr>
          <p:cNvSpPr/>
          <p:nvPr userDrawn="1"/>
        </p:nvSpPr>
        <p:spPr>
          <a:xfrm>
            <a:off x="7050778" y="2131323"/>
            <a:ext cx="350200" cy="348152"/>
          </a:xfrm>
          <a:custGeom>
            <a:avLst/>
            <a:gdLst/>
            <a:ahLst/>
            <a:cxnLst/>
            <a:rect l="0" t="0" r="0" b="0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Shape 330">
            <a:extLst>
              <a:ext uri="{FF2B5EF4-FFF2-40B4-BE49-F238E27FC236}">
                <a16:creationId xmlns:a16="http://schemas.microsoft.com/office/drawing/2014/main" id="{AF0D85A9-0991-4550-91CA-21D85CE902C7}"/>
              </a:ext>
            </a:extLst>
          </p:cNvPr>
          <p:cNvSpPr/>
          <p:nvPr userDrawn="1"/>
        </p:nvSpPr>
        <p:spPr>
          <a:xfrm>
            <a:off x="7614849" y="2148691"/>
            <a:ext cx="349155" cy="313437"/>
          </a:xfrm>
          <a:custGeom>
            <a:avLst/>
            <a:gdLst/>
            <a:ahLst/>
            <a:cxnLst/>
            <a:rect l="0" t="0" r="0" b="0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331">
            <a:extLst>
              <a:ext uri="{FF2B5EF4-FFF2-40B4-BE49-F238E27FC236}">
                <a16:creationId xmlns:a16="http://schemas.microsoft.com/office/drawing/2014/main" id="{7450BCF5-72CC-4356-A646-862B73ACE935}"/>
              </a:ext>
            </a:extLst>
          </p:cNvPr>
          <p:cNvSpPr/>
          <p:nvPr userDrawn="1"/>
        </p:nvSpPr>
        <p:spPr>
          <a:xfrm>
            <a:off x="8183497" y="2151241"/>
            <a:ext cx="338956" cy="308317"/>
          </a:xfrm>
          <a:custGeom>
            <a:avLst/>
            <a:gdLst/>
            <a:ahLst/>
            <a:cxnLst/>
            <a:rect l="0" t="0" r="0" b="0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Shape 332">
            <a:extLst>
              <a:ext uri="{FF2B5EF4-FFF2-40B4-BE49-F238E27FC236}">
                <a16:creationId xmlns:a16="http://schemas.microsoft.com/office/drawing/2014/main" id="{6E7BF1B7-90F4-44D5-A1A4-FBAE2A466E3E}"/>
              </a:ext>
            </a:extLst>
          </p:cNvPr>
          <p:cNvSpPr/>
          <p:nvPr userDrawn="1"/>
        </p:nvSpPr>
        <p:spPr>
          <a:xfrm>
            <a:off x="8758269" y="2154293"/>
            <a:ext cx="316510" cy="302214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" name="Shape 333">
            <a:extLst>
              <a:ext uri="{FF2B5EF4-FFF2-40B4-BE49-F238E27FC236}">
                <a16:creationId xmlns:a16="http://schemas.microsoft.com/office/drawing/2014/main" id="{20A18867-EE15-4C98-B6A8-C76283F9D7C6}"/>
              </a:ext>
            </a:extLst>
          </p:cNvPr>
          <p:cNvGrpSpPr/>
          <p:nvPr userDrawn="1"/>
        </p:nvGrpSpPr>
        <p:grpSpPr>
          <a:xfrm>
            <a:off x="9305324" y="2133862"/>
            <a:ext cx="349155" cy="349657"/>
            <a:chOff x="5302225" y="968375"/>
            <a:chExt cx="417650" cy="418250"/>
          </a:xfrm>
          <a:solidFill>
            <a:schemeClr val="bg1">
              <a:lumMod val="50000"/>
            </a:schemeClr>
          </a:solidFill>
        </p:grpSpPr>
        <p:sp>
          <p:nvSpPr>
            <p:cNvPr id="79" name="Shape 334">
              <a:extLst>
                <a:ext uri="{FF2B5EF4-FFF2-40B4-BE49-F238E27FC236}">
                  <a16:creationId xmlns:a16="http://schemas.microsoft.com/office/drawing/2014/main" id="{2CFC019A-B9DB-48F3-8D6E-DAB6D0A4D679}"/>
                </a:ext>
              </a:extLst>
            </p:cNvPr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0" t="0" r="0" b="0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Shape 335">
              <a:extLst>
                <a:ext uri="{FF2B5EF4-FFF2-40B4-BE49-F238E27FC236}">
                  <a16:creationId xmlns:a16="http://schemas.microsoft.com/office/drawing/2014/main" id="{03A2518A-737F-492A-9264-A7EE470A0835}"/>
                </a:ext>
              </a:extLst>
            </p:cNvPr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0" t="0" r="0" b="0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Shape 336">
            <a:extLst>
              <a:ext uri="{FF2B5EF4-FFF2-40B4-BE49-F238E27FC236}">
                <a16:creationId xmlns:a16="http://schemas.microsoft.com/office/drawing/2014/main" id="{5395B72F-6DA0-4AAE-B1A3-0614C1CA3DAF}"/>
              </a:ext>
            </a:extLst>
          </p:cNvPr>
          <p:cNvGrpSpPr/>
          <p:nvPr userDrawn="1"/>
        </p:nvGrpSpPr>
        <p:grpSpPr>
          <a:xfrm>
            <a:off x="9826988" y="2094549"/>
            <a:ext cx="432881" cy="421637"/>
            <a:chOff x="5926225" y="921350"/>
            <a:chExt cx="517800" cy="504350"/>
          </a:xfrm>
          <a:solidFill>
            <a:schemeClr val="bg1">
              <a:lumMod val="50000"/>
            </a:schemeClr>
          </a:solidFill>
        </p:grpSpPr>
        <p:sp>
          <p:nvSpPr>
            <p:cNvPr id="82" name="Shape 337">
              <a:extLst>
                <a:ext uri="{FF2B5EF4-FFF2-40B4-BE49-F238E27FC236}">
                  <a16:creationId xmlns:a16="http://schemas.microsoft.com/office/drawing/2014/main" id="{D4A458A7-748C-4129-92EF-299F98D128FD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0" t="0" r="0" b="0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Shape 338">
              <a:extLst>
                <a:ext uri="{FF2B5EF4-FFF2-40B4-BE49-F238E27FC236}">
                  <a16:creationId xmlns:a16="http://schemas.microsoft.com/office/drawing/2014/main" id="{2C4D0C12-6296-480F-8A32-0E63AE2E55C0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0" t="0" r="0" b="0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Shape 339">
            <a:extLst>
              <a:ext uri="{FF2B5EF4-FFF2-40B4-BE49-F238E27FC236}">
                <a16:creationId xmlns:a16="http://schemas.microsoft.com/office/drawing/2014/main" id="{4A451CFA-A939-4C42-84CB-018B8595D050}"/>
              </a:ext>
            </a:extLst>
          </p:cNvPr>
          <p:cNvGrpSpPr/>
          <p:nvPr userDrawn="1"/>
        </p:nvGrpSpPr>
        <p:grpSpPr>
          <a:xfrm>
            <a:off x="10404811" y="2102721"/>
            <a:ext cx="404290" cy="405314"/>
            <a:chOff x="6617400" y="931125"/>
            <a:chExt cx="483600" cy="484825"/>
          </a:xfrm>
          <a:solidFill>
            <a:schemeClr val="bg1">
              <a:lumMod val="50000"/>
            </a:schemeClr>
          </a:solidFill>
        </p:grpSpPr>
        <p:sp>
          <p:nvSpPr>
            <p:cNvPr id="85" name="Shape 340">
              <a:extLst>
                <a:ext uri="{FF2B5EF4-FFF2-40B4-BE49-F238E27FC236}">
                  <a16:creationId xmlns:a16="http://schemas.microsoft.com/office/drawing/2014/main" id="{057DA9F9-AC62-4272-A032-A32D113049AB}"/>
                </a:ext>
              </a:extLst>
            </p:cNvPr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0" t="0" r="0" b="0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Shape 341">
              <a:extLst>
                <a:ext uri="{FF2B5EF4-FFF2-40B4-BE49-F238E27FC236}">
                  <a16:creationId xmlns:a16="http://schemas.microsoft.com/office/drawing/2014/main" id="{1019641A-E162-4967-9B41-9F6EEC52EBC7}"/>
                </a:ext>
              </a:extLst>
            </p:cNvPr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0" t="0" r="0" b="0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Shape 342">
            <a:extLst>
              <a:ext uri="{FF2B5EF4-FFF2-40B4-BE49-F238E27FC236}">
                <a16:creationId xmlns:a16="http://schemas.microsoft.com/office/drawing/2014/main" id="{C257C96E-5AB6-4E96-98BE-2B649E658242}"/>
              </a:ext>
            </a:extLst>
          </p:cNvPr>
          <p:cNvGrpSpPr/>
          <p:nvPr userDrawn="1"/>
        </p:nvGrpSpPr>
        <p:grpSpPr>
          <a:xfrm>
            <a:off x="5340218" y="2732083"/>
            <a:ext cx="389994" cy="273623"/>
            <a:chOff x="559275" y="1683950"/>
            <a:chExt cx="466500" cy="327300"/>
          </a:xfrm>
          <a:solidFill>
            <a:schemeClr val="bg1">
              <a:lumMod val="50000"/>
            </a:schemeClr>
          </a:solidFill>
        </p:grpSpPr>
        <p:sp>
          <p:nvSpPr>
            <p:cNvPr id="88" name="Shape 343">
              <a:extLst>
                <a:ext uri="{FF2B5EF4-FFF2-40B4-BE49-F238E27FC236}">
                  <a16:creationId xmlns:a16="http://schemas.microsoft.com/office/drawing/2014/main" id="{B673D918-4EC2-42A2-B3BF-33EF98BE2C1D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0" t="0" r="0" b="0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Shape 344">
              <a:extLst>
                <a:ext uri="{FF2B5EF4-FFF2-40B4-BE49-F238E27FC236}">
                  <a16:creationId xmlns:a16="http://schemas.microsoft.com/office/drawing/2014/main" id="{A7362E7D-6ADC-4805-86D2-1FC4522E4BF9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0" t="0" r="0" b="0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Shape 345">
            <a:extLst>
              <a:ext uri="{FF2B5EF4-FFF2-40B4-BE49-F238E27FC236}">
                <a16:creationId xmlns:a16="http://schemas.microsoft.com/office/drawing/2014/main" id="{FCC055FE-DD66-4812-A589-A065C8259168}"/>
              </a:ext>
            </a:extLst>
          </p:cNvPr>
          <p:cNvGrpSpPr/>
          <p:nvPr userDrawn="1"/>
        </p:nvGrpSpPr>
        <p:grpSpPr>
          <a:xfrm>
            <a:off x="5903745" y="2677993"/>
            <a:ext cx="389994" cy="381822"/>
            <a:chOff x="1233350" y="1619250"/>
            <a:chExt cx="466500" cy="456725"/>
          </a:xfrm>
          <a:solidFill>
            <a:schemeClr val="bg1">
              <a:lumMod val="50000"/>
            </a:schemeClr>
          </a:solidFill>
        </p:grpSpPr>
        <p:sp>
          <p:nvSpPr>
            <p:cNvPr id="91" name="Shape 346">
              <a:extLst>
                <a:ext uri="{FF2B5EF4-FFF2-40B4-BE49-F238E27FC236}">
                  <a16:creationId xmlns:a16="http://schemas.microsoft.com/office/drawing/2014/main" id="{6599F034-19BB-43E7-BA20-106385805E4D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0" t="0" r="0" b="0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Shape 347">
              <a:extLst>
                <a:ext uri="{FF2B5EF4-FFF2-40B4-BE49-F238E27FC236}">
                  <a16:creationId xmlns:a16="http://schemas.microsoft.com/office/drawing/2014/main" id="{70971799-E481-4EB3-9D34-743D561243A1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Shape 348">
              <a:extLst>
                <a:ext uri="{FF2B5EF4-FFF2-40B4-BE49-F238E27FC236}">
                  <a16:creationId xmlns:a16="http://schemas.microsoft.com/office/drawing/2014/main" id="{80DAF3D5-1904-4EDA-A38B-D69FA4BA70C2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Shape 349">
              <a:extLst>
                <a:ext uri="{FF2B5EF4-FFF2-40B4-BE49-F238E27FC236}">
                  <a16:creationId xmlns:a16="http://schemas.microsoft.com/office/drawing/2014/main" id="{B0B4DFEE-5D5D-4EC3-A89C-12DCC92C622B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0" t="0" r="0" b="0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Shape 350">
            <a:extLst>
              <a:ext uri="{FF2B5EF4-FFF2-40B4-BE49-F238E27FC236}">
                <a16:creationId xmlns:a16="http://schemas.microsoft.com/office/drawing/2014/main" id="{15A0D0EC-CF3B-4E90-BC33-6C8089538BF3}"/>
              </a:ext>
            </a:extLst>
          </p:cNvPr>
          <p:cNvGrpSpPr/>
          <p:nvPr userDrawn="1"/>
        </p:nvGrpSpPr>
        <p:grpSpPr>
          <a:xfrm>
            <a:off x="6479519" y="2686144"/>
            <a:ext cx="365499" cy="365499"/>
            <a:chOff x="1922075" y="1629000"/>
            <a:chExt cx="437200" cy="437200"/>
          </a:xfrm>
          <a:solidFill>
            <a:schemeClr val="bg1">
              <a:lumMod val="50000"/>
            </a:schemeClr>
          </a:solidFill>
        </p:grpSpPr>
        <p:sp>
          <p:nvSpPr>
            <p:cNvPr id="96" name="Shape 351">
              <a:extLst>
                <a:ext uri="{FF2B5EF4-FFF2-40B4-BE49-F238E27FC236}">
                  <a16:creationId xmlns:a16="http://schemas.microsoft.com/office/drawing/2014/main" id="{F798566D-1B5E-405A-8194-4C53E35A1DA6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0" t="0" r="0" b="0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Shape 352">
              <a:extLst>
                <a:ext uri="{FF2B5EF4-FFF2-40B4-BE49-F238E27FC236}">
                  <a16:creationId xmlns:a16="http://schemas.microsoft.com/office/drawing/2014/main" id="{298E0393-715C-43B5-8921-54AEB88E95EF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0" t="0" r="0" b="0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Shape 353">
            <a:extLst>
              <a:ext uri="{FF2B5EF4-FFF2-40B4-BE49-F238E27FC236}">
                <a16:creationId xmlns:a16="http://schemas.microsoft.com/office/drawing/2014/main" id="{23B2C891-9B3B-4972-8738-962918B69D9C}"/>
              </a:ext>
            </a:extLst>
          </p:cNvPr>
          <p:cNvGrpSpPr/>
          <p:nvPr userDrawn="1"/>
        </p:nvGrpSpPr>
        <p:grpSpPr>
          <a:xfrm>
            <a:off x="7041520" y="2684619"/>
            <a:ext cx="368551" cy="368551"/>
            <a:chOff x="2594325" y="1627175"/>
            <a:chExt cx="440850" cy="440850"/>
          </a:xfrm>
          <a:solidFill>
            <a:schemeClr val="bg1">
              <a:lumMod val="50000"/>
            </a:schemeClr>
          </a:solidFill>
        </p:grpSpPr>
        <p:sp>
          <p:nvSpPr>
            <p:cNvPr id="99" name="Shape 354">
              <a:extLst>
                <a:ext uri="{FF2B5EF4-FFF2-40B4-BE49-F238E27FC236}">
                  <a16:creationId xmlns:a16="http://schemas.microsoft.com/office/drawing/2014/main" id="{97333069-ECE1-4C0A-A9FE-B0E8A553D655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0" t="0" r="0" b="0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Shape 355">
              <a:extLst>
                <a:ext uri="{FF2B5EF4-FFF2-40B4-BE49-F238E27FC236}">
                  <a16:creationId xmlns:a16="http://schemas.microsoft.com/office/drawing/2014/main" id="{20F55541-4460-448E-88BF-53F500239F1E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0" t="0" r="0" b="0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Shape 356">
              <a:extLst>
                <a:ext uri="{FF2B5EF4-FFF2-40B4-BE49-F238E27FC236}">
                  <a16:creationId xmlns:a16="http://schemas.microsoft.com/office/drawing/2014/main" id="{FF8CE2B1-1068-46E6-B161-EDC0E73482B7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0" t="0" r="0" b="0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Shape 357">
            <a:extLst>
              <a:ext uri="{FF2B5EF4-FFF2-40B4-BE49-F238E27FC236}">
                <a16:creationId xmlns:a16="http://schemas.microsoft.com/office/drawing/2014/main" id="{3F2C7C83-6CE1-48D9-BA6A-4E1EE62B47F7}"/>
              </a:ext>
            </a:extLst>
          </p:cNvPr>
          <p:cNvSpPr/>
          <p:nvPr userDrawn="1"/>
        </p:nvSpPr>
        <p:spPr>
          <a:xfrm>
            <a:off x="7621475" y="2701016"/>
            <a:ext cx="335905" cy="335884"/>
          </a:xfrm>
          <a:custGeom>
            <a:avLst/>
            <a:gdLst/>
            <a:ahLst/>
            <a:cxnLst/>
            <a:rect l="0" t="0" r="0" b="0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Shape 358">
            <a:extLst>
              <a:ext uri="{FF2B5EF4-FFF2-40B4-BE49-F238E27FC236}">
                <a16:creationId xmlns:a16="http://schemas.microsoft.com/office/drawing/2014/main" id="{CD045681-FAD6-415A-8C3D-B68B7A8D5EFB}"/>
              </a:ext>
            </a:extLst>
          </p:cNvPr>
          <p:cNvGrpSpPr/>
          <p:nvPr userDrawn="1"/>
        </p:nvGrpSpPr>
        <p:grpSpPr>
          <a:xfrm>
            <a:off x="8203288" y="2657052"/>
            <a:ext cx="299121" cy="423685"/>
            <a:chOff x="3984000" y="1594200"/>
            <a:chExt cx="357800" cy="506800"/>
          </a:xfrm>
          <a:solidFill>
            <a:schemeClr val="bg1">
              <a:lumMod val="50000"/>
            </a:schemeClr>
          </a:solidFill>
        </p:grpSpPr>
        <p:sp>
          <p:nvSpPr>
            <p:cNvPr id="104" name="Shape 359">
              <a:extLst>
                <a:ext uri="{FF2B5EF4-FFF2-40B4-BE49-F238E27FC236}">
                  <a16:creationId xmlns:a16="http://schemas.microsoft.com/office/drawing/2014/main" id="{EB91FE57-9340-4D53-99F1-4149F83D6B08}"/>
                </a:ext>
              </a:extLst>
            </p:cNvPr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0" t="0" r="0" b="0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Shape 360">
              <a:extLst>
                <a:ext uri="{FF2B5EF4-FFF2-40B4-BE49-F238E27FC236}">
                  <a16:creationId xmlns:a16="http://schemas.microsoft.com/office/drawing/2014/main" id="{AA873F37-B1E0-402A-A15E-27853E6E9D08}"/>
                </a:ext>
              </a:extLst>
            </p:cNvPr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0" t="0" r="0" b="0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Shape 361">
            <a:extLst>
              <a:ext uri="{FF2B5EF4-FFF2-40B4-BE49-F238E27FC236}">
                <a16:creationId xmlns:a16="http://schemas.microsoft.com/office/drawing/2014/main" id="{59EC2FF6-DDD9-4DFD-BF08-A84877CD64FD}"/>
              </a:ext>
            </a:extLst>
          </p:cNvPr>
          <p:cNvGrpSpPr/>
          <p:nvPr userDrawn="1"/>
        </p:nvGrpSpPr>
        <p:grpSpPr>
          <a:xfrm>
            <a:off x="8719330" y="2747904"/>
            <a:ext cx="394090" cy="241980"/>
            <a:chOff x="4601275" y="1702875"/>
            <a:chExt cx="471400" cy="289450"/>
          </a:xfrm>
          <a:solidFill>
            <a:schemeClr val="bg1">
              <a:lumMod val="50000"/>
            </a:schemeClr>
          </a:solidFill>
        </p:grpSpPr>
        <p:sp>
          <p:nvSpPr>
            <p:cNvPr id="107" name="Shape 362">
              <a:extLst>
                <a:ext uri="{FF2B5EF4-FFF2-40B4-BE49-F238E27FC236}">
                  <a16:creationId xmlns:a16="http://schemas.microsoft.com/office/drawing/2014/main" id="{B4409C67-7AE7-41EC-BC1B-467A0538E76D}"/>
                </a:ext>
              </a:extLst>
            </p:cNvPr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Shape 363">
              <a:extLst>
                <a:ext uri="{FF2B5EF4-FFF2-40B4-BE49-F238E27FC236}">
                  <a16:creationId xmlns:a16="http://schemas.microsoft.com/office/drawing/2014/main" id="{22358BAA-7D1D-4640-9890-07958088CF2C}"/>
                </a:ext>
              </a:extLst>
            </p:cNvPr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Shape 364">
              <a:extLst>
                <a:ext uri="{FF2B5EF4-FFF2-40B4-BE49-F238E27FC236}">
                  <a16:creationId xmlns:a16="http://schemas.microsoft.com/office/drawing/2014/main" id="{5571ABDF-DD45-4A42-A4D9-515F16137DD5}"/>
                </a:ext>
              </a:extLst>
            </p:cNvPr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0" t="0" r="0" b="0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Shape 365">
              <a:extLst>
                <a:ext uri="{FF2B5EF4-FFF2-40B4-BE49-F238E27FC236}">
                  <a16:creationId xmlns:a16="http://schemas.microsoft.com/office/drawing/2014/main" id="{8687F890-FCDB-4D18-8E72-6CDB767EE0BA}"/>
                </a:ext>
              </a:extLst>
            </p:cNvPr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Shape 366">
              <a:extLst>
                <a:ext uri="{FF2B5EF4-FFF2-40B4-BE49-F238E27FC236}">
                  <a16:creationId xmlns:a16="http://schemas.microsoft.com/office/drawing/2014/main" id="{02B27969-BA1E-40FE-AE4A-E2FCEF84DD2A}"/>
                </a:ext>
              </a:extLst>
            </p:cNvPr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0" t="0" r="0" b="0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Shape 367">
            <a:extLst>
              <a:ext uri="{FF2B5EF4-FFF2-40B4-BE49-F238E27FC236}">
                <a16:creationId xmlns:a16="http://schemas.microsoft.com/office/drawing/2014/main" id="{2239A4F3-3948-48CC-A07D-D7434D55D06E}"/>
              </a:ext>
            </a:extLst>
          </p:cNvPr>
          <p:cNvGrpSpPr/>
          <p:nvPr userDrawn="1"/>
        </p:nvGrpSpPr>
        <p:grpSpPr>
          <a:xfrm>
            <a:off x="9301750" y="2688694"/>
            <a:ext cx="356303" cy="360400"/>
            <a:chOff x="5297950" y="1632050"/>
            <a:chExt cx="426200" cy="431100"/>
          </a:xfrm>
          <a:solidFill>
            <a:schemeClr val="bg1">
              <a:lumMod val="50000"/>
            </a:schemeClr>
          </a:solidFill>
        </p:grpSpPr>
        <p:sp>
          <p:nvSpPr>
            <p:cNvPr id="113" name="Shape 368">
              <a:extLst>
                <a:ext uri="{FF2B5EF4-FFF2-40B4-BE49-F238E27FC236}">
                  <a16:creationId xmlns:a16="http://schemas.microsoft.com/office/drawing/2014/main" id="{873888A0-F605-426D-BD19-8C71CEC8D15A}"/>
                </a:ext>
              </a:extLst>
            </p:cNvPr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0" t="0" r="0" b="0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Shape 369">
              <a:extLst>
                <a:ext uri="{FF2B5EF4-FFF2-40B4-BE49-F238E27FC236}">
                  <a16:creationId xmlns:a16="http://schemas.microsoft.com/office/drawing/2014/main" id="{324C0FD7-45B8-4ABB-B998-B1648B77A262}"/>
                </a:ext>
              </a:extLst>
            </p:cNvPr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0" t="0" r="0" b="0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Shape 370">
            <a:extLst>
              <a:ext uri="{FF2B5EF4-FFF2-40B4-BE49-F238E27FC236}">
                <a16:creationId xmlns:a16="http://schemas.microsoft.com/office/drawing/2014/main" id="{E02A45C6-90BA-4048-A244-A32B307904D3}"/>
              </a:ext>
            </a:extLst>
          </p:cNvPr>
          <p:cNvGrpSpPr/>
          <p:nvPr userDrawn="1"/>
        </p:nvGrpSpPr>
        <p:grpSpPr>
          <a:xfrm>
            <a:off x="9864253" y="2677993"/>
            <a:ext cx="358351" cy="381822"/>
            <a:chOff x="5970800" y="1619250"/>
            <a:chExt cx="428650" cy="456725"/>
          </a:xfrm>
          <a:solidFill>
            <a:schemeClr val="bg1">
              <a:lumMod val="50000"/>
            </a:schemeClr>
          </a:solidFill>
        </p:grpSpPr>
        <p:sp>
          <p:nvSpPr>
            <p:cNvPr id="116" name="Shape 371">
              <a:extLst>
                <a:ext uri="{FF2B5EF4-FFF2-40B4-BE49-F238E27FC236}">
                  <a16:creationId xmlns:a16="http://schemas.microsoft.com/office/drawing/2014/main" id="{C7F8C2DD-5C73-4600-98C6-645E211160D0}"/>
                </a:ext>
              </a:extLst>
            </p:cNvPr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0" t="0" r="0" b="0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Shape 372">
              <a:extLst>
                <a:ext uri="{FF2B5EF4-FFF2-40B4-BE49-F238E27FC236}">
                  <a16:creationId xmlns:a16="http://schemas.microsoft.com/office/drawing/2014/main" id="{6EE357C9-FA17-4289-98AF-058D38CC2FFA}"/>
                </a:ext>
              </a:extLst>
            </p:cNvPr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0" t="0" r="0" b="0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Shape 373">
              <a:extLst>
                <a:ext uri="{FF2B5EF4-FFF2-40B4-BE49-F238E27FC236}">
                  <a16:creationId xmlns:a16="http://schemas.microsoft.com/office/drawing/2014/main" id="{91D1085A-899E-46BF-887C-B987E0A6DD65}"/>
                </a:ext>
              </a:extLst>
            </p:cNvPr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0" t="0" r="0" b="0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Shape 374">
              <a:extLst>
                <a:ext uri="{FF2B5EF4-FFF2-40B4-BE49-F238E27FC236}">
                  <a16:creationId xmlns:a16="http://schemas.microsoft.com/office/drawing/2014/main" id="{A5485C4C-5378-42EB-B626-2DC41CD0F18D}"/>
                </a:ext>
              </a:extLst>
            </p:cNvPr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0" t="0" r="0" b="0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Shape 375">
              <a:extLst>
                <a:ext uri="{FF2B5EF4-FFF2-40B4-BE49-F238E27FC236}">
                  <a16:creationId xmlns:a16="http://schemas.microsoft.com/office/drawing/2014/main" id="{705A2D10-9FBB-4495-8730-68C39AF798BC}"/>
                </a:ext>
              </a:extLst>
            </p:cNvPr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0" t="0" r="0" b="0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Shape 376">
            <a:extLst>
              <a:ext uri="{FF2B5EF4-FFF2-40B4-BE49-F238E27FC236}">
                <a16:creationId xmlns:a16="http://schemas.microsoft.com/office/drawing/2014/main" id="{E3E62D8B-A438-4359-B082-4DDF7A1DCCB2}"/>
              </a:ext>
            </a:extLst>
          </p:cNvPr>
          <p:cNvGrpSpPr/>
          <p:nvPr userDrawn="1"/>
        </p:nvGrpSpPr>
        <p:grpSpPr>
          <a:xfrm>
            <a:off x="10411457" y="2673395"/>
            <a:ext cx="401719" cy="366502"/>
            <a:chOff x="6625350" y="1613750"/>
            <a:chExt cx="480525" cy="438400"/>
          </a:xfrm>
          <a:solidFill>
            <a:schemeClr val="bg1">
              <a:lumMod val="50000"/>
            </a:schemeClr>
          </a:solidFill>
        </p:grpSpPr>
        <p:sp>
          <p:nvSpPr>
            <p:cNvPr id="122" name="Shape 377">
              <a:extLst>
                <a:ext uri="{FF2B5EF4-FFF2-40B4-BE49-F238E27FC236}">
                  <a16:creationId xmlns:a16="http://schemas.microsoft.com/office/drawing/2014/main" id="{578A3323-A757-4AAE-9B63-0447A2D3E219}"/>
                </a:ext>
              </a:extLst>
            </p:cNvPr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0" t="0" r="0" b="0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Shape 378">
              <a:extLst>
                <a:ext uri="{FF2B5EF4-FFF2-40B4-BE49-F238E27FC236}">
                  <a16:creationId xmlns:a16="http://schemas.microsoft.com/office/drawing/2014/main" id="{E945EB49-DA09-4DDB-B867-1AB5CD761941}"/>
                </a:ext>
              </a:extLst>
            </p:cNvPr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0" t="0" r="0" b="0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Shape 379">
              <a:extLst>
                <a:ext uri="{FF2B5EF4-FFF2-40B4-BE49-F238E27FC236}">
                  <a16:creationId xmlns:a16="http://schemas.microsoft.com/office/drawing/2014/main" id="{912BF9FF-7FD6-4599-93F1-44898C108405}"/>
                </a:ext>
              </a:extLst>
            </p:cNvPr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0" t="0" r="0" b="0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Shape 380">
              <a:extLst>
                <a:ext uri="{FF2B5EF4-FFF2-40B4-BE49-F238E27FC236}">
                  <a16:creationId xmlns:a16="http://schemas.microsoft.com/office/drawing/2014/main" id="{45EAA6BF-B7EA-41BA-9D38-BD180847BF91}"/>
                </a:ext>
              </a:extLst>
            </p:cNvPr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0" t="0" r="0" b="0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Shape 381">
              <a:extLst>
                <a:ext uri="{FF2B5EF4-FFF2-40B4-BE49-F238E27FC236}">
                  <a16:creationId xmlns:a16="http://schemas.microsoft.com/office/drawing/2014/main" id="{F16FE29A-2516-4241-A57F-390CE0EB091F}"/>
                </a:ext>
              </a:extLst>
            </p:cNvPr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0" t="0" r="0" b="0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Shape 382">
            <a:extLst>
              <a:ext uri="{FF2B5EF4-FFF2-40B4-BE49-F238E27FC236}">
                <a16:creationId xmlns:a16="http://schemas.microsoft.com/office/drawing/2014/main" id="{E83863F9-6EE6-489B-8AC1-971BF1062B37}"/>
              </a:ext>
            </a:extLst>
          </p:cNvPr>
          <p:cNvGrpSpPr/>
          <p:nvPr userDrawn="1"/>
        </p:nvGrpSpPr>
        <p:grpSpPr>
          <a:xfrm>
            <a:off x="5383606" y="3269589"/>
            <a:ext cx="303217" cy="325685"/>
            <a:chOff x="611175" y="2326900"/>
            <a:chExt cx="362700" cy="389575"/>
          </a:xfrm>
          <a:solidFill>
            <a:schemeClr val="bg1">
              <a:lumMod val="50000"/>
            </a:schemeClr>
          </a:solidFill>
        </p:grpSpPr>
        <p:sp>
          <p:nvSpPr>
            <p:cNvPr id="128" name="Shape 383">
              <a:extLst>
                <a:ext uri="{FF2B5EF4-FFF2-40B4-BE49-F238E27FC236}">
                  <a16:creationId xmlns:a16="http://schemas.microsoft.com/office/drawing/2014/main" id="{F07C357C-E925-4B26-A698-F844C3AEC41C}"/>
                </a:ext>
              </a:extLst>
            </p:cNvPr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0" t="0" r="0" b="0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Shape 384">
              <a:extLst>
                <a:ext uri="{FF2B5EF4-FFF2-40B4-BE49-F238E27FC236}">
                  <a16:creationId xmlns:a16="http://schemas.microsoft.com/office/drawing/2014/main" id="{EE331BC6-12C1-4F04-A8FF-5FD5439816F1}"/>
                </a:ext>
              </a:extLst>
            </p:cNvPr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0" t="0" r="0" b="0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Shape 385">
              <a:extLst>
                <a:ext uri="{FF2B5EF4-FFF2-40B4-BE49-F238E27FC236}">
                  <a16:creationId xmlns:a16="http://schemas.microsoft.com/office/drawing/2014/main" id="{A0E99035-A99C-4D25-84A5-11038DE9B7C6}"/>
                </a:ext>
              </a:extLst>
            </p:cNvPr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0" t="0" r="0" b="0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Shape 386">
              <a:extLst>
                <a:ext uri="{FF2B5EF4-FFF2-40B4-BE49-F238E27FC236}">
                  <a16:creationId xmlns:a16="http://schemas.microsoft.com/office/drawing/2014/main" id="{DAB9BC4D-9B2F-46DA-97C5-2A66615C0746}"/>
                </a:ext>
              </a:extLst>
            </p:cNvPr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0" t="0" r="0" b="0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Shape 387">
            <a:extLst>
              <a:ext uri="{FF2B5EF4-FFF2-40B4-BE49-F238E27FC236}">
                <a16:creationId xmlns:a16="http://schemas.microsoft.com/office/drawing/2014/main" id="{48648D64-2DCD-4892-AECD-8DFE1900FF49}"/>
              </a:ext>
            </a:extLst>
          </p:cNvPr>
          <p:cNvSpPr/>
          <p:nvPr userDrawn="1"/>
        </p:nvSpPr>
        <p:spPr>
          <a:xfrm>
            <a:off x="5939002" y="3272716"/>
            <a:ext cx="319561" cy="319561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388">
            <a:extLst>
              <a:ext uri="{FF2B5EF4-FFF2-40B4-BE49-F238E27FC236}">
                <a16:creationId xmlns:a16="http://schemas.microsoft.com/office/drawing/2014/main" id="{3A12AFB6-839A-4ADA-9767-50674D7040A5}"/>
              </a:ext>
            </a:extLst>
          </p:cNvPr>
          <p:cNvSpPr/>
          <p:nvPr userDrawn="1"/>
        </p:nvSpPr>
        <p:spPr>
          <a:xfrm>
            <a:off x="6502550" y="3272716"/>
            <a:ext cx="319561" cy="319561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Shape 389">
            <a:extLst>
              <a:ext uri="{FF2B5EF4-FFF2-40B4-BE49-F238E27FC236}">
                <a16:creationId xmlns:a16="http://schemas.microsoft.com/office/drawing/2014/main" id="{E08B6FFD-A675-47C9-A98B-77772AC0DDFC}"/>
              </a:ext>
            </a:extLst>
          </p:cNvPr>
          <p:cNvSpPr/>
          <p:nvPr userDrawn="1"/>
        </p:nvSpPr>
        <p:spPr>
          <a:xfrm>
            <a:off x="7066099" y="3272716"/>
            <a:ext cx="319561" cy="319561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Shape 390">
            <a:extLst>
              <a:ext uri="{FF2B5EF4-FFF2-40B4-BE49-F238E27FC236}">
                <a16:creationId xmlns:a16="http://schemas.microsoft.com/office/drawing/2014/main" id="{FF6836A9-D868-4937-BB3B-212486783C04}"/>
              </a:ext>
            </a:extLst>
          </p:cNvPr>
          <p:cNvGrpSpPr/>
          <p:nvPr userDrawn="1"/>
        </p:nvGrpSpPr>
        <p:grpSpPr>
          <a:xfrm>
            <a:off x="7704071" y="3217527"/>
            <a:ext cx="170502" cy="425733"/>
            <a:chOff x="3386850" y="2264625"/>
            <a:chExt cx="203950" cy="509250"/>
          </a:xfrm>
          <a:solidFill>
            <a:schemeClr val="bg1">
              <a:lumMod val="50000"/>
            </a:schemeClr>
          </a:solidFill>
        </p:grpSpPr>
        <p:sp>
          <p:nvSpPr>
            <p:cNvPr id="136" name="Shape 391">
              <a:extLst>
                <a:ext uri="{FF2B5EF4-FFF2-40B4-BE49-F238E27FC236}">
                  <a16:creationId xmlns:a16="http://schemas.microsoft.com/office/drawing/2014/main" id="{C6F68E78-FC96-4555-913D-1872000121D6}"/>
                </a:ext>
              </a:extLst>
            </p:cNvPr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0" t="0" r="0" b="0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Shape 392">
              <a:extLst>
                <a:ext uri="{FF2B5EF4-FFF2-40B4-BE49-F238E27FC236}">
                  <a16:creationId xmlns:a16="http://schemas.microsoft.com/office/drawing/2014/main" id="{0B25BA8A-57CD-4019-8FB1-D4F163AD63A2}"/>
                </a:ext>
              </a:extLst>
            </p:cNvPr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0" t="0" r="0" b="0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Shape 393">
            <a:extLst>
              <a:ext uri="{FF2B5EF4-FFF2-40B4-BE49-F238E27FC236}">
                <a16:creationId xmlns:a16="http://schemas.microsoft.com/office/drawing/2014/main" id="{4DCB0CC5-17F3-4C6F-AD9E-BAF2EA94497E}"/>
              </a:ext>
            </a:extLst>
          </p:cNvPr>
          <p:cNvGrpSpPr/>
          <p:nvPr userDrawn="1"/>
        </p:nvGrpSpPr>
        <p:grpSpPr>
          <a:xfrm>
            <a:off x="8846444" y="3271637"/>
            <a:ext cx="139863" cy="317513"/>
            <a:chOff x="4753325" y="2329350"/>
            <a:chExt cx="167300" cy="379800"/>
          </a:xfrm>
          <a:solidFill>
            <a:schemeClr val="bg1">
              <a:lumMod val="50000"/>
            </a:schemeClr>
          </a:solidFill>
        </p:grpSpPr>
        <p:sp>
          <p:nvSpPr>
            <p:cNvPr id="139" name="Shape 394">
              <a:extLst>
                <a:ext uri="{FF2B5EF4-FFF2-40B4-BE49-F238E27FC236}">
                  <a16:creationId xmlns:a16="http://schemas.microsoft.com/office/drawing/2014/main" id="{85846C05-D281-495D-ADEF-CC75E7DB3A08}"/>
                </a:ext>
              </a:extLst>
            </p:cNvPr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0" t="0" r="0" b="0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Shape 395">
              <a:extLst>
                <a:ext uri="{FF2B5EF4-FFF2-40B4-BE49-F238E27FC236}">
                  <a16:creationId xmlns:a16="http://schemas.microsoft.com/office/drawing/2014/main" id="{41CC81D3-36B8-4CCD-BFF5-9EC5331D79D6}"/>
                </a:ext>
              </a:extLst>
            </p:cNvPr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0" t="0" r="0" b="0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Shape 396">
            <a:extLst>
              <a:ext uri="{FF2B5EF4-FFF2-40B4-BE49-F238E27FC236}">
                <a16:creationId xmlns:a16="http://schemas.microsoft.com/office/drawing/2014/main" id="{372B5BBF-0DDC-41BF-B244-885B34D764EF}"/>
              </a:ext>
            </a:extLst>
          </p:cNvPr>
          <p:cNvGrpSpPr/>
          <p:nvPr userDrawn="1"/>
        </p:nvGrpSpPr>
        <p:grpSpPr>
          <a:xfrm>
            <a:off x="8280347" y="3219554"/>
            <a:ext cx="145004" cy="421658"/>
            <a:chOff x="4076175" y="2267050"/>
            <a:chExt cx="173450" cy="504375"/>
          </a:xfrm>
          <a:solidFill>
            <a:schemeClr val="bg1">
              <a:lumMod val="50000"/>
            </a:schemeClr>
          </a:solidFill>
        </p:grpSpPr>
        <p:sp>
          <p:nvSpPr>
            <p:cNvPr id="142" name="Shape 397">
              <a:extLst>
                <a:ext uri="{FF2B5EF4-FFF2-40B4-BE49-F238E27FC236}">
                  <a16:creationId xmlns:a16="http://schemas.microsoft.com/office/drawing/2014/main" id="{10206603-B91B-4480-9908-A4A13E5AA4EC}"/>
                </a:ext>
              </a:extLst>
            </p:cNvPr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0" t="0" r="0" b="0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Shape 398">
              <a:extLst>
                <a:ext uri="{FF2B5EF4-FFF2-40B4-BE49-F238E27FC236}">
                  <a16:creationId xmlns:a16="http://schemas.microsoft.com/office/drawing/2014/main" id="{91BC5A43-53DE-4588-AC24-3B01F897D893}"/>
                </a:ext>
              </a:extLst>
            </p:cNvPr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0" t="0" r="0" b="0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" name="Shape 399">
            <a:extLst>
              <a:ext uri="{FF2B5EF4-FFF2-40B4-BE49-F238E27FC236}">
                <a16:creationId xmlns:a16="http://schemas.microsoft.com/office/drawing/2014/main" id="{F8980570-A725-416A-AEBF-F623A80775FE}"/>
              </a:ext>
            </a:extLst>
          </p:cNvPr>
          <p:cNvSpPr/>
          <p:nvPr userDrawn="1"/>
        </p:nvSpPr>
        <p:spPr>
          <a:xfrm>
            <a:off x="9320292" y="3264042"/>
            <a:ext cx="319561" cy="336908"/>
          </a:xfrm>
          <a:custGeom>
            <a:avLst/>
            <a:gdLst/>
            <a:ahLst/>
            <a:cxnLst/>
            <a:rect l="0" t="0" r="0" b="0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Shape 400">
            <a:extLst>
              <a:ext uri="{FF2B5EF4-FFF2-40B4-BE49-F238E27FC236}">
                <a16:creationId xmlns:a16="http://schemas.microsoft.com/office/drawing/2014/main" id="{A22B6767-2E0C-465D-874A-B82DB7A19202}"/>
              </a:ext>
            </a:extLst>
          </p:cNvPr>
          <p:cNvGrpSpPr/>
          <p:nvPr userDrawn="1"/>
        </p:nvGrpSpPr>
        <p:grpSpPr>
          <a:xfrm>
            <a:off x="9867827" y="3270091"/>
            <a:ext cx="351204" cy="324661"/>
            <a:chOff x="5975075" y="2327500"/>
            <a:chExt cx="420100" cy="388350"/>
          </a:xfrm>
          <a:solidFill>
            <a:schemeClr val="bg1">
              <a:lumMod val="50000"/>
            </a:schemeClr>
          </a:solidFill>
        </p:grpSpPr>
        <p:sp>
          <p:nvSpPr>
            <p:cNvPr id="146" name="Shape 401">
              <a:extLst>
                <a:ext uri="{FF2B5EF4-FFF2-40B4-BE49-F238E27FC236}">
                  <a16:creationId xmlns:a16="http://schemas.microsoft.com/office/drawing/2014/main" id="{E538F245-81AA-4FD3-875A-2D6A818C9231}"/>
                </a:ext>
              </a:extLst>
            </p:cNvPr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0" t="0" r="0" b="0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Shape 402">
              <a:extLst>
                <a:ext uri="{FF2B5EF4-FFF2-40B4-BE49-F238E27FC236}">
                  <a16:creationId xmlns:a16="http://schemas.microsoft.com/office/drawing/2014/main" id="{D114FC99-E366-4692-BE3D-24199A968DB2}"/>
                </a:ext>
              </a:extLst>
            </p:cNvPr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0" t="0" r="0" b="0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" name="Shape 403">
            <a:extLst>
              <a:ext uri="{FF2B5EF4-FFF2-40B4-BE49-F238E27FC236}">
                <a16:creationId xmlns:a16="http://schemas.microsoft.com/office/drawing/2014/main" id="{A8B6F465-5E3D-4B2F-B3F8-8FD93A106C56}"/>
              </a:ext>
            </a:extLst>
          </p:cNvPr>
          <p:cNvGrpSpPr/>
          <p:nvPr userDrawn="1"/>
        </p:nvGrpSpPr>
        <p:grpSpPr>
          <a:xfrm>
            <a:off x="10499237" y="3260393"/>
            <a:ext cx="215437" cy="351204"/>
            <a:chOff x="6730350" y="2315900"/>
            <a:chExt cx="257700" cy="420100"/>
          </a:xfrm>
          <a:solidFill>
            <a:schemeClr val="bg1">
              <a:lumMod val="50000"/>
            </a:schemeClr>
          </a:solidFill>
        </p:grpSpPr>
        <p:sp>
          <p:nvSpPr>
            <p:cNvPr id="149" name="Shape 404">
              <a:extLst>
                <a:ext uri="{FF2B5EF4-FFF2-40B4-BE49-F238E27FC236}">
                  <a16:creationId xmlns:a16="http://schemas.microsoft.com/office/drawing/2014/main" id="{5355C3AA-2743-4293-919E-5779D6423980}"/>
                </a:ext>
              </a:extLst>
            </p:cNvPr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Shape 405">
              <a:extLst>
                <a:ext uri="{FF2B5EF4-FFF2-40B4-BE49-F238E27FC236}">
                  <a16:creationId xmlns:a16="http://schemas.microsoft.com/office/drawing/2014/main" id="{9F4A3744-5F79-40CD-B8A6-A99D33F60F4C}"/>
                </a:ext>
              </a:extLst>
            </p:cNvPr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Shape 406">
              <a:extLst>
                <a:ext uri="{FF2B5EF4-FFF2-40B4-BE49-F238E27FC236}">
                  <a16:creationId xmlns:a16="http://schemas.microsoft.com/office/drawing/2014/main" id="{09C7AA60-DC3E-4BAD-995F-580F65139C77}"/>
                </a:ext>
              </a:extLst>
            </p:cNvPr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0" t="0" r="0" b="0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Shape 407">
              <a:extLst>
                <a:ext uri="{FF2B5EF4-FFF2-40B4-BE49-F238E27FC236}">
                  <a16:creationId xmlns:a16="http://schemas.microsoft.com/office/drawing/2014/main" id="{CC95D045-35E8-4876-8207-33B0015B9446}"/>
                </a:ext>
              </a:extLst>
            </p:cNvPr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0" t="0" r="0" b="0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Shape 408">
              <a:extLst>
                <a:ext uri="{FF2B5EF4-FFF2-40B4-BE49-F238E27FC236}">
                  <a16:creationId xmlns:a16="http://schemas.microsoft.com/office/drawing/2014/main" id="{CBE7D3D2-858B-46FF-924F-39124AF3C4DF}"/>
                </a:ext>
              </a:extLst>
            </p:cNvPr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0" t="0" r="0" b="0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Shape 409">
            <a:extLst>
              <a:ext uri="{FF2B5EF4-FFF2-40B4-BE49-F238E27FC236}">
                <a16:creationId xmlns:a16="http://schemas.microsoft.com/office/drawing/2014/main" id="{F90E347A-07CE-4B3B-A040-57145D5902B8}"/>
              </a:ext>
            </a:extLst>
          </p:cNvPr>
          <p:cNvGrpSpPr/>
          <p:nvPr userDrawn="1"/>
        </p:nvGrpSpPr>
        <p:grpSpPr>
          <a:xfrm>
            <a:off x="5480582" y="3796875"/>
            <a:ext cx="109265" cy="398166"/>
            <a:chOff x="727175" y="2957625"/>
            <a:chExt cx="130700" cy="476275"/>
          </a:xfrm>
          <a:solidFill>
            <a:schemeClr val="bg1">
              <a:lumMod val="50000"/>
            </a:schemeClr>
          </a:solidFill>
        </p:grpSpPr>
        <p:sp>
          <p:nvSpPr>
            <p:cNvPr id="155" name="Shape 410">
              <a:extLst>
                <a:ext uri="{FF2B5EF4-FFF2-40B4-BE49-F238E27FC236}">
                  <a16:creationId xmlns:a16="http://schemas.microsoft.com/office/drawing/2014/main" id="{5B3B3879-A644-4BD7-AE4D-4F4BB79C4547}"/>
                </a:ext>
              </a:extLst>
            </p:cNvPr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0" t="0" r="0" b="0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Shape 411">
              <a:extLst>
                <a:ext uri="{FF2B5EF4-FFF2-40B4-BE49-F238E27FC236}">
                  <a16:creationId xmlns:a16="http://schemas.microsoft.com/office/drawing/2014/main" id="{DC5C81C9-437D-4AA7-AF14-8E8389E53DCB}"/>
                </a:ext>
              </a:extLst>
            </p:cNvPr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0" t="0" r="0" b="0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Shape 412">
            <a:extLst>
              <a:ext uri="{FF2B5EF4-FFF2-40B4-BE49-F238E27FC236}">
                <a16:creationId xmlns:a16="http://schemas.microsoft.com/office/drawing/2014/main" id="{7BD194C7-7CDB-4F3A-8865-E0E03A4FB67E}"/>
              </a:ext>
            </a:extLst>
          </p:cNvPr>
          <p:cNvSpPr/>
          <p:nvPr userDrawn="1"/>
        </p:nvSpPr>
        <p:spPr>
          <a:xfrm>
            <a:off x="6494901" y="3781149"/>
            <a:ext cx="334860" cy="429809"/>
          </a:xfrm>
          <a:custGeom>
            <a:avLst/>
            <a:gdLst/>
            <a:ahLst/>
            <a:cxnLst/>
            <a:rect l="0" t="0" r="0" b="0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Shape 413">
            <a:extLst>
              <a:ext uri="{FF2B5EF4-FFF2-40B4-BE49-F238E27FC236}">
                <a16:creationId xmlns:a16="http://schemas.microsoft.com/office/drawing/2014/main" id="{EDF44DDF-2AC0-4E53-8EA7-902F0062E0A7}"/>
              </a:ext>
            </a:extLst>
          </p:cNvPr>
          <p:cNvSpPr/>
          <p:nvPr userDrawn="1"/>
        </p:nvSpPr>
        <p:spPr>
          <a:xfrm>
            <a:off x="5974742" y="3781149"/>
            <a:ext cx="248083" cy="429809"/>
          </a:xfrm>
          <a:custGeom>
            <a:avLst/>
            <a:gdLst/>
            <a:ahLst/>
            <a:cxnLst/>
            <a:rect l="0" t="0" r="0" b="0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" name="Shape 414">
            <a:extLst>
              <a:ext uri="{FF2B5EF4-FFF2-40B4-BE49-F238E27FC236}">
                <a16:creationId xmlns:a16="http://schemas.microsoft.com/office/drawing/2014/main" id="{4433E834-F717-4616-9C55-540C2941C688}"/>
              </a:ext>
            </a:extLst>
          </p:cNvPr>
          <p:cNvGrpSpPr/>
          <p:nvPr userDrawn="1"/>
        </p:nvGrpSpPr>
        <p:grpSpPr>
          <a:xfrm>
            <a:off x="7032324" y="3809624"/>
            <a:ext cx="386943" cy="372647"/>
            <a:chOff x="2583325" y="2972875"/>
            <a:chExt cx="462850" cy="445750"/>
          </a:xfrm>
          <a:solidFill>
            <a:schemeClr val="bg1">
              <a:lumMod val="50000"/>
            </a:schemeClr>
          </a:solidFill>
        </p:grpSpPr>
        <p:sp>
          <p:nvSpPr>
            <p:cNvPr id="160" name="Shape 415">
              <a:extLst>
                <a:ext uri="{FF2B5EF4-FFF2-40B4-BE49-F238E27FC236}">
                  <a16:creationId xmlns:a16="http://schemas.microsoft.com/office/drawing/2014/main" id="{18965A0B-6C55-4430-85A3-B053773A340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0" t="0" r="0" b="0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Shape 416">
              <a:extLst>
                <a:ext uri="{FF2B5EF4-FFF2-40B4-BE49-F238E27FC236}">
                  <a16:creationId xmlns:a16="http://schemas.microsoft.com/office/drawing/2014/main" id="{2D3766CB-00A7-4A49-9D09-1E2BC4757286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0" t="0" r="0" b="0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" name="Shape 417">
            <a:extLst>
              <a:ext uri="{FF2B5EF4-FFF2-40B4-BE49-F238E27FC236}">
                <a16:creationId xmlns:a16="http://schemas.microsoft.com/office/drawing/2014/main" id="{994F2156-E9F2-45BE-AFBF-A7E7A4AA0BC1}"/>
              </a:ext>
            </a:extLst>
          </p:cNvPr>
          <p:cNvGrpSpPr/>
          <p:nvPr userDrawn="1"/>
        </p:nvGrpSpPr>
        <p:grpSpPr>
          <a:xfrm>
            <a:off x="7582579" y="3865281"/>
            <a:ext cx="413486" cy="261355"/>
            <a:chOff x="3241525" y="3039450"/>
            <a:chExt cx="494600" cy="312625"/>
          </a:xfrm>
          <a:solidFill>
            <a:schemeClr val="bg1">
              <a:lumMod val="50000"/>
            </a:schemeClr>
          </a:solidFill>
        </p:grpSpPr>
        <p:sp>
          <p:nvSpPr>
            <p:cNvPr id="163" name="Shape 418">
              <a:extLst>
                <a:ext uri="{FF2B5EF4-FFF2-40B4-BE49-F238E27FC236}">
                  <a16:creationId xmlns:a16="http://schemas.microsoft.com/office/drawing/2014/main" id="{5177A4D9-0DBA-44DC-80B9-6D52D9483419}"/>
                </a:ext>
              </a:extLst>
            </p:cNvPr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0" t="0" r="0" b="0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Shape 419">
              <a:extLst>
                <a:ext uri="{FF2B5EF4-FFF2-40B4-BE49-F238E27FC236}">
                  <a16:creationId xmlns:a16="http://schemas.microsoft.com/office/drawing/2014/main" id="{2EC9B4AE-DE1F-4F19-9EC2-0454D69617C6}"/>
                </a:ext>
              </a:extLst>
            </p:cNvPr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0" t="0" r="0" b="0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Shape 420">
            <a:extLst>
              <a:ext uri="{FF2B5EF4-FFF2-40B4-BE49-F238E27FC236}">
                <a16:creationId xmlns:a16="http://schemas.microsoft.com/office/drawing/2014/main" id="{C3613A91-6D99-417B-9D31-E58F3BF56696}"/>
              </a:ext>
            </a:extLst>
          </p:cNvPr>
          <p:cNvSpPr/>
          <p:nvPr userDrawn="1"/>
        </p:nvSpPr>
        <p:spPr>
          <a:xfrm>
            <a:off x="8738873" y="3818415"/>
            <a:ext cx="355300" cy="355279"/>
          </a:xfrm>
          <a:custGeom>
            <a:avLst/>
            <a:gdLst/>
            <a:ahLst/>
            <a:cxnLst/>
            <a:rect l="0" t="0" r="0" b="0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Shape 421">
            <a:extLst>
              <a:ext uri="{FF2B5EF4-FFF2-40B4-BE49-F238E27FC236}">
                <a16:creationId xmlns:a16="http://schemas.microsoft.com/office/drawing/2014/main" id="{BED523E8-1194-4CDA-B1BE-D23A5E120EE7}"/>
              </a:ext>
            </a:extLst>
          </p:cNvPr>
          <p:cNvGrpSpPr/>
          <p:nvPr userDrawn="1"/>
        </p:nvGrpSpPr>
        <p:grpSpPr>
          <a:xfrm>
            <a:off x="9266011" y="3837714"/>
            <a:ext cx="427781" cy="316489"/>
            <a:chOff x="5255200" y="3006475"/>
            <a:chExt cx="511700" cy="378575"/>
          </a:xfrm>
          <a:solidFill>
            <a:schemeClr val="bg1">
              <a:lumMod val="50000"/>
            </a:schemeClr>
          </a:solidFill>
        </p:grpSpPr>
        <p:sp>
          <p:nvSpPr>
            <p:cNvPr id="167" name="Shape 422">
              <a:extLst>
                <a:ext uri="{FF2B5EF4-FFF2-40B4-BE49-F238E27FC236}">
                  <a16:creationId xmlns:a16="http://schemas.microsoft.com/office/drawing/2014/main" id="{FBE2227A-1262-4D3E-8CBC-BDDA98CEB52C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0" t="0" r="0" b="0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Shape 423">
              <a:extLst>
                <a:ext uri="{FF2B5EF4-FFF2-40B4-BE49-F238E27FC236}">
                  <a16:creationId xmlns:a16="http://schemas.microsoft.com/office/drawing/2014/main" id="{55E03ADC-1F2F-4B5B-964E-4F4EA0541B48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0" t="0" r="0" b="0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" name="Shape 424">
            <a:extLst>
              <a:ext uri="{FF2B5EF4-FFF2-40B4-BE49-F238E27FC236}">
                <a16:creationId xmlns:a16="http://schemas.microsoft.com/office/drawing/2014/main" id="{E1DD8DEA-AA0C-4E85-96B3-31293A12E7D6}"/>
              </a:ext>
            </a:extLst>
          </p:cNvPr>
          <p:cNvGrpSpPr/>
          <p:nvPr userDrawn="1"/>
        </p:nvGrpSpPr>
        <p:grpSpPr>
          <a:xfrm>
            <a:off x="8179797" y="3819343"/>
            <a:ext cx="346104" cy="353231"/>
            <a:chOff x="3955900" y="2984500"/>
            <a:chExt cx="414000" cy="422525"/>
          </a:xfrm>
          <a:solidFill>
            <a:schemeClr val="bg1">
              <a:lumMod val="50000"/>
            </a:schemeClr>
          </a:solidFill>
        </p:grpSpPr>
        <p:sp>
          <p:nvSpPr>
            <p:cNvPr id="170" name="Shape 425">
              <a:extLst>
                <a:ext uri="{FF2B5EF4-FFF2-40B4-BE49-F238E27FC236}">
                  <a16:creationId xmlns:a16="http://schemas.microsoft.com/office/drawing/2014/main" id="{0C31B8FC-86D6-4B4F-BE33-1C47908B5916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0" t="0" r="0" b="0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Shape 426">
              <a:extLst>
                <a:ext uri="{FF2B5EF4-FFF2-40B4-BE49-F238E27FC236}">
                  <a16:creationId xmlns:a16="http://schemas.microsoft.com/office/drawing/2014/main" id="{1830866B-747A-405F-B3F6-874EA7377189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0" t="0" r="0" b="0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Shape 427">
              <a:extLst>
                <a:ext uri="{FF2B5EF4-FFF2-40B4-BE49-F238E27FC236}">
                  <a16:creationId xmlns:a16="http://schemas.microsoft.com/office/drawing/2014/main" id="{308CB2C6-A923-4621-B44F-189E046EF64C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0" t="0" r="0" b="0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Shape 428">
            <a:extLst>
              <a:ext uri="{FF2B5EF4-FFF2-40B4-BE49-F238E27FC236}">
                <a16:creationId xmlns:a16="http://schemas.microsoft.com/office/drawing/2014/main" id="{0DBEBA11-ADB9-4544-B739-32FF9429874B}"/>
              </a:ext>
            </a:extLst>
          </p:cNvPr>
          <p:cNvSpPr/>
          <p:nvPr userDrawn="1"/>
        </p:nvSpPr>
        <p:spPr>
          <a:xfrm>
            <a:off x="5343810" y="4407484"/>
            <a:ext cx="386922" cy="304241"/>
          </a:xfrm>
          <a:custGeom>
            <a:avLst/>
            <a:gdLst/>
            <a:ahLst/>
            <a:cxnLst/>
            <a:rect l="0" t="0" r="0" b="0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Shape 429">
            <a:extLst>
              <a:ext uri="{FF2B5EF4-FFF2-40B4-BE49-F238E27FC236}">
                <a16:creationId xmlns:a16="http://schemas.microsoft.com/office/drawing/2014/main" id="{F652AB60-6C44-43C5-87BD-A3A3210F9474}"/>
              </a:ext>
            </a:extLst>
          </p:cNvPr>
          <p:cNvSpPr/>
          <p:nvPr userDrawn="1"/>
        </p:nvSpPr>
        <p:spPr>
          <a:xfrm>
            <a:off x="9908858" y="3802071"/>
            <a:ext cx="269526" cy="387967"/>
          </a:xfrm>
          <a:custGeom>
            <a:avLst/>
            <a:gdLst/>
            <a:ahLst/>
            <a:cxnLst/>
            <a:rect l="0" t="0" r="0" b="0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" name="Shape 430">
            <a:extLst>
              <a:ext uri="{FF2B5EF4-FFF2-40B4-BE49-F238E27FC236}">
                <a16:creationId xmlns:a16="http://schemas.microsoft.com/office/drawing/2014/main" id="{51989C36-BE03-48B0-B7D4-FFCB67838320}"/>
              </a:ext>
            </a:extLst>
          </p:cNvPr>
          <p:cNvGrpSpPr/>
          <p:nvPr userDrawn="1"/>
        </p:nvGrpSpPr>
        <p:grpSpPr>
          <a:xfrm>
            <a:off x="10474742" y="3814222"/>
            <a:ext cx="264427" cy="375719"/>
            <a:chOff x="6701050" y="2978375"/>
            <a:chExt cx="316300" cy="449425"/>
          </a:xfrm>
          <a:solidFill>
            <a:schemeClr val="bg1">
              <a:lumMod val="50000"/>
            </a:schemeClr>
          </a:solidFill>
        </p:grpSpPr>
        <p:sp>
          <p:nvSpPr>
            <p:cNvPr id="176" name="Shape 431">
              <a:extLst>
                <a:ext uri="{FF2B5EF4-FFF2-40B4-BE49-F238E27FC236}">
                  <a16:creationId xmlns:a16="http://schemas.microsoft.com/office/drawing/2014/main" id="{63E4EFB0-0A07-4218-8585-A09A5531E425}"/>
                </a:ext>
              </a:extLst>
            </p:cNvPr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0" t="0" r="0" b="0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Shape 432">
              <a:extLst>
                <a:ext uri="{FF2B5EF4-FFF2-40B4-BE49-F238E27FC236}">
                  <a16:creationId xmlns:a16="http://schemas.microsoft.com/office/drawing/2014/main" id="{DBED96F4-1194-431C-9600-9C25280FBBD5}"/>
                </a:ext>
              </a:extLst>
            </p:cNvPr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0" t="0" r="0" b="0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Shape 433">
            <a:extLst>
              <a:ext uri="{FF2B5EF4-FFF2-40B4-BE49-F238E27FC236}">
                <a16:creationId xmlns:a16="http://schemas.microsoft.com/office/drawing/2014/main" id="{040A3850-62A3-4ECF-98E4-0F531D4A6D88}"/>
              </a:ext>
            </a:extLst>
          </p:cNvPr>
          <p:cNvGrpSpPr/>
          <p:nvPr userDrawn="1"/>
        </p:nvGrpSpPr>
        <p:grpSpPr>
          <a:xfrm>
            <a:off x="5910370" y="4432883"/>
            <a:ext cx="376743" cy="253204"/>
            <a:chOff x="1241275" y="3718400"/>
            <a:chExt cx="450650" cy="302875"/>
          </a:xfrm>
          <a:solidFill>
            <a:schemeClr val="bg1">
              <a:lumMod val="50000"/>
            </a:schemeClr>
          </a:solidFill>
        </p:grpSpPr>
        <p:sp>
          <p:nvSpPr>
            <p:cNvPr id="179" name="Shape 434">
              <a:extLst>
                <a:ext uri="{FF2B5EF4-FFF2-40B4-BE49-F238E27FC236}">
                  <a16:creationId xmlns:a16="http://schemas.microsoft.com/office/drawing/2014/main" id="{849B60BD-96C0-4350-8137-9F80469669CD}"/>
                </a:ext>
              </a:extLst>
            </p:cNvPr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0" t="0" r="0" b="0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Shape 435">
              <a:extLst>
                <a:ext uri="{FF2B5EF4-FFF2-40B4-BE49-F238E27FC236}">
                  <a16:creationId xmlns:a16="http://schemas.microsoft.com/office/drawing/2014/main" id="{64BA8215-58CB-4E4A-BFBF-4494142F9DD9}"/>
                </a:ext>
              </a:extLst>
            </p:cNvPr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0" t="0" r="0" b="0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Shape 436">
              <a:extLst>
                <a:ext uri="{FF2B5EF4-FFF2-40B4-BE49-F238E27FC236}">
                  <a16:creationId xmlns:a16="http://schemas.microsoft.com/office/drawing/2014/main" id="{7F6CE63D-C262-4FE4-AB7A-7361A809A2A6}"/>
                </a:ext>
              </a:extLst>
            </p:cNvPr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0" t="0" r="0" b="0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Shape 437">
              <a:extLst>
                <a:ext uri="{FF2B5EF4-FFF2-40B4-BE49-F238E27FC236}">
                  <a16:creationId xmlns:a16="http://schemas.microsoft.com/office/drawing/2014/main" id="{04282B9E-3F59-4422-B8EC-29FA4851A594}"/>
                </a:ext>
              </a:extLst>
            </p:cNvPr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0" t="0" r="0" b="0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Shape 438">
            <a:extLst>
              <a:ext uri="{FF2B5EF4-FFF2-40B4-BE49-F238E27FC236}">
                <a16:creationId xmlns:a16="http://schemas.microsoft.com/office/drawing/2014/main" id="{E566DEF6-C739-4E33-93F7-8117CCE15B72}"/>
              </a:ext>
            </a:extLst>
          </p:cNvPr>
          <p:cNvGrpSpPr/>
          <p:nvPr userDrawn="1"/>
        </p:nvGrpSpPr>
        <p:grpSpPr>
          <a:xfrm>
            <a:off x="6479017" y="4413488"/>
            <a:ext cx="366502" cy="292496"/>
            <a:chOff x="1921475" y="3695200"/>
            <a:chExt cx="438400" cy="349875"/>
          </a:xfrm>
          <a:solidFill>
            <a:schemeClr val="bg1">
              <a:lumMod val="50000"/>
            </a:schemeClr>
          </a:solidFill>
        </p:grpSpPr>
        <p:sp>
          <p:nvSpPr>
            <p:cNvPr id="184" name="Shape 439">
              <a:extLst>
                <a:ext uri="{FF2B5EF4-FFF2-40B4-BE49-F238E27FC236}">
                  <a16:creationId xmlns:a16="http://schemas.microsoft.com/office/drawing/2014/main" id="{CB4DEC77-9C9F-4D6F-AD46-28A420420E2E}"/>
                </a:ext>
              </a:extLst>
            </p:cNvPr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0" t="0" r="0" b="0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Shape 440">
              <a:extLst>
                <a:ext uri="{FF2B5EF4-FFF2-40B4-BE49-F238E27FC236}">
                  <a16:creationId xmlns:a16="http://schemas.microsoft.com/office/drawing/2014/main" id="{50DE9007-ECCE-4D9F-BC61-07C166D6CC79}"/>
                </a:ext>
              </a:extLst>
            </p:cNvPr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0" t="0" r="0" b="0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Shape 441">
              <a:extLst>
                <a:ext uri="{FF2B5EF4-FFF2-40B4-BE49-F238E27FC236}">
                  <a16:creationId xmlns:a16="http://schemas.microsoft.com/office/drawing/2014/main" id="{A75845AA-1196-4985-AE4E-E3F8D223EA00}"/>
                </a:ext>
              </a:extLst>
            </p:cNvPr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0" t="0" r="0" b="0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Shape 442">
            <a:extLst>
              <a:ext uri="{FF2B5EF4-FFF2-40B4-BE49-F238E27FC236}">
                <a16:creationId xmlns:a16="http://schemas.microsoft.com/office/drawing/2014/main" id="{5E258978-5EC0-4EFE-8648-C2F7F910F05D}"/>
              </a:ext>
            </a:extLst>
          </p:cNvPr>
          <p:cNvGrpSpPr/>
          <p:nvPr userDrawn="1"/>
        </p:nvGrpSpPr>
        <p:grpSpPr>
          <a:xfrm>
            <a:off x="7046118" y="4408890"/>
            <a:ext cx="359355" cy="301190"/>
            <a:chOff x="2599825" y="3689700"/>
            <a:chExt cx="429850" cy="360275"/>
          </a:xfrm>
          <a:solidFill>
            <a:schemeClr val="bg1">
              <a:lumMod val="50000"/>
            </a:schemeClr>
          </a:solidFill>
        </p:grpSpPr>
        <p:sp>
          <p:nvSpPr>
            <p:cNvPr id="188" name="Shape 443">
              <a:extLst>
                <a:ext uri="{FF2B5EF4-FFF2-40B4-BE49-F238E27FC236}">
                  <a16:creationId xmlns:a16="http://schemas.microsoft.com/office/drawing/2014/main" id="{F04865EE-02AF-457A-A487-53DF0245E1CC}"/>
                </a:ext>
              </a:extLst>
            </p:cNvPr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0" t="0" r="0" b="0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Shape 444">
              <a:extLst>
                <a:ext uri="{FF2B5EF4-FFF2-40B4-BE49-F238E27FC236}">
                  <a16:creationId xmlns:a16="http://schemas.microsoft.com/office/drawing/2014/main" id="{B80E3048-D7E4-466D-8F1D-0E8EDC9FCDD6}"/>
                </a:ext>
              </a:extLst>
            </p:cNvPr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0" t="0" r="0" b="0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" name="Shape 445">
            <a:extLst>
              <a:ext uri="{FF2B5EF4-FFF2-40B4-BE49-F238E27FC236}">
                <a16:creationId xmlns:a16="http://schemas.microsoft.com/office/drawing/2014/main" id="{8DDFA2D4-A3A2-4F4C-A9BC-AABA6AC01F88}"/>
              </a:ext>
            </a:extLst>
          </p:cNvPr>
          <p:cNvGrpSpPr/>
          <p:nvPr userDrawn="1"/>
        </p:nvGrpSpPr>
        <p:grpSpPr>
          <a:xfrm>
            <a:off x="7626992" y="4377749"/>
            <a:ext cx="324661" cy="338956"/>
            <a:chOff x="3294650" y="3652450"/>
            <a:chExt cx="388350" cy="405450"/>
          </a:xfrm>
          <a:solidFill>
            <a:schemeClr val="bg1">
              <a:lumMod val="50000"/>
            </a:schemeClr>
          </a:solidFill>
        </p:grpSpPr>
        <p:sp>
          <p:nvSpPr>
            <p:cNvPr id="191" name="Shape 446">
              <a:extLst>
                <a:ext uri="{FF2B5EF4-FFF2-40B4-BE49-F238E27FC236}">
                  <a16:creationId xmlns:a16="http://schemas.microsoft.com/office/drawing/2014/main" id="{EDD7052E-475F-418C-A2A9-33E91584A39B}"/>
                </a:ext>
              </a:extLst>
            </p:cNvPr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0" t="0" r="0" b="0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Shape 447">
              <a:extLst>
                <a:ext uri="{FF2B5EF4-FFF2-40B4-BE49-F238E27FC236}">
                  <a16:creationId xmlns:a16="http://schemas.microsoft.com/office/drawing/2014/main" id="{32380C5E-68BC-4B2B-9387-767B350C0299}"/>
                </a:ext>
              </a:extLst>
            </p:cNvPr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0" t="0" r="0" b="0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Shape 448">
              <a:extLst>
                <a:ext uri="{FF2B5EF4-FFF2-40B4-BE49-F238E27FC236}">
                  <a16:creationId xmlns:a16="http://schemas.microsoft.com/office/drawing/2014/main" id="{3238F05D-F2FD-44D4-816D-7C9229C15BF6}"/>
                </a:ext>
              </a:extLst>
            </p:cNvPr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0" t="0" r="0" b="0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Shape 449">
            <a:extLst>
              <a:ext uri="{FF2B5EF4-FFF2-40B4-BE49-F238E27FC236}">
                <a16:creationId xmlns:a16="http://schemas.microsoft.com/office/drawing/2014/main" id="{6400BF03-0FB0-4384-8A5B-00E7A11ACCD1}"/>
              </a:ext>
            </a:extLst>
          </p:cNvPr>
          <p:cNvGrpSpPr/>
          <p:nvPr userDrawn="1"/>
        </p:nvGrpSpPr>
        <p:grpSpPr>
          <a:xfrm>
            <a:off x="8163474" y="4420636"/>
            <a:ext cx="378750" cy="277698"/>
            <a:chOff x="3936375" y="3703750"/>
            <a:chExt cx="453050" cy="332175"/>
          </a:xfrm>
          <a:solidFill>
            <a:schemeClr val="bg1">
              <a:lumMod val="50000"/>
            </a:schemeClr>
          </a:solidFill>
        </p:grpSpPr>
        <p:sp>
          <p:nvSpPr>
            <p:cNvPr id="195" name="Shape 450">
              <a:extLst>
                <a:ext uri="{FF2B5EF4-FFF2-40B4-BE49-F238E27FC236}">
                  <a16:creationId xmlns:a16="http://schemas.microsoft.com/office/drawing/2014/main" id="{AE9DB444-B93E-4503-A796-A25F60C6E2C9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Shape 451">
              <a:extLst>
                <a:ext uri="{FF2B5EF4-FFF2-40B4-BE49-F238E27FC236}">
                  <a16:creationId xmlns:a16="http://schemas.microsoft.com/office/drawing/2014/main" id="{7DD26B4B-4545-4C91-BCF7-CF3254FCBE7D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Shape 452">
              <a:extLst>
                <a:ext uri="{FF2B5EF4-FFF2-40B4-BE49-F238E27FC236}">
                  <a16:creationId xmlns:a16="http://schemas.microsoft.com/office/drawing/2014/main" id="{2C282C0C-F298-406C-8E80-B9520B59AF96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Shape 453">
              <a:extLst>
                <a:ext uri="{FF2B5EF4-FFF2-40B4-BE49-F238E27FC236}">
                  <a16:creationId xmlns:a16="http://schemas.microsoft.com/office/drawing/2014/main" id="{A1AB1169-78B2-4506-AD8B-D92DE8EC65A0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0" t="0" r="0" b="0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Shape 454">
              <a:extLst>
                <a:ext uri="{FF2B5EF4-FFF2-40B4-BE49-F238E27FC236}">
                  <a16:creationId xmlns:a16="http://schemas.microsoft.com/office/drawing/2014/main" id="{816B73B3-CC9B-43B8-8234-47F88B5EDCEC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0" t="0" r="0" b="0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Shape 455">
            <a:extLst>
              <a:ext uri="{FF2B5EF4-FFF2-40B4-BE49-F238E27FC236}">
                <a16:creationId xmlns:a16="http://schemas.microsoft.com/office/drawing/2014/main" id="{C93B9DED-2985-4F27-A6CD-1758A3541E06}"/>
              </a:ext>
            </a:extLst>
          </p:cNvPr>
          <p:cNvGrpSpPr/>
          <p:nvPr userDrawn="1"/>
        </p:nvGrpSpPr>
        <p:grpSpPr>
          <a:xfrm>
            <a:off x="8727000" y="4420636"/>
            <a:ext cx="378750" cy="277698"/>
            <a:chOff x="4610450" y="3703750"/>
            <a:chExt cx="453050" cy="332175"/>
          </a:xfrm>
          <a:solidFill>
            <a:schemeClr val="bg1">
              <a:lumMod val="50000"/>
            </a:schemeClr>
          </a:solidFill>
        </p:grpSpPr>
        <p:sp>
          <p:nvSpPr>
            <p:cNvPr id="201" name="Shape 456">
              <a:extLst>
                <a:ext uri="{FF2B5EF4-FFF2-40B4-BE49-F238E27FC236}">
                  <a16:creationId xmlns:a16="http://schemas.microsoft.com/office/drawing/2014/main" id="{3D80BC48-26AA-404B-AE99-B261A7B1771A}"/>
                </a:ext>
              </a:extLst>
            </p:cNvPr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Shape 457">
              <a:extLst>
                <a:ext uri="{FF2B5EF4-FFF2-40B4-BE49-F238E27FC236}">
                  <a16:creationId xmlns:a16="http://schemas.microsoft.com/office/drawing/2014/main" id="{64A67962-13E4-4A51-8AB2-C110A7229EF2}"/>
                </a:ext>
              </a:extLst>
            </p:cNvPr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0" t="0" r="0" b="0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Shape 458">
            <a:extLst>
              <a:ext uri="{FF2B5EF4-FFF2-40B4-BE49-F238E27FC236}">
                <a16:creationId xmlns:a16="http://schemas.microsoft.com/office/drawing/2014/main" id="{E1989507-8147-4ED4-908C-E6A4524BAE81}"/>
              </a:ext>
            </a:extLst>
          </p:cNvPr>
          <p:cNvGrpSpPr/>
          <p:nvPr userDrawn="1"/>
        </p:nvGrpSpPr>
        <p:grpSpPr>
          <a:xfrm>
            <a:off x="9303799" y="4392567"/>
            <a:ext cx="352207" cy="333836"/>
            <a:chOff x="5300400" y="3670175"/>
            <a:chExt cx="421300" cy="399325"/>
          </a:xfrm>
          <a:solidFill>
            <a:schemeClr val="bg1">
              <a:lumMod val="50000"/>
            </a:schemeClr>
          </a:solidFill>
        </p:grpSpPr>
        <p:sp>
          <p:nvSpPr>
            <p:cNvPr id="204" name="Shape 459">
              <a:extLst>
                <a:ext uri="{FF2B5EF4-FFF2-40B4-BE49-F238E27FC236}">
                  <a16:creationId xmlns:a16="http://schemas.microsoft.com/office/drawing/2014/main" id="{C52EE33C-938B-4979-AB10-6A29061AEA34}"/>
                </a:ext>
              </a:extLst>
            </p:cNvPr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0" t="0" r="0" b="0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Shape 460">
              <a:extLst>
                <a:ext uri="{FF2B5EF4-FFF2-40B4-BE49-F238E27FC236}">
                  <a16:creationId xmlns:a16="http://schemas.microsoft.com/office/drawing/2014/main" id="{1C2C00A0-C264-4CD1-9886-883FAF6E7939}"/>
                </a:ext>
              </a:extLst>
            </p:cNvPr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0" t="0" r="0" b="0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Shape 461">
              <a:extLst>
                <a:ext uri="{FF2B5EF4-FFF2-40B4-BE49-F238E27FC236}">
                  <a16:creationId xmlns:a16="http://schemas.microsoft.com/office/drawing/2014/main" id="{6FCFF8A9-67FC-449E-B116-0D6B501686BB}"/>
                </a:ext>
              </a:extLst>
            </p:cNvPr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0" t="0" r="0" b="0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Shape 462">
              <a:extLst>
                <a:ext uri="{FF2B5EF4-FFF2-40B4-BE49-F238E27FC236}">
                  <a16:creationId xmlns:a16="http://schemas.microsoft.com/office/drawing/2014/main" id="{A7C80317-6FF9-4943-BDA1-BB387E5305D2}"/>
                </a:ext>
              </a:extLst>
            </p:cNvPr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0" t="0" r="0" b="0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Shape 463">
              <a:extLst>
                <a:ext uri="{FF2B5EF4-FFF2-40B4-BE49-F238E27FC236}">
                  <a16:creationId xmlns:a16="http://schemas.microsoft.com/office/drawing/2014/main" id="{482AF379-CBD6-42CA-B278-B53600361277}"/>
                </a:ext>
              </a:extLst>
            </p:cNvPr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0" t="0" r="0" b="0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Shape 464">
            <a:extLst>
              <a:ext uri="{FF2B5EF4-FFF2-40B4-BE49-F238E27FC236}">
                <a16:creationId xmlns:a16="http://schemas.microsoft.com/office/drawing/2014/main" id="{F6043AFE-C379-4B37-B3A0-8B73FFCE7832}"/>
              </a:ext>
            </a:extLst>
          </p:cNvPr>
          <p:cNvSpPr/>
          <p:nvPr userDrawn="1"/>
        </p:nvSpPr>
        <p:spPr>
          <a:xfrm>
            <a:off x="9847598" y="4363592"/>
            <a:ext cx="392042" cy="392021"/>
          </a:xfrm>
          <a:custGeom>
            <a:avLst/>
            <a:gdLst/>
            <a:ahLst/>
            <a:cxnLst/>
            <a:rect l="0" t="0" r="0" b="0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Shape 465">
            <a:extLst>
              <a:ext uri="{FF2B5EF4-FFF2-40B4-BE49-F238E27FC236}">
                <a16:creationId xmlns:a16="http://schemas.microsoft.com/office/drawing/2014/main" id="{3FE515BD-2E03-45BD-AECC-85C5F96D0F06}"/>
              </a:ext>
            </a:extLst>
          </p:cNvPr>
          <p:cNvGrpSpPr/>
          <p:nvPr userDrawn="1"/>
        </p:nvGrpSpPr>
        <p:grpSpPr>
          <a:xfrm>
            <a:off x="10435952" y="4388470"/>
            <a:ext cx="342008" cy="342029"/>
            <a:chOff x="6654650" y="3665275"/>
            <a:chExt cx="409100" cy="409125"/>
          </a:xfrm>
          <a:solidFill>
            <a:schemeClr val="bg1">
              <a:lumMod val="50000"/>
            </a:schemeClr>
          </a:solidFill>
        </p:grpSpPr>
        <p:sp>
          <p:nvSpPr>
            <p:cNvPr id="211" name="Shape 466">
              <a:extLst>
                <a:ext uri="{FF2B5EF4-FFF2-40B4-BE49-F238E27FC236}">
                  <a16:creationId xmlns:a16="http://schemas.microsoft.com/office/drawing/2014/main" id="{208A1BA1-8086-4A00-B5FA-E11E0F587FC0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0" t="0" r="0" b="0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Shape 467">
              <a:extLst>
                <a:ext uri="{FF2B5EF4-FFF2-40B4-BE49-F238E27FC236}">
                  <a16:creationId xmlns:a16="http://schemas.microsoft.com/office/drawing/2014/main" id="{4D223F59-136C-433B-95AD-7DF5F6D6D760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0" t="0" r="0" b="0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Shape 468">
            <a:extLst>
              <a:ext uri="{FF2B5EF4-FFF2-40B4-BE49-F238E27FC236}">
                <a16:creationId xmlns:a16="http://schemas.microsoft.com/office/drawing/2014/main" id="{699C9071-630C-4656-826F-5ECF792DD343}"/>
              </a:ext>
            </a:extLst>
          </p:cNvPr>
          <p:cNvGrpSpPr/>
          <p:nvPr userDrawn="1"/>
        </p:nvGrpSpPr>
        <p:grpSpPr>
          <a:xfrm>
            <a:off x="5349916" y="4937702"/>
            <a:ext cx="370599" cy="370620"/>
            <a:chOff x="570875" y="4322250"/>
            <a:chExt cx="443300" cy="443325"/>
          </a:xfrm>
          <a:solidFill>
            <a:schemeClr val="bg1">
              <a:lumMod val="50000"/>
            </a:schemeClr>
          </a:solidFill>
        </p:grpSpPr>
        <p:sp>
          <p:nvSpPr>
            <p:cNvPr id="214" name="Shape 469">
              <a:extLst>
                <a:ext uri="{FF2B5EF4-FFF2-40B4-BE49-F238E27FC236}">
                  <a16:creationId xmlns:a16="http://schemas.microsoft.com/office/drawing/2014/main" id="{BF88A48B-7F5A-44B9-84F7-9F2A09ACC3DD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Shape 470">
              <a:extLst>
                <a:ext uri="{FF2B5EF4-FFF2-40B4-BE49-F238E27FC236}">
                  <a16:creationId xmlns:a16="http://schemas.microsoft.com/office/drawing/2014/main" id="{A5720671-6624-4163-AF4B-07A253CDDBDD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Shape 471">
              <a:extLst>
                <a:ext uri="{FF2B5EF4-FFF2-40B4-BE49-F238E27FC236}">
                  <a16:creationId xmlns:a16="http://schemas.microsoft.com/office/drawing/2014/main" id="{8D9D28FC-EDBF-4376-BC7E-B6C92421EE5D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Shape 472">
              <a:extLst>
                <a:ext uri="{FF2B5EF4-FFF2-40B4-BE49-F238E27FC236}">
                  <a16:creationId xmlns:a16="http://schemas.microsoft.com/office/drawing/2014/main" id="{A66486FD-8B76-471B-8487-433717E7E297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Shape 473">
            <a:extLst>
              <a:ext uri="{FF2B5EF4-FFF2-40B4-BE49-F238E27FC236}">
                <a16:creationId xmlns:a16="http://schemas.microsoft.com/office/drawing/2014/main" id="{97EF8E3C-3A39-4906-A80B-99FF80EFCF41}"/>
              </a:ext>
            </a:extLst>
          </p:cNvPr>
          <p:cNvSpPr/>
          <p:nvPr userDrawn="1"/>
        </p:nvSpPr>
        <p:spPr>
          <a:xfrm>
            <a:off x="5898162" y="5009824"/>
            <a:ext cx="401238" cy="226661"/>
          </a:xfrm>
          <a:custGeom>
            <a:avLst/>
            <a:gdLst/>
            <a:ahLst/>
            <a:cxnLst/>
            <a:rect l="0" t="0" r="0" b="0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" name="Shape 474">
            <a:extLst>
              <a:ext uri="{FF2B5EF4-FFF2-40B4-BE49-F238E27FC236}">
                <a16:creationId xmlns:a16="http://schemas.microsoft.com/office/drawing/2014/main" id="{4086CDD1-EC3A-482C-A393-CB294108F577}"/>
              </a:ext>
            </a:extLst>
          </p:cNvPr>
          <p:cNvGrpSpPr/>
          <p:nvPr userDrawn="1"/>
        </p:nvGrpSpPr>
        <p:grpSpPr>
          <a:xfrm>
            <a:off x="6527505" y="4910155"/>
            <a:ext cx="269526" cy="425712"/>
            <a:chOff x="1979475" y="4289300"/>
            <a:chExt cx="322400" cy="509225"/>
          </a:xfrm>
          <a:solidFill>
            <a:schemeClr val="bg1">
              <a:lumMod val="50000"/>
            </a:schemeClr>
          </a:solidFill>
        </p:grpSpPr>
        <p:sp>
          <p:nvSpPr>
            <p:cNvPr id="220" name="Shape 475">
              <a:extLst>
                <a:ext uri="{FF2B5EF4-FFF2-40B4-BE49-F238E27FC236}">
                  <a16:creationId xmlns:a16="http://schemas.microsoft.com/office/drawing/2014/main" id="{A11A2474-7B0B-49DB-AB87-1B6501616E8A}"/>
                </a:ext>
              </a:extLst>
            </p:cNvPr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0" t="0" r="0" b="0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Shape 476">
              <a:extLst>
                <a:ext uri="{FF2B5EF4-FFF2-40B4-BE49-F238E27FC236}">
                  <a16:creationId xmlns:a16="http://schemas.microsoft.com/office/drawing/2014/main" id="{FEDACD98-0577-4858-AFAB-43F6F1637B4A}"/>
                </a:ext>
              </a:extLst>
            </p:cNvPr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0" t="0" r="0" b="0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Shape 477">
              <a:extLst>
                <a:ext uri="{FF2B5EF4-FFF2-40B4-BE49-F238E27FC236}">
                  <a16:creationId xmlns:a16="http://schemas.microsoft.com/office/drawing/2014/main" id="{CD8D267F-1C65-4F69-A0FA-C8E297E2F8DA}"/>
                </a:ext>
              </a:extLst>
            </p:cNvPr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0" t="0" r="0" b="0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" name="Shape 478">
            <a:extLst>
              <a:ext uri="{FF2B5EF4-FFF2-40B4-BE49-F238E27FC236}">
                <a16:creationId xmlns:a16="http://schemas.microsoft.com/office/drawing/2014/main" id="{C8F8CD16-C794-4D2C-B562-2711AB0180C0}"/>
              </a:ext>
            </a:extLst>
          </p:cNvPr>
          <p:cNvGrpSpPr/>
          <p:nvPr userDrawn="1"/>
        </p:nvGrpSpPr>
        <p:grpSpPr>
          <a:xfrm>
            <a:off x="7067039" y="4915757"/>
            <a:ext cx="318014" cy="414510"/>
            <a:chOff x="2624850" y="4296000"/>
            <a:chExt cx="380400" cy="495825"/>
          </a:xfrm>
          <a:solidFill>
            <a:schemeClr val="bg1">
              <a:lumMod val="50000"/>
            </a:schemeClr>
          </a:solidFill>
        </p:grpSpPr>
        <p:sp>
          <p:nvSpPr>
            <p:cNvPr id="224" name="Shape 479">
              <a:extLst>
                <a:ext uri="{FF2B5EF4-FFF2-40B4-BE49-F238E27FC236}">
                  <a16:creationId xmlns:a16="http://schemas.microsoft.com/office/drawing/2014/main" id="{940011A7-A689-4835-B9E4-F27AA5D405D2}"/>
                </a:ext>
              </a:extLst>
            </p:cNvPr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0" t="0" r="0" b="0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Shape 480">
              <a:extLst>
                <a:ext uri="{FF2B5EF4-FFF2-40B4-BE49-F238E27FC236}">
                  <a16:creationId xmlns:a16="http://schemas.microsoft.com/office/drawing/2014/main" id="{667AA7FD-C47F-4709-87B4-A9D255F56C50}"/>
                </a:ext>
              </a:extLst>
            </p:cNvPr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0" t="0" r="0" b="0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Shape 481">
              <a:extLst>
                <a:ext uri="{FF2B5EF4-FFF2-40B4-BE49-F238E27FC236}">
                  <a16:creationId xmlns:a16="http://schemas.microsoft.com/office/drawing/2014/main" id="{BAE013B5-3989-4234-9D99-FF350F7153EE}"/>
                </a:ext>
              </a:extLst>
            </p:cNvPr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0" t="0" r="0" b="0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Shape 482">
            <a:extLst>
              <a:ext uri="{FF2B5EF4-FFF2-40B4-BE49-F238E27FC236}">
                <a16:creationId xmlns:a16="http://schemas.microsoft.com/office/drawing/2014/main" id="{581B565A-E718-4C2B-AC6C-FA26D481FB68}"/>
              </a:ext>
            </a:extLst>
          </p:cNvPr>
          <p:cNvSpPr/>
          <p:nvPr userDrawn="1"/>
        </p:nvSpPr>
        <p:spPr>
          <a:xfrm>
            <a:off x="8182996" y="4953162"/>
            <a:ext cx="339959" cy="33998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Shape 483">
            <a:extLst>
              <a:ext uri="{FF2B5EF4-FFF2-40B4-BE49-F238E27FC236}">
                <a16:creationId xmlns:a16="http://schemas.microsoft.com/office/drawing/2014/main" id="{69D4278E-795C-4B5F-8A14-4878585E1CBE}"/>
              </a:ext>
            </a:extLst>
          </p:cNvPr>
          <p:cNvSpPr/>
          <p:nvPr userDrawn="1"/>
        </p:nvSpPr>
        <p:spPr>
          <a:xfrm>
            <a:off x="7619447" y="4974606"/>
            <a:ext cx="339959" cy="297094"/>
          </a:xfrm>
          <a:custGeom>
            <a:avLst/>
            <a:gdLst/>
            <a:ahLst/>
            <a:cxnLst/>
            <a:rect l="0" t="0" r="0" b="0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Shape 484">
            <a:extLst>
              <a:ext uri="{FF2B5EF4-FFF2-40B4-BE49-F238E27FC236}">
                <a16:creationId xmlns:a16="http://schemas.microsoft.com/office/drawing/2014/main" id="{9ACA501C-16CD-468D-ACD1-169D8E0A26A3}"/>
              </a:ext>
            </a:extLst>
          </p:cNvPr>
          <p:cNvSpPr/>
          <p:nvPr userDrawn="1"/>
        </p:nvSpPr>
        <p:spPr>
          <a:xfrm>
            <a:off x="8744997" y="4951636"/>
            <a:ext cx="343053" cy="343032"/>
          </a:xfrm>
          <a:custGeom>
            <a:avLst/>
            <a:gdLst/>
            <a:ahLst/>
            <a:cxnLst/>
            <a:rect l="0" t="0" r="0" b="0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Shape 485">
            <a:extLst>
              <a:ext uri="{FF2B5EF4-FFF2-40B4-BE49-F238E27FC236}">
                <a16:creationId xmlns:a16="http://schemas.microsoft.com/office/drawing/2014/main" id="{DFBFDFC5-3B09-4027-8B6B-2C8F1D588F14}"/>
              </a:ext>
            </a:extLst>
          </p:cNvPr>
          <p:cNvGrpSpPr/>
          <p:nvPr userDrawn="1"/>
        </p:nvGrpSpPr>
        <p:grpSpPr>
          <a:xfrm>
            <a:off x="9283379" y="4956595"/>
            <a:ext cx="393045" cy="332833"/>
            <a:chOff x="5275975" y="4344850"/>
            <a:chExt cx="470150" cy="398125"/>
          </a:xfrm>
          <a:solidFill>
            <a:schemeClr val="bg1">
              <a:lumMod val="50000"/>
            </a:schemeClr>
          </a:solidFill>
        </p:grpSpPr>
        <p:sp>
          <p:nvSpPr>
            <p:cNvPr id="231" name="Shape 486">
              <a:extLst>
                <a:ext uri="{FF2B5EF4-FFF2-40B4-BE49-F238E27FC236}">
                  <a16:creationId xmlns:a16="http://schemas.microsoft.com/office/drawing/2014/main" id="{1218D172-BD88-4137-B93D-440BCE58EFD4}"/>
                </a:ext>
              </a:extLst>
            </p:cNvPr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Shape 487">
              <a:extLst>
                <a:ext uri="{FF2B5EF4-FFF2-40B4-BE49-F238E27FC236}">
                  <a16:creationId xmlns:a16="http://schemas.microsoft.com/office/drawing/2014/main" id="{C92E61FD-07A4-4578-B221-A918C980D5B3}"/>
                </a:ext>
              </a:extLst>
            </p:cNvPr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Shape 488">
              <a:extLst>
                <a:ext uri="{FF2B5EF4-FFF2-40B4-BE49-F238E27FC236}">
                  <a16:creationId xmlns:a16="http://schemas.microsoft.com/office/drawing/2014/main" id="{9EC3DEC0-4817-40D0-81B9-3594CFCC0832}"/>
                </a:ext>
              </a:extLst>
            </p:cNvPr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0" t="0" r="0" b="0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" name="Shape 489">
            <a:extLst>
              <a:ext uri="{FF2B5EF4-FFF2-40B4-BE49-F238E27FC236}">
                <a16:creationId xmlns:a16="http://schemas.microsoft.com/office/drawing/2014/main" id="{DC63A8A0-7183-42BD-BEB1-CC2AF8629D7A}"/>
              </a:ext>
            </a:extLst>
          </p:cNvPr>
          <p:cNvSpPr/>
          <p:nvPr userDrawn="1"/>
        </p:nvSpPr>
        <p:spPr>
          <a:xfrm>
            <a:off x="9866994" y="4946537"/>
            <a:ext cx="353252" cy="353231"/>
          </a:xfrm>
          <a:custGeom>
            <a:avLst/>
            <a:gdLst/>
            <a:ahLst/>
            <a:cxnLst/>
            <a:rect l="0" t="0" r="0" b="0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" name="Shape 490">
            <a:extLst>
              <a:ext uri="{FF2B5EF4-FFF2-40B4-BE49-F238E27FC236}">
                <a16:creationId xmlns:a16="http://schemas.microsoft.com/office/drawing/2014/main" id="{EE139547-317C-45A2-8474-4486658BB103}"/>
              </a:ext>
            </a:extLst>
          </p:cNvPr>
          <p:cNvGrpSpPr/>
          <p:nvPr userDrawn="1"/>
        </p:nvGrpSpPr>
        <p:grpSpPr>
          <a:xfrm>
            <a:off x="10425732" y="4929551"/>
            <a:ext cx="362448" cy="386922"/>
            <a:chOff x="6642425" y="4312500"/>
            <a:chExt cx="433550" cy="462825"/>
          </a:xfrm>
          <a:solidFill>
            <a:schemeClr val="bg1">
              <a:lumMod val="50000"/>
            </a:schemeClr>
          </a:solidFill>
        </p:grpSpPr>
        <p:sp>
          <p:nvSpPr>
            <p:cNvPr id="236" name="Shape 491">
              <a:extLst>
                <a:ext uri="{FF2B5EF4-FFF2-40B4-BE49-F238E27FC236}">
                  <a16:creationId xmlns:a16="http://schemas.microsoft.com/office/drawing/2014/main" id="{1538F42D-E2C8-4225-9241-7C443D61F21C}"/>
                </a:ext>
              </a:extLst>
            </p:cNvPr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0" t="0" r="0" b="0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Shape 492">
              <a:extLst>
                <a:ext uri="{FF2B5EF4-FFF2-40B4-BE49-F238E27FC236}">
                  <a16:creationId xmlns:a16="http://schemas.microsoft.com/office/drawing/2014/main" id="{AFF10280-FE41-4AD6-AE1B-1A92FDCC2214}"/>
                </a:ext>
              </a:extLst>
            </p:cNvPr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0" t="0" r="0" b="0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Shape 493">
              <a:extLst>
                <a:ext uri="{FF2B5EF4-FFF2-40B4-BE49-F238E27FC236}">
                  <a16:creationId xmlns:a16="http://schemas.microsoft.com/office/drawing/2014/main" id="{D0435815-F593-48DD-8866-390E5BDEB5C4}"/>
                </a:ext>
              </a:extLst>
            </p:cNvPr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0" t="0" r="0" b="0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Shape 494">
            <a:extLst>
              <a:ext uri="{FF2B5EF4-FFF2-40B4-BE49-F238E27FC236}">
                <a16:creationId xmlns:a16="http://schemas.microsoft.com/office/drawing/2014/main" id="{CE491010-0091-4B98-AB57-8F893E02DDB8}"/>
              </a:ext>
            </a:extLst>
          </p:cNvPr>
          <p:cNvSpPr/>
          <p:nvPr userDrawn="1"/>
        </p:nvSpPr>
        <p:spPr>
          <a:xfrm>
            <a:off x="5302468" y="5549378"/>
            <a:ext cx="465527" cy="274647"/>
          </a:xfrm>
          <a:custGeom>
            <a:avLst/>
            <a:gdLst/>
            <a:ahLst/>
            <a:cxnLst/>
            <a:rect l="0" t="0" r="0" b="0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" name="Shape 495">
            <a:extLst>
              <a:ext uri="{FF2B5EF4-FFF2-40B4-BE49-F238E27FC236}">
                <a16:creationId xmlns:a16="http://schemas.microsoft.com/office/drawing/2014/main" id="{81C59463-CB00-4472-827B-4E49B0E9EC31}"/>
              </a:ext>
            </a:extLst>
          </p:cNvPr>
          <p:cNvGrpSpPr/>
          <p:nvPr userDrawn="1"/>
        </p:nvGrpSpPr>
        <p:grpSpPr>
          <a:xfrm>
            <a:off x="5912920" y="5503799"/>
            <a:ext cx="371623" cy="365499"/>
            <a:chOff x="1244325" y="4999400"/>
            <a:chExt cx="444525" cy="437200"/>
          </a:xfrm>
          <a:solidFill>
            <a:schemeClr val="bg1">
              <a:lumMod val="50000"/>
            </a:schemeClr>
          </a:solidFill>
        </p:grpSpPr>
        <p:sp>
          <p:nvSpPr>
            <p:cNvPr id="241" name="Shape 496">
              <a:extLst>
                <a:ext uri="{FF2B5EF4-FFF2-40B4-BE49-F238E27FC236}">
                  <a16:creationId xmlns:a16="http://schemas.microsoft.com/office/drawing/2014/main" id="{9C05C508-0C91-4683-ADDB-D3376F14405B}"/>
                </a:ext>
              </a:extLst>
            </p:cNvPr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0" t="0" r="0" b="0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Shape 497">
              <a:extLst>
                <a:ext uri="{FF2B5EF4-FFF2-40B4-BE49-F238E27FC236}">
                  <a16:creationId xmlns:a16="http://schemas.microsoft.com/office/drawing/2014/main" id="{859D0CC9-A9B1-4EA3-A31C-2F86C2946C3C}"/>
                </a:ext>
              </a:extLst>
            </p:cNvPr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0" t="0" r="0" b="0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Shape 498">
              <a:extLst>
                <a:ext uri="{FF2B5EF4-FFF2-40B4-BE49-F238E27FC236}">
                  <a16:creationId xmlns:a16="http://schemas.microsoft.com/office/drawing/2014/main" id="{6E231807-0C60-4BEA-976E-15A9DA5BC83C}"/>
                </a:ext>
              </a:extLst>
            </p:cNvPr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Shape 499">
              <a:extLst>
                <a:ext uri="{FF2B5EF4-FFF2-40B4-BE49-F238E27FC236}">
                  <a16:creationId xmlns:a16="http://schemas.microsoft.com/office/drawing/2014/main" id="{06CD6A58-BAB3-44B6-B353-01976CA6A4BF}"/>
                </a:ext>
              </a:extLst>
            </p:cNvPr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0" t="0" r="0" b="0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Shape 500">
              <a:extLst>
                <a:ext uri="{FF2B5EF4-FFF2-40B4-BE49-F238E27FC236}">
                  <a16:creationId xmlns:a16="http://schemas.microsoft.com/office/drawing/2014/main" id="{78C0125E-258C-436E-AD07-7E334C6BD09E}"/>
                </a:ext>
              </a:extLst>
            </p:cNvPr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Shape 501">
            <a:extLst>
              <a:ext uri="{FF2B5EF4-FFF2-40B4-BE49-F238E27FC236}">
                <a16:creationId xmlns:a16="http://schemas.microsoft.com/office/drawing/2014/main" id="{29E5B842-D744-43C8-8533-66C924DC8F7C}"/>
              </a:ext>
            </a:extLst>
          </p:cNvPr>
          <p:cNvGrpSpPr/>
          <p:nvPr userDrawn="1"/>
        </p:nvGrpSpPr>
        <p:grpSpPr>
          <a:xfrm>
            <a:off x="6509636" y="5492053"/>
            <a:ext cx="305265" cy="388970"/>
            <a:chOff x="1958100" y="4985350"/>
            <a:chExt cx="365150" cy="465275"/>
          </a:xfrm>
          <a:solidFill>
            <a:schemeClr val="bg1">
              <a:lumMod val="50000"/>
            </a:schemeClr>
          </a:solidFill>
        </p:grpSpPr>
        <p:sp>
          <p:nvSpPr>
            <p:cNvPr id="247" name="Shape 502">
              <a:extLst>
                <a:ext uri="{FF2B5EF4-FFF2-40B4-BE49-F238E27FC236}">
                  <a16:creationId xmlns:a16="http://schemas.microsoft.com/office/drawing/2014/main" id="{92998B22-413C-48F7-BDB8-2AC294865062}"/>
                </a:ext>
              </a:extLst>
            </p:cNvPr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0" t="0" r="0" b="0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Shape 503">
              <a:extLst>
                <a:ext uri="{FF2B5EF4-FFF2-40B4-BE49-F238E27FC236}">
                  <a16:creationId xmlns:a16="http://schemas.microsoft.com/office/drawing/2014/main" id="{A97F75EA-7B0E-4E25-9EDE-B58D9112E93D}"/>
                </a:ext>
              </a:extLst>
            </p:cNvPr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0" t="0" r="0" b="0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Shape 504">
              <a:extLst>
                <a:ext uri="{FF2B5EF4-FFF2-40B4-BE49-F238E27FC236}">
                  <a16:creationId xmlns:a16="http://schemas.microsoft.com/office/drawing/2014/main" id="{2291EDF7-98FA-4F0C-AF6E-7ECABADB619B}"/>
                </a:ext>
              </a:extLst>
            </p:cNvPr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0" t="0" r="0" b="0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" name="Shape 505">
            <a:extLst>
              <a:ext uri="{FF2B5EF4-FFF2-40B4-BE49-F238E27FC236}">
                <a16:creationId xmlns:a16="http://schemas.microsoft.com/office/drawing/2014/main" id="{9C9F01EE-107C-4410-B033-AEC655082B31}"/>
              </a:ext>
            </a:extLst>
          </p:cNvPr>
          <p:cNvGrpSpPr/>
          <p:nvPr userDrawn="1"/>
        </p:nvGrpSpPr>
        <p:grpSpPr>
          <a:xfrm>
            <a:off x="7050695" y="5506850"/>
            <a:ext cx="350200" cy="359877"/>
            <a:chOff x="2605300" y="5003050"/>
            <a:chExt cx="418900" cy="430475"/>
          </a:xfrm>
          <a:solidFill>
            <a:schemeClr val="bg1">
              <a:lumMod val="50000"/>
            </a:schemeClr>
          </a:solidFill>
        </p:grpSpPr>
        <p:sp>
          <p:nvSpPr>
            <p:cNvPr id="251" name="Shape 506">
              <a:extLst>
                <a:ext uri="{FF2B5EF4-FFF2-40B4-BE49-F238E27FC236}">
                  <a16:creationId xmlns:a16="http://schemas.microsoft.com/office/drawing/2014/main" id="{BCAF1401-8862-4CD9-B288-0FD72C4F9D71}"/>
                </a:ext>
              </a:extLst>
            </p:cNvPr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0" t="0" r="0" b="0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Shape 507">
              <a:extLst>
                <a:ext uri="{FF2B5EF4-FFF2-40B4-BE49-F238E27FC236}">
                  <a16:creationId xmlns:a16="http://schemas.microsoft.com/office/drawing/2014/main" id="{0ED04734-10C8-4675-A141-996203AA4DF5}"/>
                </a:ext>
              </a:extLst>
            </p:cNvPr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0" t="0" r="0" b="0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Shape 508">
              <a:extLst>
                <a:ext uri="{FF2B5EF4-FFF2-40B4-BE49-F238E27FC236}">
                  <a16:creationId xmlns:a16="http://schemas.microsoft.com/office/drawing/2014/main" id="{C017906A-85D7-4264-9215-785F55F65F69}"/>
                </a:ext>
              </a:extLst>
            </p:cNvPr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0" t="0" r="0" b="0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" name="Shape 509">
            <a:extLst>
              <a:ext uri="{FF2B5EF4-FFF2-40B4-BE49-F238E27FC236}">
                <a16:creationId xmlns:a16="http://schemas.microsoft.com/office/drawing/2014/main" id="{4A943882-9438-4439-BFBE-BEBABCA282C2}"/>
              </a:ext>
            </a:extLst>
          </p:cNvPr>
          <p:cNvGrpSpPr/>
          <p:nvPr userDrawn="1"/>
        </p:nvGrpSpPr>
        <p:grpSpPr>
          <a:xfrm>
            <a:off x="7580029" y="5514521"/>
            <a:ext cx="418585" cy="344056"/>
            <a:chOff x="3238475" y="5012225"/>
            <a:chExt cx="500700" cy="411550"/>
          </a:xfrm>
          <a:solidFill>
            <a:schemeClr val="bg1">
              <a:lumMod val="50000"/>
            </a:schemeClr>
          </a:solidFill>
        </p:grpSpPr>
        <p:sp>
          <p:nvSpPr>
            <p:cNvPr id="255" name="Shape 510">
              <a:extLst>
                <a:ext uri="{FF2B5EF4-FFF2-40B4-BE49-F238E27FC236}">
                  <a16:creationId xmlns:a16="http://schemas.microsoft.com/office/drawing/2014/main" id="{9CF59BCF-313F-4AD1-9D37-93E1E129D529}"/>
                </a:ext>
              </a:extLst>
            </p:cNvPr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0" t="0" r="0" b="0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Shape 511">
              <a:extLst>
                <a:ext uri="{FF2B5EF4-FFF2-40B4-BE49-F238E27FC236}">
                  <a16:creationId xmlns:a16="http://schemas.microsoft.com/office/drawing/2014/main" id="{E61BE7D4-10CE-445A-88EC-79B517D386D3}"/>
                </a:ext>
              </a:extLst>
            </p:cNvPr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0" t="0" r="0" b="0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Shape 512">
              <a:extLst>
                <a:ext uri="{FF2B5EF4-FFF2-40B4-BE49-F238E27FC236}">
                  <a16:creationId xmlns:a16="http://schemas.microsoft.com/office/drawing/2014/main" id="{C5412D7B-9A1A-4E8A-ADB7-B7A9127CCF31}"/>
                </a:ext>
              </a:extLst>
            </p:cNvPr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Shape 513">
              <a:extLst>
                <a:ext uri="{FF2B5EF4-FFF2-40B4-BE49-F238E27FC236}">
                  <a16:creationId xmlns:a16="http://schemas.microsoft.com/office/drawing/2014/main" id="{9212157E-171B-4A84-852D-38E702E18B0E}"/>
                </a:ext>
              </a:extLst>
            </p:cNvPr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Shape 514">
              <a:extLst>
                <a:ext uri="{FF2B5EF4-FFF2-40B4-BE49-F238E27FC236}">
                  <a16:creationId xmlns:a16="http://schemas.microsoft.com/office/drawing/2014/main" id="{47D1DF41-B160-4311-9483-159DEBD63E98}"/>
                </a:ext>
              </a:extLst>
            </p:cNvPr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" name="Shape 515">
            <a:extLst>
              <a:ext uri="{FF2B5EF4-FFF2-40B4-BE49-F238E27FC236}">
                <a16:creationId xmlns:a16="http://schemas.microsoft.com/office/drawing/2014/main" id="{6A6C2E1F-14AA-437E-B1A5-029582E05850}"/>
              </a:ext>
            </a:extLst>
          </p:cNvPr>
          <p:cNvGrpSpPr/>
          <p:nvPr userDrawn="1"/>
        </p:nvGrpSpPr>
        <p:grpSpPr>
          <a:xfrm>
            <a:off x="8686663" y="5477758"/>
            <a:ext cx="459424" cy="417561"/>
            <a:chOff x="4562200" y="4968250"/>
            <a:chExt cx="549550" cy="499475"/>
          </a:xfrm>
          <a:solidFill>
            <a:schemeClr val="bg1">
              <a:lumMod val="50000"/>
            </a:schemeClr>
          </a:solidFill>
        </p:grpSpPr>
        <p:sp>
          <p:nvSpPr>
            <p:cNvPr id="261" name="Shape 516">
              <a:extLst>
                <a:ext uri="{FF2B5EF4-FFF2-40B4-BE49-F238E27FC236}">
                  <a16:creationId xmlns:a16="http://schemas.microsoft.com/office/drawing/2014/main" id="{6D4AC9E8-5EE7-4B4C-9320-6F15A5821590}"/>
                </a:ext>
              </a:extLst>
            </p:cNvPr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0" t="0" r="0" b="0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Shape 517">
              <a:extLst>
                <a:ext uri="{FF2B5EF4-FFF2-40B4-BE49-F238E27FC236}">
                  <a16:creationId xmlns:a16="http://schemas.microsoft.com/office/drawing/2014/main" id="{673373AE-1BC7-4D14-9931-BEACFE8A3A60}"/>
                </a:ext>
              </a:extLst>
            </p:cNvPr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0" t="0" r="0" b="0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Shape 518">
              <a:extLst>
                <a:ext uri="{FF2B5EF4-FFF2-40B4-BE49-F238E27FC236}">
                  <a16:creationId xmlns:a16="http://schemas.microsoft.com/office/drawing/2014/main" id="{40F6C0EA-7330-4989-B7A6-05D49E695C81}"/>
                </a:ext>
              </a:extLst>
            </p:cNvPr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0" t="0" r="0" b="0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Shape 519">
              <a:extLst>
                <a:ext uri="{FF2B5EF4-FFF2-40B4-BE49-F238E27FC236}">
                  <a16:creationId xmlns:a16="http://schemas.microsoft.com/office/drawing/2014/main" id="{6DDDB5E2-A0E5-4BC5-9AC8-43CF36077D12}"/>
                </a:ext>
              </a:extLst>
            </p:cNvPr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0" t="0" r="0" b="0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Shape 520">
              <a:extLst>
                <a:ext uri="{FF2B5EF4-FFF2-40B4-BE49-F238E27FC236}">
                  <a16:creationId xmlns:a16="http://schemas.microsoft.com/office/drawing/2014/main" id="{447DC5DD-DD95-44D4-939E-F9D205777D58}"/>
                </a:ext>
              </a:extLst>
            </p:cNvPr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0" t="0" r="0" b="0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Shape 521">
            <a:extLst>
              <a:ext uri="{FF2B5EF4-FFF2-40B4-BE49-F238E27FC236}">
                <a16:creationId xmlns:a16="http://schemas.microsoft.com/office/drawing/2014/main" id="{5BFF836A-E94A-438A-A7BE-D7C4317458A2}"/>
              </a:ext>
            </a:extLst>
          </p:cNvPr>
          <p:cNvGrpSpPr/>
          <p:nvPr userDrawn="1"/>
        </p:nvGrpSpPr>
        <p:grpSpPr>
          <a:xfrm>
            <a:off x="8193591" y="5501249"/>
            <a:ext cx="318516" cy="370076"/>
            <a:chOff x="3972400" y="4996350"/>
            <a:chExt cx="381000" cy="442675"/>
          </a:xfrm>
          <a:solidFill>
            <a:schemeClr val="bg1">
              <a:lumMod val="50000"/>
            </a:schemeClr>
          </a:solidFill>
        </p:grpSpPr>
        <p:sp>
          <p:nvSpPr>
            <p:cNvPr id="267" name="Shape 522">
              <a:extLst>
                <a:ext uri="{FF2B5EF4-FFF2-40B4-BE49-F238E27FC236}">
                  <a16:creationId xmlns:a16="http://schemas.microsoft.com/office/drawing/2014/main" id="{5CB6E9F0-8C61-4555-8A40-31A099FC2216}"/>
                </a:ext>
              </a:extLst>
            </p:cNvPr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0" t="0" r="0" b="0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Shape 523">
              <a:extLst>
                <a:ext uri="{FF2B5EF4-FFF2-40B4-BE49-F238E27FC236}">
                  <a16:creationId xmlns:a16="http://schemas.microsoft.com/office/drawing/2014/main" id="{C64F1406-AD2F-438D-8FA3-DE5C6F05BC53}"/>
                </a:ext>
              </a:extLst>
            </p:cNvPr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0" t="0" r="0" b="0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Shape 524">
            <a:extLst>
              <a:ext uri="{FF2B5EF4-FFF2-40B4-BE49-F238E27FC236}">
                <a16:creationId xmlns:a16="http://schemas.microsoft.com/office/drawing/2014/main" id="{8ACC2F9D-4C2A-4880-BB49-8E7D244FC658}"/>
              </a:ext>
            </a:extLst>
          </p:cNvPr>
          <p:cNvGrpSpPr/>
          <p:nvPr userDrawn="1"/>
        </p:nvGrpSpPr>
        <p:grpSpPr>
          <a:xfrm>
            <a:off x="9254287" y="5470108"/>
            <a:ext cx="451252" cy="432860"/>
            <a:chOff x="5241175" y="4959100"/>
            <a:chExt cx="539775" cy="517775"/>
          </a:xfrm>
          <a:solidFill>
            <a:schemeClr val="bg1">
              <a:lumMod val="50000"/>
            </a:schemeClr>
          </a:solidFill>
        </p:grpSpPr>
        <p:sp>
          <p:nvSpPr>
            <p:cNvPr id="270" name="Shape 525">
              <a:extLst>
                <a:ext uri="{FF2B5EF4-FFF2-40B4-BE49-F238E27FC236}">
                  <a16:creationId xmlns:a16="http://schemas.microsoft.com/office/drawing/2014/main" id="{0B77C500-5931-40D9-9C26-5A7C2C5F1CF0}"/>
                </a:ext>
              </a:extLst>
            </p:cNvPr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0" t="0" r="0" b="0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Shape 526">
              <a:extLst>
                <a:ext uri="{FF2B5EF4-FFF2-40B4-BE49-F238E27FC236}">
                  <a16:creationId xmlns:a16="http://schemas.microsoft.com/office/drawing/2014/main" id="{64F5D143-5EB8-4668-85FF-A2A6BACE1666}"/>
                </a:ext>
              </a:extLst>
            </p:cNvPr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0" t="0" r="0" b="0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Shape 527">
              <a:extLst>
                <a:ext uri="{FF2B5EF4-FFF2-40B4-BE49-F238E27FC236}">
                  <a16:creationId xmlns:a16="http://schemas.microsoft.com/office/drawing/2014/main" id="{C037E146-DBB0-4D6F-A427-3F72A46E6881}"/>
                </a:ext>
              </a:extLst>
            </p:cNvPr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0" t="0" r="0" b="0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Shape 528">
              <a:extLst>
                <a:ext uri="{FF2B5EF4-FFF2-40B4-BE49-F238E27FC236}">
                  <a16:creationId xmlns:a16="http://schemas.microsoft.com/office/drawing/2014/main" id="{55A539C7-6841-470C-BD2E-EF3EC81D952D}"/>
                </a:ext>
              </a:extLst>
            </p:cNvPr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0" t="0" r="0" b="0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Shape 529">
              <a:extLst>
                <a:ext uri="{FF2B5EF4-FFF2-40B4-BE49-F238E27FC236}">
                  <a16:creationId xmlns:a16="http://schemas.microsoft.com/office/drawing/2014/main" id="{9694898D-1FE0-4EEE-B6F3-94E8105FD1C9}"/>
                </a:ext>
              </a:extLst>
            </p:cNvPr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0" t="0" r="0" b="0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Shape 530">
              <a:extLst>
                <a:ext uri="{FF2B5EF4-FFF2-40B4-BE49-F238E27FC236}">
                  <a16:creationId xmlns:a16="http://schemas.microsoft.com/office/drawing/2014/main" id="{70FB6D85-0D19-41BE-BEE8-B40BF9DA2D03}"/>
                </a:ext>
              </a:extLst>
            </p:cNvPr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0" t="0" r="0" b="0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Shape 531">
            <a:extLst>
              <a:ext uri="{FF2B5EF4-FFF2-40B4-BE49-F238E27FC236}">
                <a16:creationId xmlns:a16="http://schemas.microsoft.com/office/drawing/2014/main" id="{5273E061-374A-4B87-BE62-157E16DF28D3}"/>
              </a:ext>
            </a:extLst>
          </p:cNvPr>
          <p:cNvSpPr/>
          <p:nvPr userDrawn="1"/>
        </p:nvSpPr>
        <p:spPr>
          <a:xfrm>
            <a:off x="9845048" y="5576947"/>
            <a:ext cx="397142" cy="219513"/>
          </a:xfrm>
          <a:custGeom>
            <a:avLst/>
            <a:gdLst/>
            <a:ahLst/>
            <a:cxnLst/>
            <a:rect l="0" t="0" r="0" b="0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Shape 532">
            <a:extLst>
              <a:ext uri="{FF2B5EF4-FFF2-40B4-BE49-F238E27FC236}">
                <a16:creationId xmlns:a16="http://schemas.microsoft.com/office/drawing/2014/main" id="{B6105C8C-E7CF-470C-843A-76975A89EEE3}"/>
              </a:ext>
            </a:extLst>
          </p:cNvPr>
          <p:cNvGrpSpPr/>
          <p:nvPr userDrawn="1"/>
        </p:nvGrpSpPr>
        <p:grpSpPr>
          <a:xfrm>
            <a:off x="10461471" y="5534417"/>
            <a:ext cx="289444" cy="332833"/>
            <a:chOff x="6685175" y="5036025"/>
            <a:chExt cx="346225" cy="398125"/>
          </a:xfrm>
          <a:solidFill>
            <a:schemeClr val="bg1">
              <a:lumMod val="50000"/>
            </a:schemeClr>
          </a:solidFill>
        </p:grpSpPr>
        <p:sp>
          <p:nvSpPr>
            <p:cNvPr id="278" name="Shape 533">
              <a:extLst>
                <a:ext uri="{FF2B5EF4-FFF2-40B4-BE49-F238E27FC236}">
                  <a16:creationId xmlns:a16="http://schemas.microsoft.com/office/drawing/2014/main" id="{F3E0EC85-2F17-4C01-B5A7-B552B3C398AA}"/>
                </a:ext>
              </a:extLst>
            </p:cNvPr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0" t="0" r="0" b="0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Shape 534">
              <a:extLst>
                <a:ext uri="{FF2B5EF4-FFF2-40B4-BE49-F238E27FC236}">
                  <a16:creationId xmlns:a16="http://schemas.microsoft.com/office/drawing/2014/main" id="{14D62BD2-372D-4945-8903-529CF95CD34A}"/>
                </a:ext>
              </a:extLst>
            </p:cNvPr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0" t="0" r="0" b="0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Shape 535">
              <a:extLst>
                <a:ext uri="{FF2B5EF4-FFF2-40B4-BE49-F238E27FC236}">
                  <a16:creationId xmlns:a16="http://schemas.microsoft.com/office/drawing/2014/main" id="{49A9B6BB-2B73-4ADD-BA14-6426465C7E6D}"/>
                </a:ext>
              </a:extLst>
            </p:cNvPr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0" t="0" r="0" b="0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Shape 536">
              <a:extLst>
                <a:ext uri="{FF2B5EF4-FFF2-40B4-BE49-F238E27FC236}">
                  <a16:creationId xmlns:a16="http://schemas.microsoft.com/office/drawing/2014/main" id="{005C4D09-D50D-4B4C-8BCC-E867D5073476}"/>
                </a:ext>
              </a:extLst>
            </p:cNvPr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0" t="0" r="0" b="0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Shape 537">
              <a:extLst>
                <a:ext uri="{FF2B5EF4-FFF2-40B4-BE49-F238E27FC236}">
                  <a16:creationId xmlns:a16="http://schemas.microsoft.com/office/drawing/2014/main" id="{F5A8FAF4-35CA-4DBA-87AE-D54D0FAADBA1}"/>
                </a:ext>
              </a:extLst>
            </p:cNvPr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0" t="0" r="0" b="0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30890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b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b</a:t>
            </a:r>
          </a:p>
        </p:txBody>
      </p:sp>
      <p:sp>
        <p:nvSpPr>
          <p:cNvPr id="69" name="Diamond 5">
            <a:extLst>
              <a:ext uri="{FF2B5EF4-FFF2-40B4-BE49-F238E27FC236}">
                <a16:creationId xmlns:a16="http://schemas.microsoft.com/office/drawing/2014/main" id="{951507A8-954C-49A0-AFE0-8E4FF1D202C0}"/>
              </a:ext>
            </a:extLst>
          </p:cNvPr>
          <p:cNvSpPr/>
          <p:nvPr userDrawn="1"/>
        </p:nvSpPr>
        <p:spPr>
          <a:xfrm>
            <a:off x="6112070" y="1492152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Isosceles Triangle 51">
            <a:extLst>
              <a:ext uri="{FF2B5EF4-FFF2-40B4-BE49-F238E27FC236}">
                <a16:creationId xmlns:a16="http://schemas.microsoft.com/office/drawing/2014/main" id="{7B52CA8F-FA2D-4929-9A41-712C7FB04FEA}"/>
              </a:ext>
            </a:extLst>
          </p:cNvPr>
          <p:cNvSpPr/>
          <p:nvPr userDrawn="1"/>
        </p:nvSpPr>
        <p:spPr>
          <a:xfrm>
            <a:off x="5273316" y="1562686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Isosceles Triangle 57">
            <a:extLst>
              <a:ext uri="{FF2B5EF4-FFF2-40B4-BE49-F238E27FC236}">
                <a16:creationId xmlns:a16="http://schemas.microsoft.com/office/drawing/2014/main" id="{6C8FEB69-BFB2-48D1-B09B-0EFB5DEEA705}"/>
              </a:ext>
            </a:extLst>
          </p:cNvPr>
          <p:cNvSpPr/>
          <p:nvPr userDrawn="1"/>
        </p:nvSpPr>
        <p:spPr>
          <a:xfrm>
            <a:off x="6114156" y="4520206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Rectangle 7">
            <a:extLst>
              <a:ext uri="{FF2B5EF4-FFF2-40B4-BE49-F238E27FC236}">
                <a16:creationId xmlns:a16="http://schemas.microsoft.com/office/drawing/2014/main" id="{A906FCD2-9483-4047-9842-2D2A44488E6A}"/>
              </a:ext>
            </a:extLst>
          </p:cNvPr>
          <p:cNvSpPr/>
          <p:nvPr userDrawn="1"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Parallelogram 15">
            <a:extLst>
              <a:ext uri="{FF2B5EF4-FFF2-40B4-BE49-F238E27FC236}">
                <a16:creationId xmlns:a16="http://schemas.microsoft.com/office/drawing/2014/main" id="{68E0C837-7968-48B7-B5A9-1CF3B9BCB3BB}"/>
              </a:ext>
            </a:extLst>
          </p:cNvPr>
          <p:cNvSpPr/>
          <p:nvPr userDrawn="1"/>
        </p:nvSpPr>
        <p:spPr>
          <a:xfrm flipH="1">
            <a:off x="5267026" y="4641909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Freeform 19">
            <a:extLst>
              <a:ext uri="{FF2B5EF4-FFF2-40B4-BE49-F238E27FC236}">
                <a16:creationId xmlns:a16="http://schemas.microsoft.com/office/drawing/2014/main" id="{C0688D79-DD07-43CD-A36D-F4CEADC221BF}"/>
              </a:ext>
            </a:extLst>
          </p:cNvPr>
          <p:cNvSpPr/>
          <p:nvPr userDrawn="1"/>
        </p:nvSpPr>
        <p:spPr>
          <a:xfrm>
            <a:off x="7745410" y="3642506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Rectangle 30">
            <a:extLst>
              <a:ext uri="{FF2B5EF4-FFF2-40B4-BE49-F238E27FC236}">
                <a16:creationId xmlns:a16="http://schemas.microsoft.com/office/drawing/2014/main" id="{43786FAC-3E09-4B8E-A433-27D3DBF9B72B}"/>
              </a:ext>
            </a:extLst>
          </p:cNvPr>
          <p:cNvSpPr/>
          <p:nvPr userDrawn="1"/>
        </p:nvSpPr>
        <p:spPr>
          <a:xfrm>
            <a:off x="11063701" y="3600566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ectangle 7">
            <a:extLst>
              <a:ext uri="{FF2B5EF4-FFF2-40B4-BE49-F238E27FC236}">
                <a16:creationId xmlns:a16="http://schemas.microsoft.com/office/drawing/2014/main" id="{B13564A8-EAEA-4978-BA4A-E03FFC455AF9}"/>
              </a:ext>
            </a:extLst>
          </p:cNvPr>
          <p:cNvSpPr/>
          <p:nvPr userDrawn="1"/>
        </p:nvSpPr>
        <p:spPr>
          <a:xfrm>
            <a:off x="6950824" y="1518716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C59B6B35-BB8B-43FD-879F-2061B6379A56}"/>
              </a:ext>
            </a:extLst>
          </p:cNvPr>
          <p:cNvSpPr/>
          <p:nvPr userDrawn="1"/>
        </p:nvSpPr>
        <p:spPr>
          <a:xfrm rot="5400000">
            <a:off x="7737684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Pie 24">
            <a:extLst>
              <a:ext uri="{FF2B5EF4-FFF2-40B4-BE49-F238E27FC236}">
                <a16:creationId xmlns:a16="http://schemas.microsoft.com/office/drawing/2014/main" id="{74B73BD9-45EB-4A93-9EA1-547133C42F39}"/>
              </a:ext>
            </a:extLst>
          </p:cNvPr>
          <p:cNvSpPr/>
          <p:nvPr userDrawn="1"/>
        </p:nvSpPr>
        <p:spPr>
          <a:xfrm>
            <a:off x="6809927" y="4618984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9" name="Parallelogram 30">
            <a:extLst>
              <a:ext uri="{FF2B5EF4-FFF2-40B4-BE49-F238E27FC236}">
                <a16:creationId xmlns:a16="http://schemas.microsoft.com/office/drawing/2014/main" id="{91D93BB2-E0F9-49CA-80DA-58285EFBCB69}"/>
              </a:ext>
            </a:extLst>
          </p:cNvPr>
          <p:cNvSpPr/>
          <p:nvPr userDrawn="1"/>
        </p:nvSpPr>
        <p:spPr>
          <a:xfrm flipH="1">
            <a:off x="11038458" y="2527766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Block Arc 14">
            <a:extLst>
              <a:ext uri="{FF2B5EF4-FFF2-40B4-BE49-F238E27FC236}">
                <a16:creationId xmlns:a16="http://schemas.microsoft.com/office/drawing/2014/main" id="{36937D06-CDB0-4D0D-B3C9-97FEBCC6CF31}"/>
              </a:ext>
            </a:extLst>
          </p:cNvPr>
          <p:cNvSpPr/>
          <p:nvPr userDrawn="1"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1" name="Block Arc 41">
            <a:extLst>
              <a:ext uri="{FF2B5EF4-FFF2-40B4-BE49-F238E27FC236}">
                <a16:creationId xmlns:a16="http://schemas.microsoft.com/office/drawing/2014/main" id="{0AB5E14F-5B6D-416B-ACFD-0A930C71D854}"/>
              </a:ext>
            </a:extLst>
          </p:cNvPr>
          <p:cNvSpPr/>
          <p:nvPr userDrawn="1"/>
        </p:nvSpPr>
        <p:spPr>
          <a:xfrm>
            <a:off x="9408551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2" name="Right Triangle 17">
            <a:extLst>
              <a:ext uri="{FF2B5EF4-FFF2-40B4-BE49-F238E27FC236}">
                <a16:creationId xmlns:a16="http://schemas.microsoft.com/office/drawing/2014/main" id="{D697D67B-86B5-48D6-AF8F-003178395FEF}"/>
              </a:ext>
            </a:extLst>
          </p:cNvPr>
          <p:cNvSpPr/>
          <p:nvPr userDrawn="1"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Oval 27">
            <a:extLst>
              <a:ext uri="{FF2B5EF4-FFF2-40B4-BE49-F238E27FC236}">
                <a16:creationId xmlns:a16="http://schemas.microsoft.com/office/drawing/2014/main" id="{DD945B12-BA52-4BC9-9FE2-5B73FC0224F3}"/>
              </a:ext>
            </a:extLst>
          </p:cNvPr>
          <p:cNvSpPr/>
          <p:nvPr userDrawn="1"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Parallelogram 15">
            <a:extLst>
              <a:ext uri="{FF2B5EF4-FFF2-40B4-BE49-F238E27FC236}">
                <a16:creationId xmlns:a16="http://schemas.microsoft.com/office/drawing/2014/main" id="{C554E01D-65BC-43FE-AB91-241ADD7BFDDF}"/>
              </a:ext>
            </a:extLst>
          </p:cNvPr>
          <p:cNvSpPr/>
          <p:nvPr userDrawn="1"/>
        </p:nvSpPr>
        <p:spPr>
          <a:xfrm rot="16200000">
            <a:off x="8536863" y="354513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Round Same Side Corner Rectangle 21">
            <a:extLst>
              <a:ext uri="{FF2B5EF4-FFF2-40B4-BE49-F238E27FC236}">
                <a16:creationId xmlns:a16="http://schemas.microsoft.com/office/drawing/2014/main" id="{4033428E-F956-4BF3-B750-0352B28419CC}"/>
              </a:ext>
            </a:extLst>
          </p:cNvPr>
          <p:cNvSpPr/>
          <p:nvPr userDrawn="1"/>
        </p:nvSpPr>
        <p:spPr>
          <a:xfrm rot="10800000">
            <a:off x="9311063" y="2543932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Oval 26">
            <a:extLst>
              <a:ext uri="{FF2B5EF4-FFF2-40B4-BE49-F238E27FC236}">
                <a16:creationId xmlns:a16="http://schemas.microsoft.com/office/drawing/2014/main" id="{7CB257E3-2496-4E62-AE15-1432750680B6}"/>
              </a:ext>
            </a:extLst>
          </p:cNvPr>
          <p:cNvSpPr/>
          <p:nvPr userDrawn="1"/>
        </p:nvSpPr>
        <p:spPr>
          <a:xfrm>
            <a:off x="6966942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7" name="Freeform 32">
            <a:extLst>
              <a:ext uri="{FF2B5EF4-FFF2-40B4-BE49-F238E27FC236}">
                <a16:creationId xmlns:a16="http://schemas.microsoft.com/office/drawing/2014/main" id="{ED530C27-9E0E-4BB8-BD32-44069C74DE36}"/>
              </a:ext>
            </a:extLst>
          </p:cNvPr>
          <p:cNvSpPr/>
          <p:nvPr userDrawn="1"/>
        </p:nvSpPr>
        <p:spPr>
          <a:xfrm>
            <a:off x="4360223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Rounded Rectangle 10">
            <a:extLst>
              <a:ext uri="{FF2B5EF4-FFF2-40B4-BE49-F238E27FC236}">
                <a16:creationId xmlns:a16="http://schemas.microsoft.com/office/drawing/2014/main" id="{559F0ADD-2CE2-45DD-8B16-BA2008B7BF71}"/>
              </a:ext>
            </a:extLst>
          </p:cNvPr>
          <p:cNvSpPr/>
          <p:nvPr userDrawn="1"/>
        </p:nvSpPr>
        <p:spPr>
          <a:xfrm>
            <a:off x="8534202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9" name="Rounded Rectangle 32">
            <a:extLst>
              <a:ext uri="{FF2B5EF4-FFF2-40B4-BE49-F238E27FC236}">
                <a16:creationId xmlns:a16="http://schemas.microsoft.com/office/drawing/2014/main" id="{2911F434-E89F-41A5-B71E-0ED32F2C304E}"/>
              </a:ext>
            </a:extLst>
          </p:cNvPr>
          <p:cNvSpPr/>
          <p:nvPr userDrawn="1"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0" name="Trapezoid 13">
            <a:extLst>
              <a:ext uri="{FF2B5EF4-FFF2-40B4-BE49-F238E27FC236}">
                <a16:creationId xmlns:a16="http://schemas.microsoft.com/office/drawing/2014/main" id="{7ED2A2AE-88F4-46A5-95F6-BCB6C58942FC}"/>
              </a:ext>
            </a:extLst>
          </p:cNvPr>
          <p:cNvSpPr/>
          <p:nvPr userDrawn="1"/>
        </p:nvSpPr>
        <p:spPr>
          <a:xfrm>
            <a:off x="5324216" y="2538243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28E3EAAD-2825-4DF8-903E-AD77D6FAA7DD}"/>
              </a:ext>
            </a:extLst>
          </p:cNvPr>
          <p:cNvSpPr/>
          <p:nvPr userDrawn="1"/>
        </p:nvSpPr>
        <p:spPr>
          <a:xfrm>
            <a:off x="7858216" y="252750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2" name="Rectangle 18">
            <a:extLst>
              <a:ext uri="{FF2B5EF4-FFF2-40B4-BE49-F238E27FC236}">
                <a16:creationId xmlns:a16="http://schemas.microsoft.com/office/drawing/2014/main" id="{745A5F19-D11A-401E-AE4F-A26F520E47F9}"/>
              </a:ext>
            </a:extLst>
          </p:cNvPr>
          <p:cNvSpPr/>
          <p:nvPr userDrawn="1"/>
        </p:nvSpPr>
        <p:spPr>
          <a:xfrm>
            <a:off x="6258752" y="2567175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3" name="Rounded Rectangle 25">
            <a:extLst>
              <a:ext uri="{FF2B5EF4-FFF2-40B4-BE49-F238E27FC236}">
                <a16:creationId xmlns:a16="http://schemas.microsoft.com/office/drawing/2014/main" id="{5D662E9C-B30C-42FF-B411-A43EF99F2C93}"/>
              </a:ext>
            </a:extLst>
          </p:cNvPr>
          <p:cNvSpPr/>
          <p:nvPr userDrawn="1"/>
        </p:nvSpPr>
        <p:spPr>
          <a:xfrm>
            <a:off x="7154498" y="2552022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4" name="Chord 14">
            <a:extLst>
              <a:ext uri="{FF2B5EF4-FFF2-40B4-BE49-F238E27FC236}">
                <a16:creationId xmlns:a16="http://schemas.microsoft.com/office/drawing/2014/main" id="{69AB8880-F38C-446A-A5F5-3580F0C2FEDC}"/>
              </a:ext>
            </a:extLst>
          </p:cNvPr>
          <p:cNvSpPr/>
          <p:nvPr userDrawn="1"/>
        </p:nvSpPr>
        <p:spPr>
          <a:xfrm>
            <a:off x="5919945" y="5535338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5" name="Rounded Rectangle 6">
            <a:extLst>
              <a:ext uri="{FF2B5EF4-FFF2-40B4-BE49-F238E27FC236}">
                <a16:creationId xmlns:a16="http://schemas.microsoft.com/office/drawing/2014/main" id="{86CA82EE-C191-4137-8B8B-8F983D3E15F7}"/>
              </a:ext>
            </a:extLst>
          </p:cNvPr>
          <p:cNvSpPr/>
          <p:nvPr userDrawn="1"/>
        </p:nvSpPr>
        <p:spPr>
          <a:xfrm>
            <a:off x="4411373" y="2471636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Oval 66">
            <a:extLst>
              <a:ext uri="{FF2B5EF4-FFF2-40B4-BE49-F238E27FC236}">
                <a16:creationId xmlns:a16="http://schemas.microsoft.com/office/drawing/2014/main" id="{A43B5836-41E6-439C-9725-0CDAF3EE4C46}"/>
              </a:ext>
            </a:extLst>
          </p:cNvPr>
          <p:cNvSpPr/>
          <p:nvPr userDrawn="1"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Isosceles Triangle 13">
            <a:extLst>
              <a:ext uri="{FF2B5EF4-FFF2-40B4-BE49-F238E27FC236}">
                <a16:creationId xmlns:a16="http://schemas.microsoft.com/office/drawing/2014/main" id="{56E2FA0A-F43C-4ACB-90C6-27423704CDFE}"/>
              </a:ext>
            </a:extLst>
          </p:cNvPr>
          <p:cNvSpPr/>
          <p:nvPr userDrawn="1"/>
        </p:nvSpPr>
        <p:spPr>
          <a:xfrm rot="10800000">
            <a:off x="5188220" y="5485943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Smiley Face 14">
            <a:extLst>
              <a:ext uri="{FF2B5EF4-FFF2-40B4-BE49-F238E27FC236}">
                <a16:creationId xmlns:a16="http://schemas.microsoft.com/office/drawing/2014/main" id="{09D82743-0B5E-4337-90A4-B5CF09CA7DE6}"/>
              </a:ext>
            </a:extLst>
          </p:cNvPr>
          <p:cNvSpPr/>
          <p:nvPr userDrawn="1"/>
        </p:nvSpPr>
        <p:spPr>
          <a:xfrm>
            <a:off x="761704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9" name="Smiley Face 12">
            <a:extLst>
              <a:ext uri="{FF2B5EF4-FFF2-40B4-BE49-F238E27FC236}">
                <a16:creationId xmlns:a16="http://schemas.microsoft.com/office/drawing/2014/main" id="{0566860C-D834-44A4-A178-530411C7B1E4}"/>
              </a:ext>
            </a:extLst>
          </p:cNvPr>
          <p:cNvSpPr/>
          <p:nvPr userDrawn="1"/>
        </p:nvSpPr>
        <p:spPr>
          <a:xfrm>
            <a:off x="1016062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0" name="Smiley Face 15">
            <a:extLst>
              <a:ext uri="{FF2B5EF4-FFF2-40B4-BE49-F238E27FC236}">
                <a16:creationId xmlns:a16="http://schemas.microsoft.com/office/drawing/2014/main" id="{ED33BD98-C9CF-484B-9CC7-00807AF17608}"/>
              </a:ext>
            </a:extLst>
          </p:cNvPr>
          <p:cNvSpPr/>
          <p:nvPr userDrawn="1"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1" name="Oval 37">
            <a:extLst>
              <a:ext uri="{FF2B5EF4-FFF2-40B4-BE49-F238E27FC236}">
                <a16:creationId xmlns:a16="http://schemas.microsoft.com/office/drawing/2014/main" id="{CA9BE018-D902-4D2A-82DB-C75ECA1B30B3}"/>
              </a:ext>
            </a:extLst>
          </p:cNvPr>
          <p:cNvSpPr/>
          <p:nvPr userDrawn="1"/>
        </p:nvSpPr>
        <p:spPr>
          <a:xfrm>
            <a:off x="11012576" y="5575424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Smiley Face 14">
            <a:extLst>
              <a:ext uri="{FF2B5EF4-FFF2-40B4-BE49-F238E27FC236}">
                <a16:creationId xmlns:a16="http://schemas.microsoft.com/office/drawing/2014/main" id="{DA4200B5-39AA-4786-80B9-5F6A73D8450F}"/>
              </a:ext>
            </a:extLst>
          </p:cNvPr>
          <p:cNvSpPr/>
          <p:nvPr userDrawn="1"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3" name="Rectangle 16">
            <a:extLst>
              <a:ext uri="{FF2B5EF4-FFF2-40B4-BE49-F238E27FC236}">
                <a16:creationId xmlns:a16="http://schemas.microsoft.com/office/drawing/2014/main" id="{703A31B3-B37C-49A1-AFA9-DFE5BEEF0750}"/>
              </a:ext>
            </a:extLst>
          </p:cNvPr>
          <p:cNvSpPr/>
          <p:nvPr userDrawn="1"/>
        </p:nvSpPr>
        <p:spPr>
          <a:xfrm rot="2700000">
            <a:off x="5325698" y="3520150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Rectangle 9">
            <a:extLst>
              <a:ext uri="{FF2B5EF4-FFF2-40B4-BE49-F238E27FC236}">
                <a16:creationId xmlns:a16="http://schemas.microsoft.com/office/drawing/2014/main" id="{D713021F-E765-4550-B0ED-651FC9EF0878}"/>
              </a:ext>
            </a:extLst>
          </p:cNvPr>
          <p:cNvSpPr/>
          <p:nvPr userDrawn="1"/>
        </p:nvSpPr>
        <p:spPr>
          <a:xfrm>
            <a:off x="4401174" y="3545247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5" name="Round Same Side Corner Rectangle 6">
            <a:extLst>
              <a:ext uri="{FF2B5EF4-FFF2-40B4-BE49-F238E27FC236}">
                <a16:creationId xmlns:a16="http://schemas.microsoft.com/office/drawing/2014/main" id="{34365974-5FB0-40E7-9B61-FAE8C300C501}"/>
              </a:ext>
            </a:extLst>
          </p:cNvPr>
          <p:cNvSpPr/>
          <p:nvPr userDrawn="1"/>
        </p:nvSpPr>
        <p:spPr>
          <a:xfrm rot="2700000">
            <a:off x="6979028" y="5476482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6" name="Frame 17">
            <a:extLst>
              <a:ext uri="{FF2B5EF4-FFF2-40B4-BE49-F238E27FC236}">
                <a16:creationId xmlns:a16="http://schemas.microsoft.com/office/drawing/2014/main" id="{42A8A7C4-9247-492B-A7A1-1F1CABAE9A7B}"/>
              </a:ext>
            </a:extLst>
          </p:cNvPr>
          <p:cNvSpPr/>
          <p:nvPr userDrawn="1"/>
        </p:nvSpPr>
        <p:spPr>
          <a:xfrm>
            <a:off x="4376235" y="4613417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7" name="Rounded Rectangle 5">
            <a:extLst>
              <a:ext uri="{FF2B5EF4-FFF2-40B4-BE49-F238E27FC236}">
                <a16:creationId xmlns:a16="http://schemas.microsoft.com/office/drawing/2014/main" id="{12A970F3-7DB6-497F-B5FF-EBA9D9D948E3}"/>
              </a:ext>
            </a:extLst>
          </p:cNvPr>
          <p:cNvSpPr/>
          <p:nvPr userDrawn="1"/>
        </p:nvSpPr>
        <p:spPr>
          <a:xfrm flipH="1">
            <a:off x="10102420" y="2554106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8" name="Teardrop 1">
            <a:extLst>
              <a:ext uri="{FF2B5EF4-FFF2-40B4-BE49-F238E27FC236}">
                <a16:creationId xmlns:a16="http://schemas.microsoft.com/office/drawing/2014/main" id="{82BF17C9-4BE3-4A66-B3B0-6BD009636B80}"/>
              </a:ext>
            </a:extLst>
          </p:cNvPr>
          <p:cNvSpPr/>
          <p:nvPr userDrawn="1"/>
        </p:nvSpPr>
        <p:spPr>
          <a:xfrm rot="18805991">
            <a:off x="10126692" y="1539348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9" name="Rectangle 130">
            <a:extLst>
              <a:ext uri="{FF2B5EF4-FFF2-40B4-BE49-F238E27FC236}">
                <a16:creationId xmlns:a16="http://schemas.microsoft.com/office/drawing/2014/main" id="{D62F2688-C7D6-42A5-AB04-5CFAD4DB9C7D}"/>
              </a:ext>
            </a:extLst>
          </p:cNvPr>
          <p:cNvSpPr/>
          <p:nvPr userDrawn="1"/>
        </p:nvSpPr>
        <p:spPr>
          <a:xfrm>
            <a:off x="10932820" y="1539414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0" name="Right Triangle 17">
            <a:extLst>
              <a:ext uri="{FF2B5EF4-FFF2-40B4-BE49-F238E27FC236}">
                <a16:creationId xmlns:a16="http://schemas.microsoft.com/office/drawing/2014/main" id="{EEF6EF87-20D9-4B93-818C-0FA8D36537A0}"/>
              </a:ext>
            </a:extLst>
          </p:cNvPr>
          <p:cNvSpPr>
            <a:spLocks noChangeAspect="1"/>
          </p:cNvSpPr>
          <p:nvPr userDrawn="1"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1" name="Right Triangle 17">
            <a:extLst>
              <a:ext uri="{FF2B5EF4-FFF2-40B4-BE49-F238E27FC236}">
                <a16:creationId xmlns:a16="http://schemas.microsoft.com/office/drawing/2014/main" id="{D43A026B-54B2-4974-9AAE-BF039966D325}"/>
              </a:ext>
            </a:extLst>
          </p:cNvPr>
          <p:cNvSpPr>
            <a:spLocks noChangeAspect="1"/>
          </p:cNvSpPr>
          <p:nvPr userDrawn="1"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2" name="Right Triangle 17">
            <a:extLst>
              <a:ext uri="{FF2B5EF4-FFF2-40B4-BE49-F238E27FC236}">
                <a16:creationId xmlns:a16="http://schemas.microsoft.com/office/drawing/2014/main" id="{4FD9494A-1472-4193-9695-7C9990E99421}"/>
              </a:ext>
            </a:extLst>
          </p:cNvPr>
          <p:cNvSpPr>
            <a:spLocks noChangeAspect="1"/>
          </p:cNvSpPr>
          <p:nvPr userDrawn="1"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3" name="Oval 44">
            <a:extLst>
              <a:ext uri="{FF2B5EF4-FFF2-40B4-BE49-F238E27FC236}">
                <a16:creationId xmlns:a16="http://schemas.microsoft.com/office/drawing/2014/main" id="{38C0F446-538E-43FE-A757-D49DA92C8D53}"/>
              </a:ext>
            </a:extLst>
          </p:cNvPr>
          <p:cNvSpPr>
            <a:spLocks noChangeAspect="1"/>
          </p:cNvSpPr>
          <p:nvPr userDrawn="1"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469027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c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492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c</a:t>
            </a:r>
          </a:p>
        </p:txBody>
      </p:sp>
      <p:sp>
        <p:nvSpPr>
          <p:cNvPr id="62" name="Isosceles Triangle 68">
            <a:extLst>
              <a:ext uri="{FF2B5EF4-FFF2-40B4-BE49-F238E27FC236}">
                <a16:creationId xmlns:a16="http://schemas.microsoft.com/office/drawing/2014/main" id="{D99096BC-329A-4AE6-A6BF-AA90B57FE3E9}"/>
              </a:ext>
            </a:extLst>
          </p:cNvPr>
          <p:cNvSpPr/>
          <p:nvPr userDrawn="1"/>
        </p:nvSpPr>
        <p:spPr>
          <a:xfrm rot="10800000">
            <a:off x="7871934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3" name="Rectangle 9">
            <a:extLst>
              <a:ext uri="{FF2B5EF4-FFF2-40B4-BE49-F238E27FC236}">
                <a16:creationId xmlns:a16="http://schemas.microsoft.com/office/drawing/2014/main" id="{652BFBCC-A154-456D-B88A-D590B46C8DF6}"/>
              </a:ext>
            </a:extLst>
          </p:cNvPr>
          <p:cNvSpPr/>
          <p:nvPr userDrawn="1"/>
        </p:nvSpPr>
        <p:spPr>
          <a:xfrm>
            <a:off x="8435540" y="4689594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Isosceles Triangle 8">
            <a:extLst>
              <a:ext uri="{FF2B5EF4-FFF2-40B4-BE49-F238E27FC236}">
                <a16:creationId xmlns:a16="http://schemas.microsoft.com/office/drawing/2014/main" id="{F5EE1CA0-A254-4EA1-8623-DDDFBDAA4966}"/>
              </a:ext>
            </a:extLst>
          </p:cNvPr>
          <p:cNvSpPr/>
          <p:nvPr userDrawn="1"/>
        </p:nvSpPr>
        <p:spPr>
          <a:xfrm rot="16200000">
            <a:off x="4359308" y="3634371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Donut 8">
            <a:extLst>
              <a:ext uri="{FF2B5EF4-FFF2-40B4-BE49-F238E27FC236}">
                <a16:creationId xmlns:a16="http://schemas.microsoft.com/office/drawing/2014/main" id="{C9DA9C81-5E8F-4752-B784-9157BEAFFDC2}"/>
              </a:ext>
            </a:extLst>
          </p:cNvPr>
          <p:cNvSpPr/>
          <p:nvPr userDrawn="1"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Freeform 18">
            <a:extLst>
              <a:ext uri="{FF2B5EF4-FFF2-40B4-BE49-F238E27FC236}">
                <a16:creationId xmlns:a16="http://schemas.microsoft.com/office/drawing/2014/main" id="{A7A0247A-5EC4-491E-8B0F-CCDDFBBCFB3D}"/>
              </a:ext>
            </a:extLst>
          </p:cNvPr>
          <p:cNvSpPr/>
          <p:nvPr userDrawn="1"/>
        </p:nvSpPr>
        <p:spPr>
          <a:xfrm>
            <a:off x="10104940" y="4747559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Oval 7">
            <a:extLst>
              <a:ext uri="{FF2B5EF4-FFF2-40B4-BE49-F238E27FC236}">
                <a16:creationId xmlns:a16="http://schemas.microsoft.com/office/drawing/2014/main" id="{F720C20D-8E94-469D-90EE-E9E148C452DA}"/>
              </a:ext>
            </a:extLst>
          </p:cNvPr>
          <p:cNvSpPr/>
          <p:nvPr userDrawn="1"/>
        </p:nvSpPr>
        <p:spPr>
          <a:xfrm>
            <a:off x="10252271" y="3641889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Freeform 20">
            <a:extLst>
              <a:ext uri="{FF2B5EF4-FFF2-40B4-BE49-F238E27FC236}">
                <a16:creationId xmlns:a16="http://schemas.microsoft.com/office/drawing/2014/main" id="{F92214EF-EFBD-438D-A361-BB227931B087}"/>
              </a:ext>
            </a:extLst>
          </p:cNvPr>
          <p:cNvSpPr/>
          <p:nvPr userDrawn="1"/>
        </p:nvSpPr>
        <p:spPr>
          <a:xfrm>
            <a:off x="10998217" y="5652772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Rounded Rectangle 25">
            <a:extLst>
              <a:ext uri="{FF2B5EF4-FFF2-40B4-BE49-F238E27FC236}">
                <a16:creationId xmlns:a16="http://schemas.microsoft.com/office/drawing/2014/main" id="{3BEF3877-94E0-49C1-83D7-0FA8DD85D799}"/>
              </a:ext>
            </a:extLst>
          </p:cNvPr>
          <p:cNvSpPr/>
          <p:nvPr userDrawn="1"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Block Arc 41">
            <a:extLst>
              <a:ext uri="{FF2B5EF4-FFF2-40B4-BE49-F238E27FC236}">
                <a16:creationId xmlns:a16="http://schemas.microsoft.com/office/drawing/2014/main" id="{2EEFE92B-00F7-48C8-B1C0-2A0A30FCFA85}"/>
              </a:ext>
            </a:extLst>
          </p:cNvPr>
          <p:cNvSpPr/>
          <p:nvPr userDrawn="1"/>
        </p:nvSpPr>
        <p:spPr>
          <a:xfrm>
            <a:off x="9454085" y="5654191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1" name="Round Same Side Corner Rectangle 11">
            <a:extLst>
              <a:ext uri="{FF2B5EF4-FFF2-40B4-BE49-F238E27FC236}">
                <a16:creationId xmlns:a16="http://schemas.microsoft.com/office/drawing/2014/main" id="{6A0A557C-20A2-4492-B8CC-638631CBCF02}"/>
              </a:ext>
            </a:extLst>
          </p:cNvPr>
          <p:cNvSpPr/>
          <p:nvPr userDrawn="1"/>
        </p:nvSpPr>
        <p:spPr>
          <a:xfrm rot="9900000">
            <a:off x="10208910" y="1534987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Donut 39">
            <a:extLst>
              <a:ext uri="{FF2B5EF4-FFF2-40B4-BE49-F238E27FC236}">
                <a16:creationId xmlns:a16="http://schemas.microsoft.com/office/drawing/2014/main" id="{633E4859-8300-4518-80F6-EC54F4F95AAF}"/>
              </a:ext>
            </a:extLst>
          </p:cNvPr>
          <p:cNvSpPr/>
          <p:nvPr userDrawn="1"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3" name="Freeform 25">
            <a:extLst>
              <a:ext uri="{FF2B5EF4-FFF2-40B4-BE49-F238E27FC236}">
                <a16:creationId xmlns:a16="http://schemas.microsoft.com/office/drawing/2014/main" id="{D8AE07F3-9AEB-4154-84E2-CE4C868199E9}"/>
              </a:ext>
            </a:extLst>
          </p:cNvPr>
          <p:cNvSpPr/>
          <p:nvPr userDrawn="1"/>
        </p:nvSpPr>
        <p:spPr>
          <a:xfrm>
            <a:off x="8766358" y="3640606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ectangle 36">
            <a:extLst>
              <a:ext uri="{FF2B5EF4-FFF2-40B4-BE49-F238E27FC236}">
                <a16:creationId xmlns:a16="http://schemas.microsoft.com/office/drawing/2014/main" id="{85DC4D1F-47F3-4C47-BB83-574DB1C8E46C}"/>
              </a:ext>
            </a:extLst>
          </p:cNvPr>
          <p:cNvSpPr/>
          <p:nvPr userDrawn="1"/>
        </p:nvSpPr>
        <p:spPr>
          <a:xfrm>
            <a:off x="5164740" y="4708915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Rounded Rectangle 27">
            <a:extLst>
              <a:ext uri="{FF2B5EF4-FFF2-40B4-BE49-F238E27FC236}">
                <a16:creationId xmlns:a16="http://schemas.microsoft.com/office/drawing/2014/main" id="{B6C044CE-B8CC-438A-9723-8B3C74F983A9}"/>
              </a:ext>
            </a:extLst>
          </p:cNvPr>
          <p:cNvSpPr/>
          <p:nvPr userDrawn="1"/>
        </p:nvSpPr>
        <p:spPr>
          <a:xfrm>
            <a:off x="8316455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3417A874-37C0-4736-BBC8-830C8000474C}"/>
              </a:ext>
            </a:extLst>
          </p:cNvPr>
          <p:cNvSpPr/>
          <p:nvPr userDrawn="1"/>
        </p:nvSpPr>
        <p:spPr>
          <a:xfrm>
            <a:off x="9257631" y="1515680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Chord 15">
            <a:extLst>
              <a:ext uri="{FF2B5EF4-FFF2-40B4-BE49-F238E27FC236}">
                <a16:creationId xmlns:a16="http://schemas.microsoft.com/office/drawing/2014/main" id="{EEA51D8A-5563-40BD-B745-F24F62B044C1}"/>
              </a:ext>
            </a:extLst>
          </p:cNvPr>
          <p:cNvSpPr/>
          <p:nvPr userDrawn="1"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Rectangle 16">
            <a:extLst>
              <a:ext uri="{FF2B5EF4-FFF2-40B4-BE49-F238E27FC236}">
                <a16:creationId xmlns:a16="http://schemas.microsoft.com/office/drawing/2014/main" id="{D1676F50-C267-4C38-AD20-49A9AC270444}"/>
              </a:ext>
            </a:extLst>
          </p:cNvPr>
          <p:cNvSpPr/>
          <p:nvPr userDrawn="1"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Rounded Rectangle 6">
            <a:extLst>
              <a:ext uri="{FF2B5EF4-FFF2-40B4-BE49-F238E27FC236}">
                <a16:creationId xmlns:a16="http://schemas.microsoft.com/office/drawing/2014/main" id="{82B7A2F5-C0B1-41B5-8A18-5FFEABF255F0}"/>
              </a:ext>
            </a:extLst>
          </p:cNvPr>
          <p:cNvSpPr/>
          <p:nvPr userDrawn="1"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B112BFD8-59FC-4E81-88B7-90EBC01F4EA0}"/>
              </a:ext>
            </a:extLst>
          </p:cNvPr>
          <p:cNvSpPr/>
          <p:nvPr userDrawn="1"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Rounded Rectangle 6">
            <a:extLst>
              <a:ext uri="{FF2B5EF4-FFF2-40B4-BE49-F238E27FC236}">
                <a16:creationId xmlns:a16="http://schemas.microsoft.com/office/drawing/2014/main" id="{3386A823-EAD8-49E5-ABE0-2E9DC291FF25}"/>
              </a:ext>
            </a:extLst>
          </p:cNvPr>
          <p:cNvSpPr/>
          <p:nvPr userDrawn="1"/>
        </p:nvSpPr>
        <p:spPr>
          <a:xfrm>
            <a:off x="695171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Rounded Rectangle 6">
            <a:extLst>
              <a:ext uri="{FF2B5EF4-FFF2-40B4-BE49-F238E27FC236}">
                <a16:creationId xmlns:a16="http://schemas.microsoft.com/office/drawing/2014/main" id="{7949C1B1-2E6E-4A91-9531-48AC4289F9BC}"/>
              </a:ext>
            </a:extLst>
          </p:cNvPr>
          <p:cNvSpPr/>
          <p:nvPr userDrawn="1"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Teardrop 6">
            <a:extLst>
              <a:ext uri="{FF2B5EF4-FFF2-40B4-BE49-F238E27FC236}">
                <a16:creationId xmlns:a16="http://schemas.microsoft.com/office/drawing/2014/main" id="{2B487B58-0B30-4EF3-AFFC-79F3A72C7454}"/>
              </a:ext>
            </a:extLst>
          </p:cNvPr>
          <p:cNvSpPr/>
          <p:nvPr userDrawn="1"/>
        </p:nvSpPr>
        <p:spPr>
          <a:xfrm rot="8100000">
            <a:off x="11057693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Donut 24">
            <a:extLst>
              <a:ext uri="{FF2B5EF4-FFF2-40B4-BE49-F238E27FC236}">
                <a16:creationId xmlns:a16="http://schemas.microsoft.com/office/drawing/2014/main" id="{DA65A867-32D5-42FE-9CA6-78352D170AD5}"/>
              </a:ext>
            </a:extLst>
          </p:cNvPr>
          <p:cNvSpPr/>
          <p:nvPr userDrawn="1"/>
        </p:nvSpPr>
        <p:spPr>
          <a:xfrm>
            <a:off x="5773604" y="2544635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5" name="Chord 38">
            <a:extLst>
              <a:ext uri="{FF2B5EF4-FFF2-40B4-BE49-F238E27FC236}">
                <a16:creationId xmlns:a16="http://schemas.microsoft.com/office/drawing/2014/main" id="{71FECBDE-204F-44E3-B909-54AC009E317E}"/>
              </a:ext>
            </a:extLst>
          </p:cNvPr>
          <p:cNvSpPr/>
          <p:nvPr userDrawn="1"/>
        </p:nvSpPr>
        <p:spPr>
          <a:xfrm>
            <a:off x="6733448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Heart 38">
            <a:extLst>
              <a:ext uri="{FF2B5EF4-FFF2-40B4-BE49-F238E27FC236}">
                <a16:creationId xmlns:a16="http://schemas.microsoft.com/office/drawing/2014/main" id="{999F14DA-65E6-4207-85B2-E2C3ABC93A9F}"/>
              </a:ext>
            </a:extLst>
          </p:cNvPr>
          <p:cNvSpPr/>
          <p:nvPr userDrawn="1"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ound Same Side Corner Rectangle 19">
            <a:extLst>
              <a:ext uri="{FF2B5EF4-FFF2-40B4-BE49-F238E27FC236}">
                <a16:creationId xmlns:a16="http://schemas.microsoft.com/office/drawing/2014/main" id="{FAC90013-AC2E-4966-B540-9E816AE7D607}"/>
              </a:ext>
            </a:extLst>
          </p:cNvPr>
          <p:cNvSpPr/>
          <p:nvPr userDrawn="1"/>
        </p:nvSpPr>
        <p:spPr>
          <a:xfrm>
            <a:off x="10301960" y="5685084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Rectangle 23">
            <a:extLst>
              <a:ext uri="{FF2B5EF4-FFF2-40B4-BE49-F238E27FC236}">
                <a16:creationId xmlns:a16="http://schemas.microsoft.com/office/drawing/2014/main" id="{01207D31-CCAB-4727-ACDE-8F94B9BA02F8}"/>
              </a:ext>
            </a:extLst>
          </p:cNvPr>
          <p:cNvSpPr/>
          <p:nvPr userDrawn="1"/>
        </p:nvSpPr>
        <p:spPr>
          <a:xfrm>
            <a:off x="4242330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Oval 31">
            <a:extLst>
              <a:ext uri="{FF2B5EF4-FFF2-40B4-BE49-F238E27FC236}">
                <a16:creationId xmlns:a16="http://schemas.microsoft.com/office/drawing/2014/main" id="{6B56B6DB-D98D-4ECB-81A8-175A2C46A8BF}"/>
              </a:ext>
            </a:extLst>
          </p:cNvPr>
          <p:cNvSpPr/>
          <p:nvPr userDrawn="1"/>
        </p:nvSpPr>
        <p:spPr>
          <a:xfrm>
            <a:off x="8665030" y="5684794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ectangle 23">
            <a:extLst>
              <a:ext uri="{FF2B5EF4-FFF2-40B4-BE49-F238E27FC236}">
                <a16:creationId xmlns:a16="http://schemas.microsoft.com/office/drawing/2014/main" id="{9E52E1C7-883C-47E0-9579-47ECD7DFF2D9}"/>
              </a:ext>
            </a:extLst>
          </p:cNvPr>
          <p:cNvSpPr/>
          <p:nvPr userDrawn="1"/>
        </p:nvSpPr>
        <p:spPr>
          <a:xfrm>
            <a:off x="5963174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Oval 31">
            <a:extLst>
              <a:ext uri="{FF2B5EF4-FFF2-40B4-BE49-F238E27FC236}">
                <a16:creationId xmlns:a16="http://schemas.microsoft.com/office/drawing/2014/main" id="{12713F61-1505-444E-A0F4-8998359F049F}"/>
              </a:ext>
            </a:extLst>
          </p:cNvPr>
          <p:cNvSpPr/>
          <p:nvPr userDrawn="1"/>
        </p:nvSpPr>
        <p:spPr>
          <a:xfrm>
            <a:off x="6939606" y="5653380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Teardrop 17">
            <a:extLst>
              <a:ext uri="{FF2B5EF4-FFF2-40B4-BE49-F238E27FC236}">
                <a16:creationId xmlns:a16="http://schemas.microsoft.com/office/drawing/2014/main" id="{836EA788-3C4A-4D25-91B3-B5DAA7810744}"/>
              </a:ext>
            </a:extLst>
          </p:cNvPr>
          <p:cNvSpPr/>
          <p:nvPr userDrawn="1"/>
        </p:nvSpPr>
        <p:spPr>
          <a:xfrm rot="18900000">
            <a:off x="5204982" y="5698880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3" name="Rectangle 23">
            <a:extLst>
              <a:ext uri="{FF2B5EF4-FFF2-40B4-BE49-F238E27FC236}">
                <a16:creationId xmlns:a16="http://schemas.microsoft.com/office/drawing/2014/main" id="{091CABD7-0394-4D40-A3C6-AB96417218D4}"/>
              </a:ext>
            </a:extLst>
          </p:cNvPr>
          <p:cNvSpPr/>
          <p:nvPr userDrawn="1"/>
        </p:nvSpPr>
        <p:spPr>
          <a:xfrm>
            <a:off x="7804030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Round Same Side Corner Rectangle 8">
            <a:extLst>
              <a:ext uri="{FF2B5EF4-FFF2-40B4-BE49-F238E27FC236}">
                <a16:creationId xmlns:a16="http://schemas.microsoft.com/office/drawing/2014/main" id="{1FC01CD9-C1C9-4EE2-BBFC-1859BC52B38D}"/>
              </a:ext>
            </a:extLst>
          </p:cNvPr>
          <p:cNvSpPr/>
          <p:nvPr userDrawn="1"/>
        </p:nvSpPr>
        <p:spPr>
          <a:xfrm>
            <a:off x="4455730" y="1450295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Round Same Side Corner Rectangle 20">
            <a:extLst>
              <a:ext uri="{FF2B5EF4-FFF2-40B4-BE49-F238E27FC236}">
                <a16:creationId xmlns:a16="http://schemas.microsoft.com/office/drawing/2014/main" id="{836141F5-DC41-46C1-AE42-7A36130CD69D}"/>
              </a:ext>
            </a:extLst>
          </p:cNvPr>
          <p:cNvSpPr/>
          <p:nvPr userDrawn="1"/>
        </p:nvSpPr>
        <p:spPr>
          <a:xfrm rot="10800000">
            <a:off x="5042893" y="1447239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Donut 87">
            <a:extLst>
              <a:ext uri="{FF2B5EF4-FFF2-40B4-BE49-F238E27FC236}">
                <a16:creationId xmlns:a16="http://schemas.microsoft.com/office/drawing/2014/main" id="{F117A3DB-2B64-4708-92CE-9CD1A0078161}"/>
              </a:ext>
            </a:extLst>
          </p:cNvPr>
          <p:cNvSpPr/>
          <p:nvPr userDrawn="1"/>
        </p:nvSpPr>
        <p:spPr>
          <a:xfrm>
            <a:off x="5691893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7" name="Donut 90">
            <a:extLst>
              <a:ext uri="{FF2B5EF4-FFF2-40B4-BE49-F238E27FC236}">
                <a16:creationId xmlns:a16="http://schemas.microsoft.com/office/drawing/2014/main" id="{E48F1448-43CB-4518-9623-3AA69ED79F98}"/>
              </a:ext>
            </a:extLst>
          </p:cNvPr>
          <p:cNvSpPr/>
          <p:nvPr userDrawn="1"/>
        </p:nvSpPr>
        <p:spPr>
          <a:xfrm>
            <a:off x="6568402" y="1501877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8" name="Oval 6">
            <a:extLst>
              <a:ext uri="{FF2B5EF4-FFF2-40B4-BE49-F238E27FC236}">
                <a16:creationId xmlns:a16="http://schemas.microsoft.com/office/drawing/2014/main" id="{0FCC96CE-38E3-444A-AE0C-91063B906200}"/>
              </a:ext>
            </a:extLst>
          </p:cNvPr>
          <p:cNvSpPr/>
          <p:nvPr userDrawn="1"/>
        </p:nvSpPr>
        <p:spPr>
          <a:xfrm>
            <a:off x="7560710" y="2604583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9" name="Block Arc 25">
            <a:extLst>
              <a:ext uri="{FF2B5EF4-FFF2-40B4-BE49-F238E27FC236}">
                <a16:creationId xmlns:a16="http://schemas.microsoft.com/office/drawing/2014/main" id="{76D1FECF-A1ED-449A-B217-CCE23709CA38}"/>
              </a:ext>
            </a:extLst>
          </p:cNvPr>
          <p:cNvSpPr/>
          <p:nvPr userDrawn="1"/>
        </p:nvSpPr>
        <p:spPr>
          <a:xfrm>
            <a:off x="5081797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0" name="Block Arc 31">
            <a:extLst>
              <a:ext uri="{FF2B5EF4-FFF2-40B4-BE49-F238E27FC236}">
                <a16:creationId xmlns:a16="http://schemas.microsoft.com/office/drawing/2014/main" id="{6D5EA139-369F-4956-9B11-282159C01BC5}"/>
              </a:ext>
            </a:extLst>
          </p:cNvPr>
          <p:cNvSpPr/>
          <p:nvPr userDrawn="1"/>
        </p:nvSpPr>
        <p:spPr>
          <a:xfrm>
            <a:off x="8411005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1" name="Freeform 53">
            <a:extLst>
              <a:ext uri="{FF2B5EF4-FFF2-40B4-BE49-F238E27FC236}">
                <a16:creationId xmlns:a16="http://schemas.microsoft.com/office/drawing/2014/main" id="{B34F68FE-7F1F-4593-930E-9C4CEB4990EF}"/>
              </a:ext>
            </a:extLst>
          </p:cNvPr>
          <p:cNvSpPr/>
          <p:nvPr userDrawn="1"/>
        </p:nvSpPr>
        <p:spPr>
          <a:xfrm>
            <a:off x="10130939" y="2599748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Block Arc 10">
            <a:extLst>
              <a:ext uri="{FF2B5EF4-FFF2-40B4-BE49-F238E27FC236}">
                <a16:creationId xmlns:a16="http://schemas.microsoft.com/office/drawing/2014/main" id="{D5FB96F4-EDEC-4C07-8C6D-E1C7D38EB200}"/>
              </a:ext>
            </a:extLst>
          </p:cNvPr>
          <p:cNvSpPr/>
          <p:nvPr userDrawn="1"/>
        </p:nvSpPr>
        <p:spPr>
          <a:xfrm>
            <a:off x="10959168" y="4745774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3" name="Freeform 55">
            <a:extLst>
              <a:ext uri="{FF2B5EF4-FFF2-40B4-BE49-F238E27FC236}">
                <a16:creationId xmlns:a16="http://schemas.microsoft.com/office/drawing/2014/main" id="{FC142A53-45C9-40AC-BC0B-20F3E2210879}"/>
              </a:ext>
            </a:extLst>
          </p:cNvPr>
          <p:cNvSpPr/>
          <p:nvPr userDrawn="1"/>
        </p:nvSpPr>
        <p:spPr>
          <a:xfrm>
            <a:off x="4423300" y="2468550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Round Same Side Corner Rectangle 36">
            <a:extLst>
              <a:ext uri="{FF2B5EF4-FFF2-40B4-BE49-F238E27FC236}">
                <a16:creationId xmlns:a16="http://schemas.microsoft.com/office/drawing/2014/main" id="{4666857F-712E-4630-AF16-FACFA6785428}"/>
              </a:ext>
            </a:extLst>
          </p:cNvPr>
          <p:cNvSpPr/>
          <p:nvPr userDrawn="1"/>
        </p:nvSpPr>
        <p:spPr>
          <a:xfrm>
            <a:off x="9209300" y="262689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5" name="Oval 21">
            <a:extLst>
              <a:ext uri="{FF2B5EF4-FFF2-40B4-BE49-F238E27FC236}">
                <a16:creationId xmlns:a16="http://schemas.microsoft.com/office/drawing/2014/main" id="{A349ACC0-5B39-4BE6-9C2A-9E79798FF07F}"/>
              </a:ext>
            </a:extLst>
          </p:cNvPr>
          <p:cNvSpPr>
            <a:spLocks noChangeAspect="1"/>
          </p:cNvSpPr>
          <p:nvPr userDrawn="1"/>
        </p:nvSpPr>
        <p:spPr>
          <a:xfrm>
            <a:off x="7052100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6" name="Oval 32">
            <a:extLst>
              <a:ext uri="{FF2B5EF4-FFF2-40B4-BE49-F238E27FC236}">
                <a16:creationId xmlns:a16="http://schemas.microsoft.com/office/drawing/2014/main" id="{4DA77867-6C00-40DC-B665-8D7356E0F92B}"/>
              </a:ext>
            </a:extLst>
          </p:cNvPr>
          <p:cNvSpPr/>
          <p:nvPr userDrawn="1"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930296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d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d</a:t>
            </a:r>
          </a:p>
        </p:txBody>
      </p:sp>
      <p:sp>
        <p:nvSpPr>
          <p:cNvPr id="67" name="Teardrop 9">
            <a:extLst>
              <a:ext uri="{FF2B5EF4-FFF2-40B4-BE49-F238E27FC236}">
                <a16:creationId xmlns:a16="http://schemas.microsoft.com/office/drawing/2014/main" id="{8F3EFA02-572C-402D-B2A7-858E93964A06}"/>
              </a:ext>
            </a:extLst>
          </p:cNvPr>
          <p:cNvSpPr>
            <a:spLocks noChangeAspect="1"/>
          </p:cNvSpPr>
          <p:nvPr userDrawn="1"/>
        </p:nvSpPr>
        <p:spPr>
          <a:xfrm rot="18900000">
            <a:off x="9628730" y="2463456"/>
            <a:ext cx="512877" cy="428096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9" name="Donut 22">
            <a:extLst>
              <a:ext uri="{FF2B5EF4-FFF2-40B4-BE49-F238E27FC236}">
                <a16:creationId xmlns:a16="http://schemas.microsoft.com/office/drawing/2014/main" id="{BD72AC63-D535-48BE-BB6A-414EF935BA05}"/>
              </a:ext>
            </a:extLst>
          </p:cNvPr>
          <p:cNvSpPr>
            <a:spLocks noChangeAspect="1"/>
          </p:cNvSpPr>
          <p:nvPr userDrawn="1"/>
        </p:nvSpPr>
        <p:spPr>
          <a:xfrm>
            <a:off x="8851032" y="2572309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9" name="Freeform 108">
            <a:extLst>
              <a:ext uri="{FF2B5EF4-FFF2-40B4-BE49-F238E27FC236}">
                <a16:creationId xmlns:a16="http://schemas.microsoft.com/office/drawing/2014/main" id="{3E97A564-77F8-4357-845E-E47178E544A4}"/>
              </a:ext>
            </a:extLst>
          </p:cNvPr>
          <p:cNvSpPr/>
          <p:nvPr userDrawn="1"/>
        </p:nvSpPr>
        <p:spPr>
          <a:xfrm>
            <a:off x="7191835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Oval 8">
            <a:extLst>
              <a:ext uri="{FF2B5EF4-FFF2-40B4-BE49-F238E27FC236}">
                <a16:creationId xmlns:a16="http://schemas.microsoft.com/office/drawing/2014/main" id="{87876D39-A472-4F5B-A065-D6655705A017}"/>
              </a:ext>
            </a:extLst>
          </p:cNvPr>
          <p:cNvSpPr/>
          <p:nvPr userDrawn="1"/>
        </p:nvSpPr>
        <p:spPr>
          <a:xfrm>
            <a:off x="8026937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81" name="Group 110">
            <a:extLst>
              <a:ext uri="{FF2B5EF4-FFF2-40B4-BE49-F238E27FC236}">
                <a16:creationId xmlns:a16="http://schemas.microsoft.com/office/drawing/2014/main" id="{51803928-13A3-4D6B-BB5C-38875510B7EF}"/>
              </a:ext>
            </a:extLst>
          </p:cNvPr>
          <p:cNvGrpSpPr/>
          <p:nvPr userDrawn="1"/>
        </p:nvGrpSpPr>
        <p:grpSpPr>
          <a:xfrm>
            <a:off x="6353199" y="2416730"/>
            <a:ext cx="501857" cy="554554"/>
            <a:chOff x="4835382" y="73243"/>
            <a:chExt cx="2920830" cy="3227535"/>
          </a:xfrm>
          <a:solidFill>
            <a:schemeClr val="bg1">
              <a:lumMod val="50000"/>
            </a:schemeClr>
          </a:solidFill>
        </p:grpSpPr>
        <p:sp>
          <p:nvSpPr>
            <p:cNvPr id="82" name="Freeform 111">
              <a:extLst>
                <a:ext uri="{FF2B5EF4-FFF2-40B4-BE49-F238E27FC236}">
                  <a16:creationId xmlns:a16="http://schemas.microsoft.com/office/drawing/2014/main" id="{94947049-4381-4CAB-A09D-8032312B4462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3" name="Oval 37">
              <a:extLst>
                <a:ext uri="{FF2B5EF4-FFF2-40B4-BE49-F238E27FC236}">
                  <a16:creationId xmlns:a16="http://schemas.microsoft.com/office/drawing/2014/main" id="{777ADC0E-5E07-4489-8D6F-2EC850284065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84" name="Rectangle 19">
            <a:extLst>
              <a:ext uri="{FF2B5EF4-FFF2-40B4-BE49-F238E27FC236}">
                <a16:creationId xmlns:a16="http://schemas.microsoft.com/office/drawing/2014/main" id="{2F06181C-847F-40DF-87F7-F4665221F59B}"/>
              </a:ext>
            </a:extLst>
          </p:cNvPr>
          <p:cNvSpPr/>
          <p:nvPr userDrawn="1"/>
        </p:nvSpPr>
        <p:spPr>
          <a:xfrm>
            <a:off x="5542040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ounded Rectangle 31">
            <a:extLst>
              <a:ext uri="{FF2B5EF4-FFF2-40B4-BE49-F238E27FC236}">
                <a16:creationId xmlns:a16="http://schemas.microsoft.com/office/drawing/2014/main" id="{9A53D727-5CF8-4F81-A3FE-E40A1BCF0018}"/>
              </a:ext>
            </a:extLst>
          </p:cNvPr>
          <p:cNvSpPr>
            <a:spLocks noChangeAspect="1"/>
          </p:cNvSpPr>
          <p:nvPr userDrawn="1"/>
        </p:nvSpPr>
        <p:spPr>
          <a:xfrm>
            <a:off x="5580598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Oval 47">
            <a:extLst>
              <a:ext uri="{FF2B5EF4-FFF2-40B4-BE49-F238E27FC236}">
                <a16:creationId xmlns:a16="http://schemas.microsoft.com/office/drawing/2014/main" id="{5DD41494-7BB8-4DD8-BA6E-DB8BE87CC239}"/>
              </a:ext>
            </a:extLst>
          </p:cNvPr>
          <p:cNvSpPr>
            <a:spLocks noChangeAspect="1"/>
          </p:cNvSpPr>
          <p:nvPr userDrawn="1"/>
        </p:nvSpPr>
        <p:spPr>
          <a:xfrm>
            <a:off x="8847296" y="4500774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Oval 50">
            <a:extLst>
              <a:ext uri="{FF2B5EF4-FFF2-40B4-BE49-F238E27FC236}">
                <a16:creationId xmlns:a16="http://schemas.microsoft.com/office/drawing/2014/main" id="{C62A3CDD-75C2-400E-AB0B-8C0749B75158}"/>
              </a:ext>
            </a:extLst>
          </p:cNvPr>
          <p:cNvSpPr>
            <a:spLocks noChangeAspect="1"/>
          </p:cNvSpPr>
          <p:nvPr userDrawn="1"/>
        </p:nvSpPr>
        <p:spPr>
          <a:xfrm>
            <a:off x="6369580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Heart 17">
            <a:extLst>
              <a:ext uri="{FF2B5EF4-FFF2-40B4-BE49-F238E27FC236}">
                <a16:creationId xmlns:a16="http://schemas.microsoft.com/office/drawing/2014/main" id="{9AECB8D8-DE7E-441E-A7D8-011002AA5062}"/>
              </a:ext>
            </a:extLst>
          </p:cNvPr>
          <p:cNvSpPr/>
          <p:nvPr userDrawn="1"/>
        </p:nvSpPr>
        <p:spPr>
          <a:xfrm>
            <a:off x="8865289" y="3588496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Rounded Rectangle 17">
            <a:extLst>
              <a:ext uri="{FF2B5EF4-FFF2-40B4-BE49-F238E27FC236}">
                <a16:creationId xmlns:a16="http://schemas.microsoft.com/office/drawing/2014/main" id="{5C8805BF-16F8-4295-9990-A2C5F7A8D1CB}"/>
              </a:ext>
            </a:extLst>
          </p:cNvPr>
          <p:cNvSpPr>
            <a:spLocks noChangeAspect="1"/>
          </p:cNvSpPr>
          <p:nvPr userDrawn="1"/>
        </p:nvSpPr>
        <p:spPr>
          <a:xfrm>
            <a:off x="5600420" y="4575423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Oval 21">
            <a:extLst>
              <a:ext uri="{FF2B5EF4-FFF2-40B4-BE49-F238E27FC236}">
                <a16:creationId xmlns:a16="http://schemas.microsoft.com/office/drawing/2014/main" id="{17C8EDD3-182A-4444-8804-6B165D158D7C}"/>
              </a:ext>
            </a:extLst>
          </p:cNvPr>
          <p:cNvSpPr>
            <a:spLocks noChangeAspect="1"/>
          </p:cNvSpPr>
          <p:nvPr userDrawn="1"/>
        </p:nvSpPr>
        <p:spPr>
          <a:xfrm>
            <a:off x="9668004" y="4500774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Oval 25">
            <a:extLst>
              <a:ext uri="{FF2B5EF4-FFF2-40B4-BE49-F238E27FC236}">
                <a16:creationId xmlns:a16="http://schemas.microsoft.com/office/drawing/2014/main" id="{C994C385-1A45-4B4D-8CA8-3F1FB687B8CC}"/>
              </a:ext>
            </a:extLst>
          </p:cNvPr>
          <p:cNvSpPr>
            <a:spLocks noChangeAspect="1"/>
          </p:cNvSpPr>
          <p:nvPr userDrawn="1"/>
        </p:nvSpPr>
        <p:spPr>
          <a:xfrm>
            <a:off x="7178218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0" name="Round Same Side Corner Rectangle 8">
            <a:extLst>
              <a:ext uri="{FF2B5EF4-FFF2-40B4-BE49-F238E27FC236}">
                <a16:creationId xmlns:a16="http://schemas.microsoft.com/office/drawing/2014/main" id="{1D866EB4-1A21-4C9B-833F-63F5AC425A97}"/>
              </a:ext>
            </a:extLst>
          </p:cNvPr>
          <p:cNvSpPr/>
          <p:nvPr userDrawn="1"/>
        </p:nvSpPr>
        <p:spPr>
          <a:xfrm>
            <a:off x="8029293" y="5500016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1" name="Rounded Rectangle 51">
            <a:extLst>
              <a:ext uri="{FF2B5EF4-FFF2-40B4-BE49-F238E27FC236}">
                <a16:creationId xmlns:a16="http://schemas.microsoft.com/office/drawing/2014/main" id="{AAE26734-FD50-4DAF-B283-B03D10D719D9}"/>
              </a:ext>
            </a:extLst>
          </p:cNvPr>
          <p:cNvSpPr/>
          <p:nvPr userDrawn="1"/>
        </p:nvSpPr>
        <p:spPr>
          <a:xfrm rot="16200000" flipH="1">
            <a:off x="5496132" y="5556095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2" name="Isosceles Triangle 5">
            <a:extLst>
              <a:ext uri="{FF2B5EF4-FFF2-40B4-BE49-F238E27FC236}">
                <a16:creationId xmlns:a16="http://schemas.microsoft.com/office/drawing/2014/main" id="{F89F892F-E4B7-4487-9BFC-6BDE293A9FD6}"/>
              </a:ext>
            </a:extLst>
          </p:cNvPr>
          <p:cNvSpPr>
            <a:spLocks noChangeAspect="1"/>
          </p:cNvSpPr>
          <p:nvPr userDrawn="1"/>
        </p:nvSpPr>
        <p:spPr>
          <a:xfrm>
            <a:off x="7240653" y="4661937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3" name="Trapezoid 22">
            <a:extLst>
              <a:ext uri="{FF2B5EF4-FFF2-40B4-BE49-F238E27FC236}">
                <a16:creationId xmlns:a16="http://schemas.microsoft.com/office/drawing/2014/main" id="{DBF446E4-992A-479B-8F23-77AED253D7F5}"/>
              </a:ext>
            </a:extLst>
          </p:cNvPr>
          <p:cNvSpPr>
            <a:spLocks noChangeAspect="1"/>
          </p:cNvSpPr>
          <p:nvPr userDrawn="1"/>
        </p:nvSpPr>
        <p:spPr>
          <a:xfrm>
            <a:off x="8025607" y="4602271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Rounded Rectangle 20">
            <a:extLst>
              <a:ext uri="{FF2B5EF4-FFF2-40B4-BE49-F238E27FC236}">
                <a16:creationId xmlns:a16="http://schemas.microsoft.com/office/drawing/2014/main" id="{1789E7CD-A723-4452-8ECB-345E97F057A9}"/>
              </a:ext>
            </a:extLst>
          </p:cNvPr>
          <p:cNvSpPr>
            <a:spLocks noChangeAspect="1"/>
          </p:cNvSpPr>
          <p:nvPr userDrawn="1"/>
        </p:nvSpPr>
        <p:spPr>
          <a:xfrm rot="2160000">
            <a:off x="9687397" y="3557025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5" name="Trapezoid 28">
            <a:extLst>
              <a:ext uri="{FF2B5EF4-FFF2-40B4-BE49-F238E27FC236}">
                <a16:creationId xmlns:a16="http://schemas.microsoft.com/office/drawing/2014/main" id="{E59EA893-1C42-4B80-9D0D-D1A8FF84C3B0}"/>
              </a:ext>
            </a:extLst>
          </p:cNvPr>
          <p:cNvSpPr>
            <a:spLocks noChangeAspect="1"/>
          </p:cNvSpPr>
          <p:nvPr userDrawn="1"/>
        </p:nvSpPr>
        <p:spPr>
          <a:xfrm>
            <a:off x="8071926" y="3588496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6" name="Rounded Rectangle 2">
            <a:extLst>
              <a:ext uri="{FF2B5EF4-FFF2-40B4-BE49-F238E27FC236}">
                <a16:creationId xmlns:a16="http://schemas.microsoft.com/office/drawing/2014/main" id="{1B712871-AA18-4BEF-BA7D-5156262E1A7E}"/>
              </a:ext>
            </a:extLst>
          </p:cNvPr>
          <p:cNvSpPr/>
          <p:nvPr userDrawn="1"/>
        </p:nvSpPr>
        <p:spPr>
          <a:xfrm>
            <a:off x="6344495" y="1416893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7" name="Rounded Rectangle 8">
            <a:extLst>
              <a:ext uri="{FF2B5EF4-FFF2-40B4-BE49-F238E27FC236}">
                <a16:creationId xmlns:a16="http://schemas.microsoft.com/office/drawing/2014/main" id="{97D99318-90C3-4566-9F78-99A0169D4B29}"/>
              </a:ext>
            </a:extLst>
          </p:cNvPr>
          <p:cNvSpPr/>
          <p:nvPr userDrawn="1"/>
        </p:nvSpPr>
        <p:spPr>
          <a:xfrm>
            <a:off x="5507254" y="1416893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8" name="Rounded Rectangle 2">
            <a:extLst>
              <a:ext uri="{FF2B5EF4-FFF2-40B4-BE49-F238E27FC236}">
                <a16:creationId xmlns:a16="http://schemas.microsoft.com/office/drawing/2014/main" id="{FFEB51A6-DBB0-4449-86ED-F25A328A6DD4}"/>
              </a:ext>
            </a:extLst>
          </p:cNvPr>
          <p:cNvSpPr/>
          <p:nvPr userDrawn="1"/>
        </p:nvSpPr>
        <p:spPr>
          <a:xfrm>
            <a:off x="8030881" y="1416893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9" name="Rounded Rectangle 3">
            <a:extLst>
              <a:ext uri="{FF2B5EF4-FFF2-40B4-BE49-F238E27FC236}">
                <a16:creationId xmlns:a16="http://schemas.microsoft.com/office/drawing/2014/main" id="{BC79485A-5AB0-43E8-B33C-965B6B49FC60}"/>
              </a:ext>
            </a:extLst>
          </p:cNvPr>
          <p:cNvSpPr>
            <a:spLocks noChangeAspect="1"/>
          </p:cNvSpPr>
          <p:nvPr userDrawn="1"/>
        </p:nvSpPr>
        <p:spPr>
          <a:xfrm>
            <a:off x="7183131" y="1416893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0" name="Rounded Rectangle 10">
            <a:extLst>
              <a:ext uri="{FF2B5EF4-FFF2-40B4-BE49-F238E27FC236}">
                <a16:creationId xmlns:a16="http://schemas.microsoft.com/office/drawing/2014/main" id="{77D62C7D-07BD-4D39-9EA6-6F1F391C3F82}"/>
              </a:ext>
            </a:extLst>
          </p:cNvPr>
          <p:cNvSpPr>
            <a:spLocks noChangeAspect="1"/>
          </p:cNvSpPr>
          <p:nvPr userDrawn="1"/>
        </p:nvSpPr>
        <p:spPr>
          <a:xfrm>
            <a:off x="8855381" y="1406345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1" name="Block Arc 6">
            <a:extLst>
              <a:ext uri="{FF2B5EF4-FFF2-40B4-BE49-F238E27FC236}">
                <a16:creationId xmlns:a16="http://schemas.microsoft.com/office/drawing/2014/main" id="{832B8537-FD1E-41C8-89A6-3BF4FDDDE77C}"/>
              </a:ext>
            </a:extLst>
          </p:cNvPr>
          <p:cNvSpPr/>
          <p:nvPr userDrawn="1"/>
        </p:nvSpPr>
        <p:spPr>
          <a:xfrm>
            <a:off x="9688652" y="1423451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2" name="Left Arrow 1">
            <a:extLst>
              <a:ext uri="{FF2B5EF4-FFF2-40B4-BE49-F238E27FC236}">
                <a16:creationId xmlns:a16="http://schemas.microsoft.com/office/drawing/2014/main" id="{9DF22C63-68B8-4461-A97C-819512A53DB3}"/>
              </a:ext>
            </a:extLst>
          </p:cNvPr>
          <p:cNvSpPr>
            <a:spLocks noChangeAspect="1"/>
          </p:cNvSpPr>
          <p:nvPr userDrawn="1"/>
        </p:nvSpPr>
        <p:spPr>
          <a:xfrm>
            <a:off x="7170593" y="5540324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3" name="Oval 35">
            <a:extLst>
              <a:ext uri="{FF2B5EF4-FFF2-40B4-BE49-F238E27FC236}">
                <a16:creationId xmlns:a16="http://schemas.microsoft.com/office/drawing/2014/main" id="{80E729A7-F51B-4578-91EA-D4AF35A29807}"/>
              </a:ext>
            </a:extLst>
          </p:cNvPr>
          <p:cNvSpPr/>
          <p:nvPr userDrawn="1"/>
        </p:nvSpPr>
        <p:spPr>
          <a:xfrm>
            <a:off x="6391021" y="5553144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4" name="Shape 464">
            <a:extLst>
              <a:ext uri="{FF2B5EF4-FFF2-40B4-BE49-F238E27FC236}">
                <a16:creationId xmlns:a16="http://schemas.microsoft.com/office/drawing/2014/main" id="{81F5B7D9-F64B-475D-B42A-44E7399E0FF5}"/>
              </a:ext>
            </a:extLst>
          </p:cNvPr>
          <p:cNvSpPr/>
          <p:nvPr userDrawn="1"/>
        </p:nvSpPr>
        <p:spPr>
          <a:xfrm>
            <a:off x="6330650" y="4590078"/>
            <a:ext cx="529200" cy="529200"/>
          </a:xfrm>
          <a:custGeom>
            <a:avLst/>
            <a:gdLst/>
            <a:ahLst/>
            <a:cxnLst/>
            <a:rect l="0" t="0" r="0" b="0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482">
            <a:extLst>
              <a:ext uri="{FF2B5EF4-FFF2-40B4-BE49-F238E27FC236}">
                <a16:creationId xmlns:a16="http://schemas.microsoft.com/office/drawing/2014/main" id="{F4878AEF-620C-4018-9345-A57660192B27}"/>
              </a:ext>
            </a:extLst>
          </p:cNvPr>
          <p:cNvSpPr/>
          <p:nvPr userDrawn="1"/>
        </p:nvSpPr>
        <p:spPr>
          <a:xfrm>
            <a:off x="8847296" y="5497037"/>
            <a:ext cx="529200" cy="52920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Shape 484">
            <a:extLst>
              <a:ext uri="{FF2B5EF4-FFF2-40B4-BE49-F238E27FC236}">
                <a16:creationId xmlns:a16="http://schemas.microsoft.com/office/drawing/2014/main" id="{777FE849-C0AB-4929-AC3F-01956BB56FC2}"/>
              </a:ext>
            </a:extLst>
          </p:cNvPr>
          <p:cNvSpPr/>
          <p:nvPr userDrawn="1"/>
        </p:nvSpPr>
        <p:spPr>
          <a:xfrm>
            <a:off x="9688652" y="5497037"/>
            <a:ext cx="529200" cy="529200"/>
          </a:xfrm>
          <a:custGeom>
            <a:avLst/>
            <a:gdLst/>
            <a:ahLst/>
            <a:cxnLst/>
            <a:rect l="0" t="0" r="0" b="0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620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Forme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Forme completamente modificabili</a:t>
            </a:r>
          </a:p>
        </p:txBody>
      </p:sp>
      <p:sp>
        <p:nvSpPr>
          <p:cNvPr id="4" name="Freeform: Shape 2">
            <a:extLst>
              <a:ext uri="{FF2B5EF4-FFF2-40B4-BE49-F238E27FC236}">
                <a16:creationId xmlns:a16="http://schemas.microsoft.com/office/drawing/2014/main" id="{2C6E2450-293E-42DD-90E9-BE96C0A655E9}"/>
              </a:ext>
            </a:extLst>
          </p:cNvPr>
          <p:cNvSpPr/>
          <p:nvPr userDrawn="1"/>
        </p:nvSpPr>
        <p:spPr>
          <a:xfrm flipH="1">
            <a:off x="532487" y="3818162"/>
            <a:ext cx="1629688" cy="2263291"/>
          </a:xfrm>
          <a:custGeom>
            <a:avLst/>
            <a:gdLst>
              <a:gd name="connsiteX0" fmla="*/ 1759294 w 4022581"/>
              <a:gd name="connsiteY0" fmla="*/ 3774190 h 5586511"/>
              <a:gd name="connsiteX1" fmla="*/ 2712181 w 4022581"/>
              <a:gd name="connsiteY1" fmla="*/ 3774190 h 5586511"/>
              <a:gd name="connsiteX2" fmla="*/ 2733706 w 4022581"/>
              <a:gd name="connsiteY2" fmla="*/ 3795715 h 5586511"/>
              <a:gd name="connsiteX3" fmla="*/ 2712706 w 4022581"/>
              <a:gd name="connsiteY3" fmla="*/ 3817241 h 5586511"/>
              <a:gd name="connsiteX4" fmla="*/ 1759294 w 4022581"/>
              <a:gd name="connsiteY4" fmla="*/ 3817241 h 5586511"/>
              <a:gd name="connsiteX5" fmla="*/ 1737769 w 4022581"/>
              <a:gd name="connsiteY5" fmla="*/ 3795715 h 5586511"/>
              <a:gd name="connsiteX6" fmla="*/ 1759294 w 4022581"/>
              <a:gd name="connsiteY6" fmla="*/ 3774190 h 5586511"/>
              <a:gd name="connsiteX7" fmla="*/ 43050 w 4022581"/>
              <a:gd name="connsiteY7" fmla="*/ 3774190 h 5586511"/>
              <a:gd name="connsiteX8" fmla="*/ 1169189 w 4022581"/>
              <a:gd name="connsiteY8" fmla="*/ 3774190 h 5586511"/>
              <a:gd name="connsiteX9" fmla="*/ 1190714 w 4022581"/>
              <a:gd name="connsiteY9" fmla="*/ 3795715 h 5586511"/>
              <a:gd name="connsiteX10" fmla="*/ 1169189 w 4022581"/>
              <a:gd name="connsiteY10" fmla="*/ 3817241 h 5586511"/>
              <a:gd name="connsiteX11" fmla="*/ 43050 w 4022581"/>
              <a:gd name="connsiteY11" fmla="*/ 3817241 h 5586511"/>
              <a:gd name="connsiteX12" fmla="*/ 21525 w 4022581"/>
              <a:gd name="connsiteY12" fmla="*/ 3795715 h 5586511"/>
              <a:gd name="connsiteX13" fmla="*/ 43050 w 4022581"/>
              <a:gd name="connsiteY13" fmla="*/ 3774190 h 5586511"/>
              <a:gd name="connsiteX14" fmla="*/ 1205938 w 4022581"/>
              <a:gd name="connsiteY14" fmla="*/ 3529537 h 5586511"/>
              <a:gd name="connsiteX15" fmla="*/ 1708369 w 4022581"/>
              <a:gd name="connsiteY15" fmla="*/ 3529537 h 5586511"/>
              <a:gd name="connsiteX16" fmla="*/ 1710470 w 4022581"/>
              <a:gd name="connsiteY16" fmla="*/ 3535837 h 5586511"/>
              <a:gd name="connsiteX17" fmla="*/ 1668469 w 4022581"/>
              <a:gd name="connsiteY17" fmla="*/ 3562613 h 5586511"/>
              <a:gd name="connsiteX18" fmla="*/ 1273664 w 4022581"/>
              <a:gd name="connsiteY18" fmla="*/ 3572589 h 5586511"/>
              <a:gd name="connsiteX19" fmla="*/ 1224838 w 4022581"/>
              <a:gd name="connsiteY19" fmla="*/ 3550012 h 5586511"/>
              <a:gd name="connsiteX20" fmla="*/ 1205938 w 4022581"/>
              <a:gd name="connsiteY20" fmla="*/ 3529537 h 5586511"/>
              <a:gd name="connsiteX21" fmla="*/ 1710469 w 4022581"/>
              <a:gd name="connsiteY21" fmla="*/ 2010171 h 5586511"/>
              <a:gd name="connsiteX22" fmla="*/ 1632243 w 4022581"/>
              <a:gd name="connsiteY22" fmla="*/ 2088397 h 5586511"/>
              <a:gd name="connsiteX23" fmla="*/ 1710469 w 4022581"/>
              <a:gd name="connsiteY23" fmla="*/ 2166623 h 5586511"/>
              <a:gd name="connsiteX24" fmla="*/ 1788695 w 4022581"/>
              <a:gd name="connsiteY24" fmla="*/ 2088397 h 5586511"/>
              <a:gd name="connsiteX25" fmla="*/ 1710469 w 4022581"/>
              <a:gd name="connsiteY25" fmla="*/ 2010171 h 5586511"/>
              <a:gd name="connsiteX26" fmla="*/ 1710469 w 4022581"/>
              <a:gd name="connsiteY26" fmla="*/ 1933520 h 5586511"/>
              <a:gd name="connsiteX27" fmla="*/ 1865345 w 4022581"/>
              <a:gd name="connsiteY27" fmla="*/ 2088397 h 5586511"/>
              <a:gd name="connsiteX28" fmla="*/ 1710469 w 4022581"/>
              <a:gd name="connsiteY28" fmla="*/ 2243273 h 5586511"/>
              <a:gd name="connsiteX29" fmla="*/ 1555592 w 4022581"/>
              <a:gd name="connsiteY29" fmla="*/ 2088397 h 5586511"/>
              <a:gd name="connsiteX30" fmla="*/ 1710469 w 4022581"/>
              <a:gd name="connsiteY30" fmla="*/ 1933520 h 5586511"/>
              <a:gd name="connsiteX31" fmla="*/ 1710470 w 4022581"/>
              <a:gd name="connsiteY31" fmla="*/ 1845319 h 5586511"/>
              <a:gd name="connsiteX32" fmla="*/ 1467392 w 4022581"/>
              <a:gd name="connsiteY32" fmla="*/ 2088396 h 5586511"/>
              <a:gd name="connsiteX33" fmla="*/ 1710470 w 4022581"/>
              <a:gd name="connsiteY33" fmla="*/ 2331474 h 5586511"/>
              <a:gd name="connsiteX34" fmla="*/ 1953547 w 4022581"/>
              <a:gd name="connsiteY34" fmla="*/ 2088396 h 5586511"/>
              <a:gd name="connsiteX35" fmla="*/ 1710470 w 4022581"/>
              <a:gd name="connsiteY35" fmla="*/ 1845319 h 5586511"/>
              <a:gd name="connsiteX36" fmla="*/ 1202263 w 4022581"/>
              <a:gd name="connsiteY36" fmla="*/ 167400 h 5586511"/>
              <a:gd name="connsiteX37" fmla="*/ 1738820 w 4022581"/>
              <a:gd name="connsiteY37" fmla="*/ 167400 h 5586511"/>
              <a:gd name="connsiteX38" fmla="*/ 1744070 w 4022581"/>
              <a:gd name="connsiteY38" fmla="*/ 1336588 h 5586511"/>
              <a:gd name="connsiteX39" fmla="*/ 1955122 w 4022581"/>
              <a:gd name="connsiteY39" fmla="*/ 1631116 h 5586511"/>
              <a:gd name="connsiteX40" fmla="*/ 2234426 w 4022581"/>
              <a:gd name="connsiteY40" fmla="*/ 1630066 h 5586511"/>
              <a:gd name="connsiteX41" fmla="*/ 2258576 w 4022581"/>
              <a:gd name="connsiteY41" fmla="*/ 1653167 h 5586511"/>
              <a:gd name="connsiteX42" fmla="*/ 2258576 w 4022581"/>
              <a:gd name="connsiteY42" fmla="*/ 1713542 h 5586511"/>
              <a:gd name="connsiteX43" fmla="*/ 2280101 w 4022581"/>
              <a:gd name="connsiteY43" fmla="*/ 1736642 h 5586511"/>
              <a:gd name="connsiteX44" fmla="*/ 2678055 w 4022581"/>
              <a:gd name="connsiteY44" fmla="*/ 1749243 h 5586511"/>
              <a:gd name="connsiteX45" fmla="*/ 3728592 w 4022581"/>
              <a:gd name="connsiteY45" fmla="*/ 3139458 h 5586511"/>
              <a:gd name="connsiteX46" fmla="*/ 3981120 w 4022581"/>
              <a:gd name="connsiteY46" fmla="*/ 3625088 h 5586511"/>
              <a:gd name="connsiteX47" fmla="*/ 4002120 w 4022581"/>
              <a:gd name="connsiteY47" fmla="*/ 4043518 h 5586511"/>
              <a:gd name="connsiteX48" fmla="*/ 3678191 w 4022581"/>
              <a:gd name="connsiteY48" fmla="*/ 4530724 h 5586511"/>
              <a:gd name="connsiteX49" fmla="*/ 3216186 w 4022581"/>
              <a:gd name="connsiteY49" fmla="*/ 4718676 h 5586511"/>
              <a:gd name="connsiteX50" fmla="*/ 3216186 w 4022581"/>
              <a:gd name="connsiteY50" fmla="*/ 5032629 h 5586511"/>
              <a:gd name="connsiteX51" fmla="*/ 3979020 w 4022581"/>
              <a:gd name="connsiteY51" fmla="*/ 5038929 h 5586511"/>
              <a:gd name="connsiteX52" fmla="*/ 3979020 w 4022581"/>
              <a:gd name="connsiteY52" fmla="*/ 5586511 h 5586511"/>
              <a:gd name="connsiteX53" fmla="*/ 0 w 4022581"/>
              <a:gd name="connsiteY53" fmla="*/ 5586511 h 5586511"/>
              <a:gd name="connsiteX54" fmla="*/ 0 w 4022581"/>
              <a:gd name="connsiteY54" fmla="*/ 5037879 h 5586511"/>
              <a:gd name="connsiteX55" fmla="*/ 405829 w 4022581"/>
              <a:gd name="connsiteY55" fmla="*/ 5028954 h 5586511"/>
              <a:gd name="connsiteX56" fmla="*/ 405829 w 4022581"/>
              <a:gd name="connsiteY56" fmla="*/ 4847827 h 5586511"/>
              <a:gd name="connsiteX57" fmla="*/ 933460 w 4022581"/>
              <a:gd name="connsiteY57" fmla="*/ 4842052 h 5586511"/>
              <a:gd name="connsiteX58" fmla="*/ 1391791 w 4022581"/>
              <a:gd name="connsiteY58" fmla="*/ 4577974 h 5586511"/>
              <a:gd name="connsiteX59" fmla="*/ 1426967 w 4022581"/>
              <a:gd name="connsiteY59" fmla="*/ 4577449 h 5586511"/>
              <a:gd name="connsiteX60" fmla="*/ 1822821 w 4022581"/>
              <a:gd name="connsiteY60" fmla="*/ 4773801 h 5586511"/>
              <a:gd name="connsiteX61" fmla="*/ 1812321 w 4022581"/>
              <a:gd name="connsiteY61" fmla="*/ 4347496 h 5586511"/>
              <a:gd name="connsiteX62" fmla="*/ 746558 w 4022581"/>
              <a:gd name="connsiteY62" fmla="*/ 4336471 h 5586511"/>
              <a:gd name="connsiteX63" fmla="*/ 738683 w 4022581"/>
              <a:gd name="connsiteY63" fmla="*/ 4018843 h 5586511"/>
              <a:gd name="connsiteX64" fmla="*/ 47251 w 4022581"/>
              <a:gd name="connsiteY64" fmla="*/ 4008868 h 5586511"/>
              <a:gd name="connsiteX65" fmla="*/ 22050 w 4022581"/>
              <a:gd name="connsiteY65" fmla="*/ 4008868 h 5586511"/>
              <a:gd name="connsiteX66" fmla="*/ 22050 w 4022581"/>
              <a:gd name="connsiteY66" fmla="*/ 3859241 h 5586511"/>
              <a:gd name="connsiteX67" fmla="*/ 2680155 w 4022581"/>
              <a:gd name="connsiteY67" fmla="*/ 3859241 h 5586511"/>
              <a:gd name="connsiteX68" fmla="*/ 2735281 w 4022581"/>
              <a:gd name="connsiteY68" fmla="*/ 4002567 h 5586511"/>
              <a:gd name="connsiteX69" fmla="*/ 3160011 w 4022581"/>
              <a:gd name="connsiteY69" fmla="*/ 3584138 h 5586511"/>
              <a:gd name="connsiteX70" fmla="*/ 3134286 w 4022581"/>
              <a:gd name="connsiteY70" fmla="*/ 3287510 h 5586511"/>
              <a:gd name="connsiteX71" fmla="*/ 2877558 w 4022581"/>
              <a:gd name="connsiteY71" fmla="*/ 2957806 h 5586511"/>
              <a:gd name="connsiteX72" fmla="*/ 2569379 w 4022581"/>
              <a:gd name="connsiteY72" fmla="*/ 2858055 h 5586511"/>
              <a:gd name="connsiteX73" fmla="*/ 1834896 w 4022581"/>
              <a:gd name="connsiteY73" fmla="*/ 2850180 h 5586511"/>
              <a:gd name="connsiteX74" fmla="*/ 1819671 w 4022581"/>
              <a:gd name="connsiteY74" fmla="*/ 3051257 h 5586511"/>
              <a:gd name="connsiteX75" fmla="*/ 1737770 w 4022581"/>
              <a:gd name="connsiteY75" fmla="*/ 3109008 h 5586511"/>
              <a:gd name="connsiteX76" fmla="*/ 1726745 w 4022581"/>
              <a:gd name="connsiteY76" fmla="*/ 3494362 h 5586511"/>
              <a:gd name="connsiteX77" fmla="*/ 1191238 w 4022581"/>
              <a:gd name="connsiteY77" fmla="*/ 3497512 h 5586511"/>
              <a:gd name="connsiteX78" fmla="*/ 1185463 w 4022581"/>
              <a:gd name="connsiteY78" fmla="*/ 3135258 h 5586511"/>
              <a:gd name="connsiteX79" fmla="*/ 937660 w 4022581"/>
              <a:gd name="connsiteY79" fmla="*/ 3013457 h 5586511"/>
              <a:gd name="connsiteX80" fmla="*/ 936085 w 4022581"/>
              <a:gd name="connsiteY80" fmla="*/ 3013457 h 5586511"/>
              <a:gd name="connsiteX81" fmla="*/ 824784 w 4022581"/>
              <a:gd name="connsiteY81" fmla="*/ 3290660 h 5586511"/>
              <a:gd name="connsiteX82" fmla="*/ 737633 w 4022581"/>
              <a:gd name="connsiteY82" fmla="*/ 3265459 h 5586511"/>
              <a:gd name="connsiteX83" fmla="*/ 660457 w 4022581"/>
              <a:gd name="connsiteY83" fmla="*/ 3297485 h 5586511"/>
              <a:gd name="connsiteX84" fmla="*/ 352279 w 4022581"/>
              <a:gd name="connsiteY84" fmla="*/ 3164658 h 5586511"/>
              <a:gd name="connsiteX85" fmla="*/ 525006 w 4022581"/>
              <a:gd name="connsiteY85" fmla="*/ 2749904 h 5586511"/>
              <a:gd name="connsiteX86" fmla="*/ 536556 w 4022581"/>
              <a:gd name="connsiteY86" fmla="*/ 2717353 h 5586511"/>
              <a:gd name="connsiteX87" fmla="*/ 514506 w 4022581"/>
              <a:gd name="connsiteY87" fmla="*/ 2660653 h 5586511"/>
              <a:gd name="connsiteX88" fmla="*/ 498230 w 4022581"/>
              <a:gd name="connsiteY88" fmla="*/ 2602902 h 5586511"/>
              <a:gd name="connsiteX89" fmla="*/ 592206 w 4022581"/>
              <a:gd name="connsiteY89" fmla="*/ 2387650 h 5586511"/>
              <a:gd name="connsiteX90" fmla="*/ 998561 w 4022581"/>
              <a:gd name="connsiteY90" fmla="*/ 2551976 h 5586511"/>
              <a:gd name="connsiteX91" fmla="*/ 1003286 w 4022581"/>
              <a:gd name="connsiteY91" fmla="*/ 1752393 h 5586511"/>
              <a:gd name="connsiteX92" fmla="*/ 1190188 w 4022581"/>
              <a:gd name="connsiteY92" fmla="*/ 1599091 h 5586511"/>
              <a:gd name="connsiteX93" fmla="*/ 1202263 w 4022581"/>
              <a:gd name="connsiteY93" fmla="*/ 167400 h 5586511"/>
              <a:gd name="connsiteX94" fmla="*/ 1169095 w 4022581"/>
              <a:gd name="connsiteY94" fmla="*/ 0 h 5586511"/>
              <a:gd name="connsiteX95" fmla="*/ 1766794 w 4022581"/>
              <a:gd name="connsiteY95" fmla="*/ 0 h 5586511"/>
              <a:gd name="connsiteX96" fmla="*/ 1827246 w 4022581"/>
              <a:gd name="connsiteY96" fmla="*/ 60452 h 5586511"/>
              <a:gd name="connsiteX97" fmla="*/ 1827245 w 4022581"/>
              <a:gd name="connsiteY97" fmla="*/ 60452 h 5586511"/>
              <a:gd name="connsiteX98" fmla="*/ 1766793 w 4022581"/>
              <a:gd name="connsiteY98" fmla="*/ 120904 h 5586511"/>
              <a:gd name="connsiteX99" fmla="*/ 1169095 w 4022581"/>
              <a:gd name="connsiteY99" fmla="*/ 120903 h 5586511"/>
              <a:gd name="connsiteX100" fmla="*/ 1113394 w 4022581"/>
              <a:gd name="connsiteY100" fmla="*/ 83982 h 5586511"/>
              <a:gd name="connsiteX101" fmla="*/ 1108643 w 4022581"/>
              <a:gd name="connsiteY101" fmla="*/ 60452 h 5586511"/>
              <a:gd name="connsiteX102" fmla="*/ 1113394 w 4022581"/>
              <a:gd name="connsiteY102" fmla="*/ 36921 h 5586511"/>
              <a:gd name="connsiteX103" fmla="*/ 1169095 w 4022581"/>
              <a:gd name="connsiteY103" fmla="*/ 0 h 558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4022581" h="5586511">
                <a:moveTo>
                  <a:pt x="1759294" y="3774190"/>
                </a:moveTo>
                <a:lnTo>
                  <a:pt x="2712181" y="3774190"/>
                </a:lnTo>
                <a:cubicBezTo>
                  <a:pt x="2723731" y="3774190"/>
                  <a:pt x="2733706" y="3783640"/>
                  <a:pt x="2733706" y="3795715"/>
                </a:cubicBezTo>
                <a:cubicBezTo>
                  <a:pt x="2733706" y="3807791"/>
                  <a:pt x="2724256" y="3817241"/>
                  <a:pt x="2712706" y="3817241"/>
                </a:cubicBezTo>
                <a:lnTo>
                  <a:pt x="1759294" y="3817241"/>
                </a:lnTo>
                <a:cubicBezTo>
                  <a:pt x="1747744" y="3817241"/>
                  <a:pt x="1737769" y="3807791"/>
                  <a:pt x="1737769" y="3795715"/>
                </a:cubicBezTo>
                <a:cubicBezTo>
                  <a:pt x="1737769" y="3784165"/>
                  <a:pt x="1747219" y="3774190"/>
                  <a:pt x="1759294" y="3774190"/>
                </a:cubicBezTo>
                <a:close/>
                <a:moveTo>
                  <a:pt x="43050" y="3774190"/>
                </a:moveTo>
                <a:lnTo>
                  <a:pt x="1169189" y="3774190"/>
                </a:lnTo>
                <a:cubicBezTo>
                  <a:pt x="1180739" y="3774190"/>
                  <a:pt x="1190714" y="3783640"/>
                  <a:pt x="1190714" y="3795715"/>
                </a:cubicBezTo>
                <a:cubicBezTo>
                  <a:pt x="1190714" y="3807791"/>
                  <a:pt x="1180739" y="3817241"/>
                  <a:pt x="1169189" y="3817241"/>
                </a:cubicBezTo>
                <a:lnTo>
                  <a:pt x="43050" y="3817241"/>
                </a:lnTo>
                <a:cubicBezTo>
                  <a:pt x="31500" y="3817241"/>
                  <a:pt x="21525" y="3807791"/>
                  <a:pt x="21525" y="3795715"/>
                </a:cubicBezTo>
                <a:cubicBezTo>
                  <a:pt x="21525" y="3784165"/>
                  <a:pt x="30975" y="3774190"/>
                  <a:pt x="43050" y="3774190"/>
                </a:cubicBezTo>
                <a:close/>
                <a:moveTo>
                  <a:pt x="1205938" y="3529537"/>
                </a:moveTo>
                <a:cubicBezTo>
                  <a:pt x="1378665" y="3529537"/>
                  <a:pt x="1543518" y="3529537"/>
                  <a:pt x="1708369" y="3529537"/>
                </a:cubicBezTo>
                <a:cubicBezTo>
                  <a:pt x="1708894" y="3531637"/>
                  <a:pt x="1709945" y="3533737"/>
                  <a:pt x="1710470" y="3535837"/>
                </a:cubicBezTo>
                <a:cubicBezTo>
                  <a:pt x="1696294" y="3544762"/>
                  <a:pt x="1683169" y="3554738"/>
                  <a:pt x="1668469" y="3562613"/>
                </a:cubicBezTo>
                <a:cubicBezTo>
                  <a:pt x="1538793" y="3632439"/>
                  <a:pt x="1406491" y="3629814"/>
                  <a:pt x="1273664" y="3572589"/>
                </a:cubicBezTo>
                <a:cubicBezTo>
                  <a:pt x="1257389" y="3565764"/>
                  <a:pt x="1240588" y="3558938"/>
                  <a:pt x="1224838" y="3550012"/>
                </a:cubicBezTo>
                <a:cubicBezTo>
                  <a:pt x="1218013" y="3546337"/>
                  <a:pt x="1213813" y="3538462"/>
                  <a:pt x="1205938" y="3529537"/>
                </a:cubicBezTo>
                <a:close/>
                <a:moveTo>
                  <a:pt x="1710469" y="2010171"/>
                </a:moveTo>
                <a:cubicBezTo>
                  <a:pt x="1667418" y="2010171"/>
                  <a:pt x="1632243" y="2045346"/>
                  <a:pt x="1632243" y="2088397"/>
                </a:cubicBezTo>
                <a:cubicBezTo>
                  <a:pt x="1632243" y="2131447"/>
                  <a:pt x="1667418" y="2166623"/>
                  <a:pt x="1710469" y="2166623"/>
                </a:cubicBezTo>
                <a:cubicBezTo>
                  <a:pt x="1754044" y="2166623"/>
                  <a:pt x="1788695" y="2131447"/>
                  <a:pt x="1788695" y="2088397"/>
                </a:cubicBezTo>
                <a:cubicBezTo>
                  <a:pt x="1788695" y="2045346"/>
                  <a:pt x="1753519" y="2010171"/>
                  <a:pt x="1710469" y="2010171"/>
                </a:cubicBezTo>
                <a:close/>
                <a:moveTo>
                  <a:pt x="1710469" y="1933520"/>
                </a:moveTo>
                <a:cubicBezTo>
                  <a:pt x="1796045" y="1933520"/>
                  <a:pt x="1865345" y="2002821"/>
                  <a:pt x="1865345" y="2088397"/>
                </a:cubicBezTo>
                <a:cubicBezTo>
                  <a:pt x="1865345" y="2173973"/>
                  <a:pt x="1796045" y="2243273"/>
                  <a:pt x="1710469" y="2243273"/>
                </a:cubicBezTo>
                <a:cubicBezTo>
                  <a:pt x="1624893" y="2243273"/>
                  <a:pt x="1555592" y="2173973"/>
                  <a:pt x="1555592" y="2088397"/>
                </a:cubicBezTo>
                <a:cubicBezTo>
                  <a:pt x="1555592" y="2002821"/>
                  <a:pt x="1624893" y="1933520"/>
                  <a:pt x="1710469" y="1933520"/>
                </a:cubicBezTo>
                <a:close/>
                <a:moveTo>
                  <a:pt x="1710470" y="1845319"/>
                </a:moveTo>
                <a:cubicBezTo>
                  <a:pt x="1576068" y="1845319"/>
                  <a:pt x="1467392" y="1953995"/>
                  <a:pt x="1467392" y="2088396"/>
                </a:cubicBezTo>
                <a:cubicBezTo>
                  <a:pt x="1467392" y="2222798"/>
                  <a:pt x="1576068" y="2331474"/>
                  <a:pt x="1710470" y="2331474"/>
                </a:cubicBezTo>
                <a:cubicBezTo>
                  <a:pt x="1844871" y="2331474"/>
                  <a:pt x="1953547" y="2222798"/>
                  <a:pt x="1953547" y="2088396"/>
                </a:cubicBezTo>
                <a:cubicBezTo>
                  <a:pt x="1953547" y="1953995"/>
                  <a:pt x="1844871" y="1845319"/>
                  <a:pt x="1710470" y="1845319"/>
                </a:cubicBezTo>
                <a:close/>
                <a:moveTo>
                  <a:pt x="1202263" y="167400"/>
                </a:moveTo>
                <a:cubicBezTo>
                  <a:pt x="1380766" y="167400"/>
                  <a:pt x="1558218" y="167400"/>
                  <a:pt x="1738820" y="167400"/>
                </a:cubicBezTo>
                <a:cubicBezTo>
                  <a:pt x="1738820" y="174750"/>
                  <a:pt x="1741970" y="954384"/>
                  <a:pt x="1744070" y="1336588"/>
                </a:cubicBezTo>
                <a:cubicBezTo>
                  <a:pt x="1744070" y="1349188"/>
                  <a:pt x="1935697" y="1631116"/>
                  <a:pt x="1955122" y="1631116"/>
                </a:cubicBezTo>
                <a:cubicBezTo>
                  <a:pt x="2048574" y="1630066"/>
                  <a:pt x="2141499" y="1631116"/>
                  <a:pt x="2234426" y="1630066"/>
                </a:cubicBezTo>
                <a:cubicBezTo>
                  <a:pt x="2252801" y="1629541"/>
                  <a:pt x="2259101" y="1635316"/>
                  <a:pt x="2258576" y="1653167"/>
                </a:cubicBezTo>
                <a:cubicBezTo>
                  <a:pt x="2257526" y="1673117"/>
                  <a:pt x="2259101" y="1693592"/>
                  <a:pt x="2258576" y="1713542"/>
                </a:cubicBezTo>
                <a:cubicBezTo>
                  <a:pt x="2258051" y="1729817"/>
                  <a:pt x="2262251" y="1736117"/>
                  <a:pt x="2280101" y="1736642"/>
                </a:cubicBezTo>
                <a:cubicBezTo>
                  <a:pt x="2412928" y="1739793"/>
                  <a:pt x="2545229" y="1744518"/>
                  <a:pt x="2678055" y="1749243"/>
                </a:cubicBezTo>
                <a:cubicBezTo>
                  <a:pt x="2686981" y="1749768"/>
                  <a:pt x="3500739" y="2793479"/>
                  <a:pt x="3728592" y="3139458"/>
                </a:cubicBezTo>
                <a:cubicBezTo>
                  <a:pt x="3837793" y="3301685"/>
                  <a:pt x="3907094" y="3431886"/>
                  <a:pt x="3981120" y="3625088"/>
                </a:cubicBezTo>
                <a:cubicBezTo>
                  <a:pt x="4046745" y="3853991"/>
                  <a:pt x="4018920" y="3983143"/>
                  <a:pt x="4002120" y="4043518"/>
                </a:cubicBezTo>
                <a:cubicBezTo>
                  <a:pt x="3978495" y="4145894"/>
                  <a:pt x="3899219" y="4389497"/>
                  <a:pt x="3678191" y="4530724"/>
                </a:cubicBezTo>
                <a:cubicBezTo>
                  <a:pt x="3613616" y="4563799"/>
                  <a:pt x="3479214" y="4637825"/>
                  <a:pt x="3216186" y="4718676"/>
                </a:cubicBezTo>
                <a:cubicBezTo>
                  <a:pt x="3216186" y="4822627"/>
                  <a:pt x="3216186" y="4925003"/>
                  <a:pt x="3216186" y="5032629"/>
                </a:cubicBezTo>
                <a:cubicBezTo>
                  <a:pt x="3471864" y="5034729"/>
                  <a:pt x="3724917" y="5036829"/>
                  <a:pt x="3979020" y="5038929"/>
                </a:cubicBezTo>
                <a:cubicBezTo>
                  <a:pt x="3979020" y="5223206"/>
                  <a:pt x="3979020" y="5404333"/>
                  <a:pt x="3979020" y="5586511"/>
                </a:cubicBezTo>
                <a:cubicBezTo>
                  <a:pt x="2652855" y="5586511"/>
                  <a:pt x="1327216" y="5586511"/>
                  <a:pt x="0" y="5586511"/>
                </a:cubicBezTo>
                <a:cubicBezTo>
                  <a:pt x="0" y="5404858"/>
                  <a:pt x="0" y="5223731"/>
                  <a:pt x="0" y="5037879"/>
                </a:cubicBezTo>
                <a:cubicBezTo>
                  <a:pt x="134926" y="5035254"/>
                  <a:pt x="269328" y="5032104"/>
                  <a:pt x="405829" y="5028954"/>
                </a:cubicBezTo>
                <a:cubicBezTo>
                  <a:pt x="405829" y="4969103"/>
                  <a:pt x="405829" y="4909778"/>
                  <a:pt x="405829" y="4847827"/>
                </a:cubicBezTo>
                <a:cubicBezTo>
                  <a:pt x="416330" y="4847827"/>
                  <a:pt x="765983" y="4844677"/>
                  <a:pt x="933460" y="4842052"/>
                </a:cubicBezTo>
                <a:cubicBezTo>
                  <a:pt x="945535" y="4841527"/>
                  <a:pt x="1251089" y="4662500"/>
                  <a:pt x="1391791" y="4577974"/>
                </a:cubicBezTo>
                <a:cubicBezTo>
                  <a:pt x="1404391" y="4570099"/>
                  <a:pt x="1413842" y="4570624"/>
                  <a:pt x="1426967" y="4577449"/>
                </a:cubicBezTo>
                <a:cubicBezTo>
                  <a:pt x="1544568" y="4638350"/>
                  <a:pt x="1806546" y="4768026"/>
                  <a:pt x="1822821" y="4773801"/>
                </a:cubicBezTo>
                <a:cubicBezTo>
                  <a:pt x="1819146" y="4628900"/>
                  <a:pt x="1815996" y="4489248"/>
                  <a:pt x="1812321" y="4347496"/>
                </a:cubicBezTo>
                <a:cubicBezTo>
                  <a:pt x="1457417" y="4343821"/>
                  <a:pt x="1103562" y="4340146"/>
                  <a:pt x="746558" y="4336471"/>
                </a:cubicBezTo>
                <a:cubicBezTo>
                  <a:pt x="743933" y="4230420"/>
                  <a:pt x="741308" y="4126469"/>
                  <a:pt x="738683" y="4018843"/>
                </a:cubicBezTo>
                <a:cubicBezTo>
                  <a:pt x="720308" y="4017268"/>
                  <a:pt x="259353" y="4010443"/>
                  <a:pt x="47251" y="4008868"/>
                </a:cubicBezTo>
                <a:cubicBezTo>
                  <a:pt x="39375" y="4008868"/>
                  <a:pt x="31500" y="4008868"/>
                  <a:pt x="22050" y="4008868"/>
                </a:cubicBezTo>
                <a:cubicBezTo>
                  <a:pt x="22050" y="3958992"/>
                  <a:pt x="22050" y="3910167"/>
                  <a:pt x="22050" y="3859241"/>
                </a:cubicBezTo>
                <a:cubicBezTo>
                  <a:pt x="28875" y="3859241"/>
                  <a:pt x="1800771" y="3859241"/>
                  <a:pt x="2680155" y="3859241"/>
                </a:cubicBezTo>
                <a:cubicBezTo>
                  <a:pt x="2715856" y="3859241"/>
                  <a:pt x="2730556" y="3966867"/>
                  <a:pt x="2735281" y="4002567"/>
                </a:cubicBezTo>
                <a:cubicBezTo>
                  <a:pt x="2954734" y="3954267"/>
                  <a:pt x="3116435" y="3816190"/>
                  <a:pt x="3160011" y="3584138"/>
                </a:cubicBezTo>
                <a:cubicBezTo>
                  <a:pt x="3178911" y="3484912"/>
                  <a:pt x="3160536" y="3385686"/>
                  <a:pt x="3134286" y="3287510"/>
                </a:cubicBezTo>
                <a:cubicBezTo>
                  <a:pt x="3094910" y="3140508"/>
                  <a:pt x="2999359" y="3036032"/>
                  <a:pt x="2877558" y="2957806"/>
                </a:cubicBezTo>
                <a:cubicBezTo>
                  <a:pt x="2786206" y="2898480"/>
                  <a:pt x="2683305" y="2858580"/>
                  <a:pt x="2569379" y="2858055"/>
                </a:cubicBezTo>
                <a:cubicBezTo>
                  <a:pt x="2329977" y="2855955"/>
                  <a:pt x="1841721" y="2849655"/>
                  <a:pt x="1834896" y="2850180"/>
                </a:cubicBezTo>
                <a:cubicBezTo>
                  <a:pt x="1833321" y="2885355"/>
                  <a:pt x="1825446" y="3018707"/>
                  <a:pt x="1819671" y="3051257"/>
                </a:cubicBezTo>
                <a:cubicBezTo>
                  <a:pt x="1811796" y="3093258"/>
                  <a:pt x="1747220" y="3107958"/>
                  <a:pt x="1737770" y="3109008"/>
                </a:cubicBezTo>
                <a:cubicBezTo>
                  <a:pt x="1734095" y="3236584"/>
                  <a:pt x="1730420" y="3364161"/>
                  <a:pt x="1726745" y="3494362"/>
                </a:cubicBezTo>
                <a:cubicBezTo>
                  <a:pt x="1547193" y="3490687"/>
                  <a:pt x="1388116" y="3501187"/>
                  <a:pt x="1191238" y="3497512"/>
                </a:cubicBezTo>
                <a:cubicBezTo>
                  <a:pt x="1191238" y="3488062"/>
                  <a:pt x="1186513" y="3242884"/>
                  <a:pt x="1185463" y="3135258"/>
                </a:cubicBezTo>
                <a:cubicBezTo>
                  <a:pt x="1185463" y="3123183"/>
                  <a:pt x="1015361" y="3045482"/>
                  <a:pt x="937660" y="3013457"/>
                </a:cubicBezTo>
                <a:cubicBezTo>
                  <a:pt x="936610" y="3012932"/>
                  <a:pt x="934510" y="3013457"/>
                  <a:pt x="936085" y="3013457"/>
                </a:cubicBezTo>
                <a:cubicBezTo>
                  <a:pt x="898810" y="3105858"/>
                  <a:pt x="862059" y="3197209"/>
                  <a:pt x="824784" y="3290660"/>
                </a:cubicBezTo>
                <a:cubicBezTo>
                  <a:pt x="794859" y="3281735"/>
                  <a:pt x="766508" y="3273859"/>
                  <a:pt x="737633" y="3265459"/>
                </a:cubicBezTo>
                <a:cubicBezTo>
                  <a:pt x="701408" y="3254959"/>
                  <a:pt x="662557" y="3294860"/>
                  <a:pt x="660457" y="3297485"/>
                </a:cubicBezTo>
                <a:cubicBezTo>
                  <a:pt x="558606" y="3253384"/>
                  <a:pt x="457805" y="3209809"/>
                  <a:pt x="352279" y="3164658"/>
                </a:cubicBezTo>
                <a:cubicBezTo>
                  <a:pt x="365404" y="3128958"/>
                  <a:pt x="481430" y="2849655"/>
                  <a:pt x="525006" y="2749904"/>
                </a:cubicBezTo>
                <a:cubicBezTo>
                  <a:pt x="529206" y="2739404"/>
                  <a:pt x="533931" y="2728378"/>
                  <a:pt x="536556" y="2717353"/>
                </a:cubicBezTo>
                <a:cubicBezTo>
                  <a:pt x="543906" y="2689003"/>
                  <a:pt x="538656" y="2676928"/>
                  <a:pt x="514506" y="2660653"/>
                </a:cubicBezTo>
                <a:cubicBezTo>
                  <a:pt x="483530" y="2639653"/>
                  <a:pt x="483005" y="2637027"/>
                  <a:pt x="498230" y="2602902"/>
                </a:cubicBezTo>
                <a:cubicBezTo>
                  <a:pt x="527631" y="2535176"/>
                  <a:pt x="589581" y="2392900"/>
                  <a:pt x="592206" y="2387650"/>
                </a:cubicBezTo>
                <a:cubicBezTo>
                  <a:pt x="726608" y="2441725"/>
                  <a:pt x="859959" y="2495801"/>
                  <a:pt x="998561" y="2551976"/>
                </a:cubicBezTo>
                <a:cubicBezTo>
                  <a:pt x="998561" y="2537276"/>
                  <a:pt x="1001711" y="2008595"/>
                  <a:pt x="1003286" y="1752393"/>
                </a:cubicBezTo>
                <a:cubicBezTo>
                  <a:pt x="1003286" y="1738217"/>
                  <a:pt x="1190188" y="1605391"/>
                  <a:pt x="1190188" y="1599091"/>
                </a:cubicBezTo>
                <a:cubicBezTo>
                  <a:pt x="1191763" y="1514040"/>
                  <a:pt x="1202263" y="174750"/>
                  <a:pt x="1202263" y="167400"/>
                </a:cubicBezTo>
                <a:close/>
                <a:moveTo>
                  <a:pt x="1169095" y="0"/>
                </a:moveTo>
                <a:lnTo>
                  <a:pt x="1766794" y="0"/>
                </a:lnTo>
                <a:cubicBezTo>
                  <a:pt x="1800181" y="0"/>
                  <a:pt x="1827246" y="27065"/>
                  <a:pt x="1827246" y="60452"/>
                </a:cubicBezTo>
                <a:lnTo>
                  <a:pt x="1827245" y="60452"/>
                </a:lnTo>
                <a:cubicBezTo>
                  <a:pt x="1827245" y="93839"/>
                  <a:pt x="1800180" y="120904"/>
                  <a:pt x="1766793" y="120904"/>
                </a:cubicBezTo>
                <a:lnTo>
                  <a:pt x="1169095" y="120903"/>
                </a:lnTo>
                <a:cubicBezTo>
                  <a:pt x="1144055" y="120903"/>
                  <a:pt x="1122571" y="105679"/>
                  <a:pt x="1113394" y="83982"/>
                </a:cubicBezTo>
                <a:lnTo>
                  <a:pt x="1108643" y="60452"/>
                </a:lnTo>
                <a:lnTo>
                  <a:pt x="1113394" y="36921"/>
                </a:lnTo>
                <a:cubicBezTo>
                  <a:pt x="1122571" y="15224"/>
                  <a:pt x="1144055" y="0"/>
                  <a:pt x="116909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2">
            <a:extLst>
              <a:ext uri="{FF2B5EF4-FFF2-40B4-BE49-F238E27FC236}">
                <a16:creationId xmlns:a16="http://schemas.microsoft.com/office/drawing/2014/main" id="{D342D6A8-EECD-42CB-8D01-D86AAAAAA39B}"/>
              </a:ext>
            </a:extLst>
          </p:cNvPr>
          <p:cNvGrpSpPr/>
          <p:nvPr userDrawn="1"/>
        </p:nvGrpSpPr>
        <p:grpSpPr>
          <a:xfrm>
            <a:off x="2348457" y="3357322"/>
            <a:ext cx="2642644" cy="2870232"/>
            <a:chOff x="995906" y="1393949"/>
            <a:chExt cx="4303471" cy="4674092"/>
          </a:xfrm>
        </p:grpSpPr>
        <p:sp>
          <p:nvSpPr>
            <p:cNvPr id="6" name="Teardrop 27">
              <a:extLst>
                <a:ext uri="{FF2B5EF4-FFF2-40B4-BE49-F238E27FC236}">
                  <a16:creationId xmlns:a16="http://schemas.microsoft.com/office/drawing/2014/main" id="{FA348524-E2DA-461E-81FA-21FF44CB6F65}"/>
                </a:ext>
              </a:extLst>
            </p:cNvPr>
            <p:cNvSpPr/>
            <p:nvPr/>
          </p:nvSpPr>
          <p:spPr>
            <a:xfrm rot="18900000">
              <a:off x="3498106" y="2486859"/>
              <a:ext cx="342733" cy="338278"/>
            </a:xfrm>
            <a:custGeom>
              <a:avLst/>
              <a:gdLst>
                <a:gd name="connsiteX0" fmla="*/ 0 w 220469"/>
                <a:gd name="connsiteY0" fmla="*/ 110235 h 220469"/>
                <a:gd name="connsiteX1" fmla="*/ 110235 w 220469"/>
                <a:gd name="connsiteY1" fmla="*/ 0 h 220469"/>
                <a:gd name="connsiteX2" fmla="*/ 220469 w 220469"/>
                <a:gd name="connsiteY2" fmla="*/ 0 h 220469"/>
                <a:gd name="connsiteX3" fmla="*/ 220469 w 220469"/>
                <a:gd name="connsiteY3" fmla="*/ 110235 h 220469"/>
                <a:gd name="connsiteX4" fmla="*/ 110234 w 220469"/>
                <a:gd name="connsiteY4" fmla="*/ 220470 h 220469"/>
                <a:gd name="connsiteX5" fmla="*/ -1 w 220469"/>
                <a:gd name="connsiteY5" fmla="*/ 110235 h 220469"/>
                <a:gd name="connsiteX6" fmla="*/ 0 w 220469"/>
                <a:gd name="connsiteY6" fmla="*/ 110235 h 22046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198" h="255829">
                  <a:moveTo>
                    <a:pt x="1" y="145594"/>
                  </a:moveTo>
                  <a:cubicBezTo>
                    <a:pt x="1" y="84713"/>
                    <a:pt x="35885" y="62300"/>
                    <a:pt x="110236" y="35359"/>
                  </a:cubicBezTo>
                  <a:cubicBezTo>
                    <a:pt x="178411" y="18523"/>
                    <a:pt x="199441" y="11785"/>
                    <a:pt x="259198" y="0"/>
                  </a:cubicBezTo>
                  <a:cubicBezTo>
                    <a:pt x="244044" y="58633"/>
                    <a:pt x="244042" y="75173"/>
                    <a:pt x="220470" y="145594"/>
                  </a:cubicBezTo>
                  <a:cubicBezTo>
                    <a:pt x="196896" y="219943"/>
                    <a:pt x="171116" y="255829"/>
                    <a:pt x="110235" y="255829"/>
                  </a:cubicBezTo>
                  <a:cubicBezTo>
                    <a:pt x="49354" y="255829"/>
                    <a:pt x="0" y="206475"/>
                    <a:pt x="0" y="145594"/>
                  </a:cubicBezTo>
                  <a:lnTo>
                    <a:pt x="1" y="14559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FB569943-AD27-4B3F-9811-3029D491CFDE}"/>
                </a:ext>
              </a:extLst>
            </p:cNvPr>
            <p:cNvGrpSpPr/>
            <p:nvPr/>
          </p:nvGrpSpPr>
          <p:grpSpPr>
            <a:xfrm>
              <a:off x="995906" y="1393949"/>
              <a:ext cx="2477149" cy="1581627"/>
              <a:chOff x="-40593" y="1204659"/>
              <a:chExt cx="2495556" cy="1593380"/>
            </a:xfrm>
          </p:grpSpPr>
          <p:grpSp>
            <p:nvGrpSpPr>
              <p:cNvPr id="30" name="Group 5">
                <a:extLst>
                  <a:ext uri="{FF2B5EF4-FFF2-40B4-BE49-F238E27FC236}">
                    <a16:creationId xmlns:a16="http://schemas.microsoft.com/office/drawing/2014/main" id="{21ABB6DA-0422-4BF3-A596-5B9277E9AF44}"/>
                  </a:ext>
                </a:extLst>
              </p:cNvPr>
              <p:cNvGrpSpPr/>
              <p:nvPr/>
            </p:nvGrpSpPr>
            <p:grpSpPr>
              <a:xfrm>
                <a:off x="-40593" y="1204659"/>
                <a:ext cx="2495556" cy="1413837"/>
                <a:chOff x="427571" y="1831133"/>
                <a:chExt cx="2263443" cy="1282335"/>
              </a:xfrm>
            </p:grpSpPr>
            <p:sp>
              <p:nvSpPr>
                <p:cNvPr id="42" name="Rounded Rectangle 21">
                  <a:extLst>
                    <a:ext uri="{FF2B5EF4-FFF2-40B4-BE49-F238E27FC236}">
                      <a16:creationId xmlns:a16="http://schemas.microsoft.com/office/drawing/2014/main" id="{CDA90EF2-6C31-43A0-B2E7-EA9656018343}"/>
                    </a:ext>
                  </a:extLst>
                </p:cNvPr>
                <p:cNvSpPr/>
                <p:nvPr userDrawn="1"/>
              </p:nvSpPr>
              <p:spPr>
                <a:xfrm rot="3600000">
                  <a:off x="2191300" y="2155086"/>
                  <a:ext cx="810238" cy="162331"/>
                </a:xfrm>
                <a:prstGeom prst="roundRect">
                  <a:avLst>
                    <a:gd name="adj" fmla="val 46616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3" name="Round Same Side Corner Rectangle 22">
                  <a:extLst>
                    <a:ext uri="{FF2B5EF4-FFF2-40B4-BE49-F238E27FC236}">
                      <a16:creationId xmlns:a16="http://schemas.microsoft.com/office/drawing/2014/main" id="{340CA916-0D26-4A39-AEF9-E02EE8B7CD2E}"/>
                    </a:ext>
                  </a:extLst>
                </p:cNvPr>
                <p:cNvSpPr/>
                <p:nvPr userDrawn="1"/>
              </p:nvSpPr>
              <p:spPr>
                <a:xfrm rot="14400000">
                  <a:off x="1292073" y="1706320"/>
                  <a:ext cx="548653" cy="2249228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4" name="Round Same Side Corner Rectangle 42">
                  <a:extLst>
                    <a:ext uri="{FF2B5EF4-FFF2-40B4-BE49-F238E27FC236}">
                      <a16:creationId xmlns:a16="http://schemas.microsoft.com/office/drawing/2014/main" id="{E23C6306-23DB-4F78-804E-EFD6E7BBA092}"/>
                    </a:ext>
                  </a:extLst>
                </p:cNvPr>
                <p:cNvSpPr/>
                <p:nvPr userDrawn="1"/>
              </p:nvSpPr>
              <p:spPr>
                <a:xfrm rot="14400000">
                  <a:off x="1277858" y="1714528"/>
                  <a:ext cx="548653" cy="2249228"/>
                </a:xfrm>
                <a:custGeom>
                  <a:avLst/>
                  <a:gdLst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5170 w 665170"/>
                    <a:gd name="connsiteY3" fmla="*/ 2726892 h 2726892"/>
                    <a:gd name="connsiteX4" fmla="*/ 66517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2726892 h 2726892"/>
                    <a:gd name="connsiteX7" fmla="*/ 0 w 665170"/>
                    <a:gd name="connsiteY7" fmla="*/ 332585 h 2726892"/>
                    <a:gd name="connsiteX8" fmla="*/ 332585 w 665170"/>
                    <a:gd name="connsiteY8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665170 w 665170"/>
                    <a:gd name="connsiteY4" fmla="*/ 2726892 h 2726892"/>
                    <a:gd name="connsiteX5" fmla="*/ 665170 w 665170"/>
                    <a:gd name="connsiteY5" fmla="*/ 2726892 h 2726892"/>
                    <a:gd name="connsiteX6" fmla="*/ 0 w 665170"/>
                    <a:gd name="connsiteY6" fmla="*/ 2726892 h 2726892"/>
                    <a:gd name="connsiteX7" fmla="*/ 0 w 665170"/>
                    <a:gd name="connsiteY7" fmla="*/ 2726892 h 2726892"/>
                    <a:gd name="connsiteX8" fmla="*/ 0 w 665170"/>
                    <a:gd name="connsiteY8" fmla="*/ 332585 h 2726892"/>
                    <a:gd name="connsiteX9" fmla="*/ 332585 w 665170"/>
                    <a:gd name="connsiteY9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66517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2726892 h 2726892"/>
                    <a:gd name="connsiteX7" fmla="*/ 0 w 665170"/>
                    <a:gd name="connsiteY7" fmla="*/ 332585 h 2726892"/>
                    <a:gd name="connsiteX8" fmla="*/ 332585 w 665170"/>
                    <a:gd name="connsiteY8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332585 h 2726892"/>
                    <a:gd name="connsiteX7" fmla="*/ 332585 w 665170"/>
                    <a:gd name="connsiteY7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332585 h 2726892"/>
                    <a:gd name="connsiteX7" fmla="*/ 332585 w 665170"/>
                    <a:gd name="connsiteY7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332585 h 2726892"/>
                    <a:gd name="connsiteX7" fmla="*/ 332585 w 665170"/>
                    <a:gd name="connsiteY7" fmla="*/ 0 h 2726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5170" h="2726892">
                      <a:moveTo>
                        <a:pt x="332585" y="0"/>
                      </a:moveTo>
                      <a:lnTo>
                        <a:pt x="332585" y="0"/>
                      </a:lnTo>
                      <a:cubicBezTo>
                        <a:pt x="516267" y="0"/>
                        <a:pt x="665170" y="148903"/>
                        <a:pt x="665170" y="332585"/>
                      </a:cubicBezTo>
                      <a:cubicBezTo>
                        <a:pt x="665078" y="692931"/>
                        <a:pt x="664987" y="1053276"/>
                        <a:pt x="664895" y="1413622"/>
                      </a:cubicBezTo>
                      <a:cubicBezTo>
                        <a:pt x="476395" y="1778168"/>
                        <a:pt x="266092" y="2119826"/>
                        <a:pt x="0" y="2726892"/>
                      </a:cubicBezTo>
                      <a:lnTo>
                        <a:pt x="0" y="2726892"/>
                      </a:lnTo>
                      <a:lnTo>
                        <a:pt x="0" y="332585"/>
                      </a:lnTo>
                      <a:cubicBezTo>
                        <a:pt x="0" y="148903"/>
                        <a:pt x="148903" y="0"/>
                        <a:pt x="332585" y="0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2A7AEB56-16E9-4F44-A1C1-16D75AEE9997}"/>
                  </a:ext>
                </a:extLst>
              </p:cNvPr>
              <p:cNvSpPr/>
              <p:nvPr/>
            </p:nvSpPr>
            <p:spPr>
              <a:xfrm rot="19922172">
                <a:off x="939740" y="2205693"/>
                <a:ext cx="169099" cy="1690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2" name="Oval 7">
                <a:extLst>
                  <a:ext uri="{FF2B5EF4-FFF2-40B4-BE49-F238E27FC236}">
                    <a16:creationId xmlns:a16="http://schemas.microsoft.com/office/drawing/2014/main" id="{81AC0F6C-D37D-4518-B2F2-FF046EE2FDA3}"/>
                  </a:ext>
                </a:extLst>
              </p:cNvPr>
              <p:cNvSpPr/>
              <p:nvPr/>
            </p:nvSpPr>
            <p:spPr>
              <a:xfrm rot="19922172">
                <a:off x="715292" y="2593806"/>
                <a:ext cx="84549" cy="84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3" name="Oval 8">
                <a:extLst>
                  <a:ext uri="{FF2B5EF4-FFF2-40B4-BE49-F238E27FC236}">
                    <a16:creationId xmlns:a16="http://schemas.microsoft.com/office/drawing/2014/main" id="{67D6DB74-BD09-46A2-990D-4C18E12DBED8}"/>
                  </a:ext>
                </a:extLst>
              </p:cNvPr>
              <p:cNvSpPr/>
              <p:nvPr/>
            </p:nvSpPr>
            <p:spPr>
              <a:xfrm rot="19922172">
                <a:off x="450432" y="2660329"/>
                <a:ext cx="137710" cy="1377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4" name="Oval 9">
                <a:extLst>
                  <a:ext uri="{FF2B5EF4-FFF2-40B4-BE49-F238E27FC236}">
                    <a16:creationId xmlns:a16="http://schemas.microsoft.com/office/drawing/2014/main" id="{61B578A4-173F-4DEE-AE6D-2F70096D5799}"/>
                  </a:ext>
                </a:extLst>
              </p:cNvPr>
              <p:cNvSpPr/>
              <p:nvPr/>
            </p:nvSpPr>
            <p:spPr>
              <a:xfrm rot="19922172">
                <a:off x="1419157" y="2059022"/>
                <a:ext cx="228336" cy="22833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5" name="Oval 10">
                <a:extLst>
                  <a:ext uri="{FF2B5EF4-FFF2-40B4-BE49-F238E27FC236}">
                    <a16:creationId xmlns:a16="http://schemas.microsoft.com/office/drawing/2014/main" id="{D9EB6722-229C-419C-A3F7-0A40C0E54442}"/>
                  </a:ext>
                </a:extLst>
              </p:cNvPr>
              <p:cNvSpPr/>
              <p:nvPr/>
            </p:nvSpPr>
            <p:spPr>
              <a:xfrm rot="19922172">
                <a:off x="1037837" y="2587555"/>
                <a:ext cx="84549" cy="84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6" name="Oval 11">
                <a:extLst>
                  <a:ext uri="{FF2B5EF4-FFF2-40B4-BE49-F238E27FC236}">
                    <a16:creationId xmlns:a16="http://schemas.microsoft.com/office/drawing/2014/main" id="{1F8C124F-084F-46BD-A55D-5F9AC333DD6B}"/>
                  </a:ext>
                </a:extLst>
              </p:cNvPr>
              <p:cNvSpPr/>
              <p:nvPr/>
            </p:nvSpPr>
            <p:spPr>
              <a:xfrm rot="19922172">
                <a:off x="1216994" y="2334034"/>
                <a:ext cx="137710" cy="1377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37" name="Group 12">
                <a:extLst>
                  <a:ext uri="{FF2B5EF4-FFF2-40B4-BE49-F238E27FC236}">
                    <a16:creationId xmlns:a16="http://schemas.microsoft.com/office/drawing/2014/main" id="{510884E7-06CB-4639-9785-660F2CFB192D}"/>
                  </a:ext>
                </a:extLst>
              </p:cNvPr>
              <p:cNvGrpSpPr/>
              <p:nvPr/>
            </p:nvGrpSpPr>
            <p:grpSpPr>
              <a:xfrm rot="900000">
                <a:off x="1097580" y="1393561"/>
                <a:ext cx="1165779" cy="703527"/>
                <a:chOff x="7061137" y="2490268"/>
                <a:chExt cx="953399" cy="575358"/>
              </a:xfrm>
            </p:grpSpPr>
            <p:sp>
              <p:nvSpPr>
                <p:cNvPr id="38" name="Flowchart: Terminator 13">
                  <a:extLst>
                    <a:ext uri="{FF2B5EF4-FFF2-40B4-BE49-F238E27FC236}">
                      <a16:creationId xmlns:a16="http://schemas.microsoft.com/office/drawing/2014/main" id="{46ACFE22-E348-433C-B4F8-3A9B57EC8E9E}"/>
                    </a:ext>
                  </a:extLst>
                </p:cNvPr>
                <p:cNvSpPr/>
                <p:nvPr/>
              </p:nvSpPr>
              <p:spPr>
                <a:xfrm rot="2666605">
                  <a:off x="7546536" y="2490268"/>
                  <a:ext cx="468000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39" name="Flowchart: Terminator 14">
                  <a:extLst>
                    <a:ext uri="{FF2B5EF4-FFF2-40B4-BE49-F238E27FC236}">
                      <a16:creationId xmlns:a16="http://schemas.microsoft.com/office/drawing/2014/main" id="{6055CD7F-4E44-427C-A3B1-C7BE4005FF30}"/>
                    </a:ext>
                  </a:extLst>
                </p:cNvPr>
                <p:cNvSpPr/>
                <p:nvPr/>
              </p:nvSpPr>
              <p:spPr>
                <a:xfrm rot="2666605">
                  <a:off x="7327125" y="2631892"/>
                  <a:ext cx="576064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0" name="Flowchart: Terminator 15">
                  <a:extLst>
                    <a:ext uri="{FF2B5EF4-FFF2-40B4-BE49-F238E27FC236}">
                      <a16:creationId xmlns:a16="http://schemas.microsoft.com/office/drawing/2014/main" id="{C074F1B5-8894-4D19-9515-64E1C06C1910}"/>
                    </a:ext>
                  </a:extLst>
                </p:cNvPr>
                <p:cNvSpPr/>
                <p:nvPr/>
              </p:nvSpPr>
              <p:spPr>
                <a:xfrm rot="2666605">
                  <a:off x="7171289" y="2741835"/>
                  <a:ext cx="540000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1" name="Flowchart: Terminator 16">
                  <a:extLst>
                    <a:ext uri="{FF2B5EF4-FFF2-40B4-BE49-F238E27FC236}">
                      <a16:creationId xmlns:a16="http://schemas.microsoft.com/office/drawing/2014/main" id="{EA3FA586-A9F7-46AC-9216-A1F037DACB14}"/>
                    </a:ext>
                  </a:extLst>
                </p:cNvPr>
                <p:cNvSpPr/>
                <p:nvPr/>
              </p:nvSpPr>
              <p:spPr>
                <a:xfrm rot="2666605">
                  <a:off x="7061137" y="2888041"/>
                  <a:ext cx="432000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</p:grpSp>
        <p:grpSp>
          <p:nvGrpSpPr>
            <p:cNvPr id="8" name="Group 20">
              <a:extLst>
                <a:ext uri="{FF2B5EF4-FFF2-40B4-BE49-F238E27FC236}">
                  <a16:creationId xmlns:a16="http://schemas.microsoft.com/office/drawing/2014/main" id="{D397F359-5617-47AE-AA64-11D1CD670226}"/>
                </a:ext>
              </a:extLst>
            </p:cNvPr>
            <p:cNvGrpSpPr/>
            <p:nvPr/>
          </p:nvGrpSpPr>
          <p:grpSpPr>
            <a:xfrm>
              <a:off x="3246971" y="3062682"/>
              <a:ext cx="2052406" cy="3005359"/>
              <a:chOff x="2274967" y="2856728"/>
              <a:chExt cx="1887270" cy="2763549"/>
            </a:xfrm>
          </p:grpSpPr>
          <p:sp>
            <p:nvSpPr>
              <p:cNvPr id="9" name="Rectangle 21">
                <a:extLst>
                  <a:ext uri="{FF2B5EF4-FFF2-40B4-BE49-F238E27FC236}">
                    <a16:creationId xmlns:a16="http://schemas.microsoft.com/office/drawing/2014/main" id="{8D9016A2-65C3-4F89-9639-084B5CE46EA1}"/>
                  </a:ext>
                </a:extLst>
              </p:cNvPr>
              <p:cNvSpPr/>
              <p:nvPr/>
            </p:nvSpPr>
            <p:spPr>
              <a:xfrm rot="20822172">
                <a:off x="2534405" y="3008769"/>
                <a:ext cx="776804" cy="11652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" name="Rounded Rectangle 20">
                <a:extLst>
                  <a:ext uri="{FF2B5EF4-FFF2-40B4-BE49-F238E27FC236}">
                    <a16:creationId xmlns:a16="http://schemas.microsoft.com/office/drawing/2014/main" id="{4EAEF21F-BEEE-46AF-86B5-AFDC52EE83DC}"/>
                  </a:ext>
                </a:extLst>
              </p:cNvPr>
              <p:cNvSpPr/>
              <p:nvPr/>
            </p:nvSpPr>
            <p:spPr>
              <a:xfrm rot="20822172">
                <a:off x="2274967" y="3807730"/>
                <a:ext cx="1812545" cy="1812547"/>
              </a:xfrm>
              <a:custGeom>
                <a:avLst/>
                <a:gdLst>
                  <a:gd name="connsiteX0" fmla="*/ 0 w 2016224"/>
                  <a:gd name="connsiteY0" fmla="*/ 517202 h 2016224"/>
                  <a:gd name="connsiteX1" fmla="*/ 517202 w 2016224"/>
                  <a:gd name="connsiteY1" fmla="*/ 0 h 2016224"/>
                  <a:gd name="connsiteX2" fmla="*/ 1499022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8" fmla="*/ 0 w 2016224"/>
                  <a:gd name="connsiteY8" fmla="*/ 517202 h 2016224"/>
                  <a:gd name="connsiteX0" fmla="*/ 0 w 2016224"/>
                  <a:gd name="connsiteY0" fmla="*/ 517202 h 2016224"/>
                  <a:gd name="connsiteX1" fmla="*/ 594839 w 2016224"/>
                  <a:gd name="connsiteY1" fmla="*/ 0 h 2016224"/>
                  <a:gd name="connsiteX2" fmla="*/ 1499022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8" fmla="*/ 0 w 2016224"/>
                  <a:gd name="connsiteY8" fmla="*/ 517202 h 2016224"/>
                  <a:gd name="connsiteX0" fmla="*/ 0 w 2016224"/>
                  <a:gd name="connsiteY0" fmla="*/ 51720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8" fmla="*/ 0 w 2016224"/>
                  <a:gd name="connsiteY8" fmla="*/ 51720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516275 h 2033477"/>
                  <a:gd name="connsiteX1" fmla="*/ 594839 w 2016224"/>
                  <a:gd name="connsiteY1" fmla="*/ 17253 h 2033477"/>
                  <a:gd name="connsiteX2" fmla="*/ 1438637 w 2016224"/>
                  <a:gd name="connsiteY2" fmla="*/ 0 h 2033477"/>
                  <a:gd name="connsiteX3" fmla="*/ 2016224 w 2016224"/>
                  <a:gd name="connsiteY3" fmla="*/ 1516275 h 2033477"/>
                  <a:gd name="connsiteX4" fmla="*/ 1499022 w 2016224"/>
                  <a:gd name="connsiteY4" fmla="*/ 2033477 h 2033477"/>
                  <a:gd name="connsiteX5" fmla="*/ 517202 w 2016224"/>
                  <a:gd name="connsiteY5" fmla="*/ 2033477 h 2033477"/>
                  <a:gd name="connsiteX6" fmla="*/ 0 w 2016224"/>
                  <a:gd name="connsiteY6" fmla="*/ 1516275 h 2033477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64516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0395 h 2007597"/>
                  <a:gd name="connsiteX1" fmla="*/ 594839 w 2016224"/>
                  <a:gd name="connsiteY1" fmla="*/ 17253 h 2007597"/>
                  <a:gd name="connsiteX2" fmla="*/ 1438637 w 2016224"/>
                  <a:gd name="connsiteY2" fmla="*/ 0 h 2007597"/>
                  <a:gd name="connsiteX3" fmla="*/ 2016224 w 2016224"/>
                  <a:gd name="connsiteY3" fmla="*/ 1490395 h 2007597"/>
                  <a:gd name="connsiteX4" fmla="*/ 1499022 w 2016224"/>
                  <a:gd name="connsiteY4" fmla="*/ 2007597 h 2007597"/>
                  <a:gd name="connsiteX5" fmla="*/ 517202 w 2016224"/>
                  <a:gd name="connsiteY5" fmla="*/ 2007597 h 2007597"/>
                  <a:gd name="connsiteX6" fmla="*/ 0 w 2016224"/>
                  <a:gd name="connsiteY6" fmla="*/ 1490395 h 2007597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47263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1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1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16224" h="2016224">
                    <a:moveTo>
                      <a:pt x="0" y="1499022"/>
                    </a:moveTo>
                    <a:cubicBezTo>
                      <a:pt x="17125" y="1145997"/>
                      <a:pt x="344800" y="266760"/>
                      <a:pt x="594839" y="0"/>
                    </a:cubicBezTo>
                    <a:lnTo>
                      <a:pt x="1438637" y="1"/>
                    </a:lnTo>
                    <a:cubicBezTo>
                      <a:pt x="1675535" y="249838"/>
                      <a:pt x="2001847" y="1162985"/>
                      <a:pt x="2016224" y="1499022"/>
                    </a:cubicBezTo>
                    <a:cubicBezTo>
                      <a:pt x="2016224" y="1784665"/>
                      <a:pt x="1784665" y="2016224"/>
                      <a:pt x="1499022" y="2016224"/>
                    </a:cubicBezTo>
                    <a:lnTo>
                      <a:pt x="517202" y="2016224"/>
                    </a:lnTo>
                    <a:cubicBezTo>
                      <a:pt x="231559" y="2016224"/>
                      <a:pt x="0" y="1784665"/>
                      <a:pt x="0" y="149902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1" name="Rounded Rectangle 20">
                <a:extLst>
                  <a:ext uri="{FF2B5EF4-FFF2-40B4-BE49-F238E27FC236}">
                    <a16:creationId xmlns:a16="http://schemas.microsoft.com/office/drawing/2014/main" id="{FE32424D-11EE-4E6C-84EC-64D460D7D05C}"/>
                  </a:ext>
                </a:extLst>
              </p:cNvPr>
              <p:cNvSpPr/>
              <p:nvPr/>
            </p:nvSpPr>
            <p:spPr>
              <a:xfrm rot="20822172">
                <a:off x="2349692" y="4466317"/>
                <a:ext cx="1812545" cy="1144588"/>
              </a:xfrm>
              <a:custGeom>
                <a:avLst/>
                <a:gdLst>
                  <a:gd name="connsiteX0" fmla="*/ 181659 w 2016224"/>
                  <a:gd name="connsiteY0" fmla="*/ 0 h 1270554"/>
                  <a:gd name="connsiteX1" fmla="*/ 1908881 w 2016224"/>
                  <a:gd name="connsiteY1" fmla="*/ 262442 h 1270554"/>
                  <a:gd name="connsiteX2" fmla="*/ 2016224 w 2016224"/>
                  <a:gd name="connsiteY2" fmla="*/ 753352 h 1270554"/>
                  <a:gd name="connsiteX3" fmla="*/ 1499022 w 2016224"/>
                  <a:gd name="connsiteY3" fmla="*/ 1270554 h 1270554"/>
                  <a:gd name="connsiteX4" fmla="*/ 517202 w 2016224"/>
                  <a:gd name="connsiteY4" fmla="*/ 1270554 h 1270554"/>
                  <a:gd name="connsiteX5" fmla="*/ 0 w 2016224"/>
                  <a:gd name="connsiteY5" fmla="*/ 753352 h 1270554"/>
                  <a:gd name="connsiteX6" fmla="*/ 181659 w 2016224"/>
                  <a:gd name="connsiteY6" fmla="*/ 0 h 1270554"/>
                  <a:gd name="connsiteX0" fmla="*/ 170132 w 2016224"/>
                  <a:gd name="connsiteY0" fmla="*/ 0 h 1273207"/>
                  <a:gd name="connsiteX1" fmla="*/ 1908881 w 2016224"/>
                  <a:gd name="connsiteY1" fmla="*/ 265095 h 1273207"/>
                  <a:gd name="connsiteX2" fmla="*/ 2016224 w 2016224"/>
                  <a:gd name="connsiteY2" fmla="*/ 756005 h 1273207"/>
                  <a:gd name="connsiteX3" fmla="*/ 1499022 w 2016224"/>
                  <a:gd name="connsiteY3" fmla="*/ 1273207 h 1273207"/>
                  <a:gd name="connsiteX4" fmla="*/ 517202 w 2016224"/>
                  <a:gd name="connsiteY4" fmla="*/ 1273207 h 1273207"/>
                  <a:gd name="connsiteX5" fmla="*/ 0 w 2016224"/>
                  <a:gd name="connsiteY5" fmla="*/ 756005 h 1273207"/>
                  <a:gd name="connsiteX6" fmla="*/ 170132 w 2016224"/>
                  <a:gd name="connsiteY6" fmla="*/ 0 h 1273207"/>
                  <a:gd name="connsiteX0" fmla="*/ 170132 w 2016224"/>
                  <a:gd name="connsiteY0" fmla="*/ 0 h 1273207"/>
                  <a:gd name="connsiteX1" fmla="*/ 1908881 w 2016224"/>
                  <a:gd name="connsiteY1" fmla="*/ 265095 h 1273207"/>
                  <a:gd name="connsiteX2" fmla="*/ 2016224 w 2016224"/>
                  <a:gd name="connsiteY2" fmla="*/ 756005 h 1273207"/>
                  <a:gd name="connsiteX3" fmla="*/ 1499022 w 2016224"/>
                  <a:gd name="connsiteY3" fmla="*/ 1273207 h 1273207"/>
                  <a:gd name="connsiteX4" fmla="*/ 517202 w 2016224"/>
                  <a:gd name="connsiteY4" fmla="*/ 1273207 h 1273207"/>
                  <a:gd name="connsiteX5" fmla="*/ 0 w 2016224"/>
                  <a:gd name="connsiteY5" fmla="*/ 756005 h 1273207"/>
                  <a:gd name="connsiteX6" fmla="*/ 170132 w 2016224"/>
                  <a:gd name="connsiteY6" fmla="*/ 0 h 1273207"/>
                  <a:gd name="connsiteX0" fmla="*/ 170132 w 2016224"/>
                  <a:gd name="connsiteY0" fmla="*/ 0 h 1273207"/>
                  <a:gd name="connsiteX1" fmla="*/ 1908881 w 2016224"/>
                  <a:gd name="connsiteY1" fmla="*/ 265095 h 1273207"/>
                  <a:gd name="connsiteX2" fmla="*/ 2016224 w 2016224"/>
                  <a:gd name="connsiteY2" fmla="*/ 756005 h 1273207"/>
                  <a:gd name="connsiteX3" fmla="*/ 1499022 w 2016224"/>
                  <a:gd name="connsiteY3" fmla="*/ 1273207 h 1273207"/>
                  <a:gd name="connsiteX4" fmla="*/ 517202 w 2016224"/>
                  <a:gd name="connsiteY4" fmla="*/ 1273207 h 1273207"/>
                  <a:gd name="connsiteX5" fmla="*/ 0 w 2016224"/>
                  <a:gd name="connsiteY5" fmla="*/ 756005 h 1273207"/>
                  <a:gd name="connsiteX6" fmla="*/ 170132 w 2016224"/>
                  <a:gd name="connsiteY6" fmla="*/ 0 h 1273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16224" h="1273207">
                    <a:moveTo>
                      <a:pt x="170132" y="0"/>
                    </a:moveTo>
                    <a:cubicBezTo>
                      <a:pt x="823292" y="85075"/>
                      <a:pt x="1203397" y="143700"/>
                      <a:pt x="1908881" y="265095"/>
                    </a:cubicBezTo>
                    <a:cubicBezTo>
                      <a:pt x="1970783" y="462532"/>
                      <a:pt x="2011360" y="642304"/>
                      <a:pt x="2016224" y="756005"/>
                    </a:cubicBezTo>
                    <a:cubicBezTo>
                      <a:pt x="2016224" y="1041648"/>
                      <a:pt x="1784665" y="1273207"/>
                      <a:pt x="1499022" y="1273207"/>
                    </a:cubicBezTo>
                    <a:lnTo>
                      <a:pt x="517202" y="1273207"/>
                    </a:lnTo>
                    <a:cubicBezTo>
                      <a:pt x="231559" y="1273207"/>
                      <a:pt x="0" y="1041648"/>
                      <a:pt x="0" y="756005"/>
                    </a:cubicBezTo>
                    <a:cubicBezTo>
                      <a:pt x="5758" y="637302"/>
                      <a:pt x="107653" y="194008"/>
                      <a:pt x="170132" y="0"/>
                    </a:cubicBezTo>
                    <a:close/>
                  </a:path>
                </a:pathLst>
              </a:custGeom>
              <a:solidFill>
                <a:schemeClr val="tx2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2" name="Oval 24">
                <a:extLst>
                  <a:ext uri="{FF2B5EF4-FFF2-40B4-BE49-F238E27FC236}">
                    <a16:creationId xmlns:a16="http://schemas.microsoft.com/office/drawing/2014/main" id="{ABFA0A3E-2353-4B24-A955-C332FDD6B0D9}"/>
                  </a:ext>
                </a:extLst>
              </p:cNvPr>
              <p:cNvSpPr/>
              <p:nvPr/>
            </p:nvSpPr>
            <p:spPr>
              <a:xfrm rot="19922172">
                <a:off x="2956377" y="5401284"/>
                <a:ext cx="158978" cy="1589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3" name="Oval 25">
                <a:extLst>
                  <a:ext uri="{FF2B5EF4-FFF2-40B4-BE49-F238E27FC236}">
                    <a16:creationId xmlns:a16="http://schemas.microsoft.com/office/drawing/2014/main" id="{21A3221A-23E8-4BDD-82C9-C1FC9151B1D6}"/>
                  </a:ext>
                </a:extLst>
              </p:cNvPr>
              <p:cNvSpPr/>
              <p:nvPr/>
            </p:nvSpPr>
            <p:spPr>
              <a:xfrm rot="19922172">
                <a:off x="3287720" y="5052607"/>
                <a:ext cx="79488" cy="794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" name="Oval 26">
                <a:extLst>
                  <a:ext uri="{FF2B5EF4-FFF2-40B4-BE49-F238E27FC236}">
                    <a16:creationId xmlns:a16="http://schemas.microsoft.com/office/drawing/2014/main" id="{6FDDB04B-7A62-4C4C-BA44-F5716B5B6CB6}"/>
                  </a:ext>
                </a:extLst>
              </p:cNvPr>
              <p:cNvSpPr/>
              <p:nvPr/>
            </p:nvSpPr>
            <p:spPr>
              <a:xfrm rot="19922172">
                <a:off x="2951182" y="5052299"/>
                <a:ext cx="129468" cy="129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" name="Oval 27">
                <a:extLst>
                  <a:ext uri="{FF2B5EF4-FFF2-40B4-BE49-F238E27FC236}">
                    <a16:creationId xmlns:a16="http://schemas.microsoft.com/office/drawing/2014/main" id="{3BAADFC8-1104-4EF6-AD7E-E383970210E8}"/>
                  </a:ext>
                </a:extLst>
              </p:cNvPr>
              <p:cNvSpPr/>
              <p:nvPr/>
            </p:nvSpPr>
            <p:spPr>
              <a:xfrm rot="19922172">
                <a:off x="3015455" y="4704628"/>
                <a:ext cx="214669" cy="21466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6" name="Oval 28">
                <a:extLst>
                  <a:ext uri="{FF2B5EF4-FFF2-40B4-BE49-F238E27FC236}">
                    <a16:creationId xmlns:a16="http://schemas.microsoft.com/office/drawing/2014/main" id="{B89DA8BA-66B3-413D-93A2-6AE0841419E6}"/>
                  </a:ext>
                </a:extLst>
              </p:cNvPr>
              <p:cNvSpPr/>
              <p:nvPr/>
            </p:nvSpPr>
            <p:spPr>
              <a:xfrm rot="19922172">
                <a:off x="3403392" y="5279807"/>
                <a:ext cx="79488" cy="794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" name="Oval 29">
                <a:extLst>
                  <a:ext uri="{FF2B5EF4-FFF2-40B4-BE49-F238E27FC236}">
                    <a16:creationId xmlns:a16="http://schemas.microsoft.com/office/drawing/2014/main" id="{C7E3F04D-A368-47A8-92AF-416C5540A9E7}"/>
                  </a:ext>
                </a:extLst>
              </p:cNvPr>
              <p:cNvSpPr/>
              <p:nvPr/>
            </p:nvSpPr>
            <p:spPr>
              <a:xfrm rot="19922172">
                <a:off x="3465934" y="4834759"/>
                <a:ext cx="129468" cy="129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" name="Oval 30">
                <a:extLst>
                  <a:ext uri="{FF2B5EF4-FFF2-40B4-BE49-F238E27FC236}">
                    <a16:creationId xmlns:a16="http://schemas.microsoft.com/office/drawing/2014/main" id="{1BC0ECCB-1064-4857-9495-176772231209}"/>
                  </a:ext>
                </a:extLst>
              </p:cNvPr>
              <p:cNvSpPr/>
              <p:nvPr/>
            </p:nvSpPr>
            <p:spPr>
              <a:xfrm rot="19922172">
                <a:off x="2867137" y="4322821"/>
                <a:ext cx="158978" cy="15897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Oval 31">
                <a:extLst>
                  <a:ext uri="{FF2B5EF4-FFF2-40B4-BE49-F238E27FC236}">
                    <a16:creationId xmlns:a16="http://schemas.microsoft.com/office/drawing/2014/main" id="{7CA03612-2BBD-44D4-B06C-ADBEB1478473}"/>
                  </a:ext>
                </a:extLst>
              </p:cNvPr>
              <p:cNvSpPr/>
              <p:nvPr/>
            </p:nvSpPr>
            <p:spPr>
              <a:xfrm rot="19922172">
                <a:off x="2626403" y="3199517"/>
                <a:ext cx="79488" cy="7948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0" name="Oval 32">
                <a:extLst>
                  <a:ext uri="{FF2B5EF4-FFF2-40B4-BE49-F238E27FC236}">
                    <a16:creationId xmlns:a16="http://schemas.microsoft.com/office/drawing/2014/main" id="{FE284D83-DF90-46CA-B101-E1727A929319}"/>
                  </a:ext>
                </a:extLst>
              </p:cNvPr>
              <p:cNvSpPr/>
              <p:nvPr/>
            </p:nvSpPr>
            <p:spPr>
              <a:xfrm rot="19922172">
                <a:off x="2881892" y="3974591"/>
                <a:ext cx="129468" cy="12946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1" name="Oval 33">
                <a:extLst>
                  <a:ext uri="{FF2B5EF4-FFF2-40B4-BE49-F238E27FC236}">
                    <a16:creationId xmlns:a16="http://schemas.microsoft.com/office/drawing/2014/main" id="{B4591A72-0897-40FD-A9FE-A5F009A7400D}"/>
                  </a:ext>
                </a:extLst>
              </p:cNvPr>
              <p:cNvSpPr/>
              <p:nvPr/>
            </p:nvSpPr>
            <p:spPr>
              <a:xfrm rot="19922172">
                <a:off x="3232413" y="4332626"/>
                <a:ext cx="214669" cy="21466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2" name="Oval 34">
                <a:extLst>
                  <a:ext uri="{FF2B5EF4-FFF2-40B4-BE49-F238E27FC236}">
                    <a16:creationId xmlns:a16="http://schemas.microsoft.com/office/drawing/2014/main" id="{195B87E1-535D-4B7B-8368-AB469294FD71}"/>
                  </a:ext>
                </a:extLst>
              </p:cNvPr>
              <p:cNvSpPr/>
              <p:nvPr/>
            </p:nvSpPr>
            <p:spPr>
              <a:xfrm rot="19922172">
                <a:off x="3114166" y="4068024"/>
                <a:ext cx="129468" cy="12946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3" name="Oval 35">
                <a:extLst>
                  <a:ext uri="{FF2B5EF4-FFF2-40B4-BE49-F238E27FC236}">
                    <a16:creationId xmlns:a16="http://schemas.microsoft.com/office/drawing/2014/main" id="{20A66E3E-761F-4FFC-B7DB-6C899A56DC79}"/>
                  </a:ext>
                </a:extLst>
              </p:cNvPr>
              <p:cNvSpPr/>
              <p:nvPr/>
            </p:nvSpPr>
            <p:spPr>
              <a:xfrm rot="19922172">
                <a:off x="2740899" y="3591706"/>
                <a:ext cx="129468" cy="12946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4" name="Rounded Rectangle 24">
                <a:extLst>
                  <a:ext uri="{FF2B5EF4-FFF2-40B4-BE49-F238E27FC236}">
                    <a16:creationId xmlns:a16="http://schemas.microsoft.com/office/drawing/2014/main" id="{95907ABB-F20F-488A-AB34-2F7EB9695552}"/>
                  </a:ext>
                </a:extLst>
              </p:cNvPr>
              <p:cNvSpPr/>
              <p:nvPr/>
            </p:nvSpPr>
            <p:spPr>
              <a:xfrm rot="20822172">
                <a:off x="2323230" y="2856728"/>
                <a:ext cx="903882" cy="17600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25" name="Group 37">
                <a:extLst>
                  <a:ext uri="{FF2B5EF4-FFF2-40B4-BE49-F238E27FC236}">
                    <a16:creationId xmlns:a16="http://schemas.microsoft.com/office/drawing/2014/main" id="{B535F8AA-CB6B-4625-917B-254F8FD750D7}"/>
                  </a:ext>
                </a:extLst>
              </p:cNvPr>
              <p:cNvGrpSpPr/>
              <p:nvPr/>
            </p:nvGrpSpPr>
            <p:grpSpPr>
              <a:xfrm rot="6970873">
                <a:off x="2773997" y="3162587"/>
                <a:ext cx="1029449" cy="711925"/>
                <a:chOff x="7088933" y="2427715"/>
                <a:chExt cx="895505" cy="619296"/>
              </a:xfrm>
            </p:grpSpPr>
            <p:sp>
              <p:nvSpPr>
                <p:cNvPr id="26" name="Flowchart: Terminator 38">
                  <a:extLst>
                    <a:ext uri="{FF2B5EF4-FFF2-40B4-BE49-F238E27FC236}">
                      <a16:creationId xmlns:a16="http://schemas.microsoft.com/office/drawing/2014/main" id="{C9A391CF-0232-4F82-B816-A789EC84E415}"/>
                    </a:ext>
                  </a:extLst>
                </p:cNvPr>
                <p:cNvSpPr/>
                <p:nvPr/>
              </p:nvSpPr>
              <p:spPr>
                <a:xfrm rot="2666605">
                  <a:off x="7516438" y="2427715"/>
                  <a:ext cx="468000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7" name="Flowchart: Terminator 39">
                  <a:extLst>
                    <a:ext uri="{FF2B5EF4-FFF2-40B4-BE49-F238E27FC236}">
                      <a16:creationId xmlns:a16="http://schemas.microsoft.com/office/drawing/2014/main" id="{281B030D-04C3-46FE-8DC5-C07A3B71458C}"/>
                    </a:ext>
                  </a:extLst>
                </p:cNvPr>
                <p:cNvSpPr/>
                <p:nvPr/>
              </p:nvSpPr>
              <p:spPr>
                <a:xfrm rot="2666605">
                  <a:off x="7182429" y="2755702"/>
                  <a:ext cx="576064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8" name="Flowchart: Terminator 40">
                  <a:extLst>
                    <a:ext uri="{FF2B5EF4-FFF2-40B4-BE49-F238E27FC236}">
                      <a16:creationId xmlns:a16="http://schemas.microsoft.com/office/drawing/2014/main" id="{35235566-3097-409A-9277-CE39AA5FED83}"/>
                    </a:ext>
                  </a:extLst>
                </p:cNvPr>
                <p:cNvSpPr/>
                <p:nvPr/>
              </p:nvSpPr>
              <p:spPr>
                <a:xfrm rot="2666605">
                  <a:off x="7332111" y="2581252"/>
                  <a:ext cx="540000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9" name="Flowchart: Terminator 41">
                  <a:extLst>
                    <a:ext uri="{FF2B5EF4-FFF2-40B4-BE49-F238E27FC236}">
                      <a16:creationId xmlns:a16="http://schemas.microsoft.com/office/drawing/2014/main" id="{B48A97AB-8E74-45A6-82DD-A4613EF272D5}"/>
                    </a:ext>
                  </a:extLst>
                </p:cNvPr>
                <p:cNvSpPr/>
                <p:nvPr/>
              </p:nvSpPr>
              <p:spPr>
                <a:xfrm rot="2666605">
                  <a:off x="7088933" y="2874233"/>
                  <a:ext cx="432000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</p:grpSp>
      </p:grpSp>
      <p:grpSp>
        <p:nvGrpSpPr>
          <p:cNvPr id="45" name="Group 90">
            <a:extLst>
              <a:ext uri="{FF2B5EF4-FFF2-40B4-BE49-F238E27FC236}">
                <a16:creationId xmlns:a16="http://schemas.microsoft.com/office/drawing/2014/main" id="{9A9DF1EE-6DA8-400A-A18A-8CDFE65401FD}"/>
              </a:ext>
            </a:extLst>
          </p:cNvPr>
          <p:cNvGrpSpPr/>
          <p:nvPr userDrawn="1"/>
        </p:nvGrpSpPr>
        <p:grpSpPr>
          <a:xfrm>
            <a:off x="5110630" y="3499245"/>
            <a:ext cx="2202045" cy="2684948"/>
            <a:chOff x="7596534" y="1781236"/>
            <a:chExt cx="3532564" cy="4307246"/>
          </a:xfrm>
        </p:grpSpPr>
        <p:grpSp>
          <p:nvGrpSpPr>
            <p:cNvPr id="46" name="Group 43">
              <a:extLst>
                <a:ext uri="{FF2B5EF4-FFF2-40B4-BE49-F238E27FC236}">
                  <a16:creationId xmlns:a16="http://schemas.microsoft.com/office/drawing/2014/main" id="{E186074A-6640-4585-BBAE-DC8DDC9F42BA}"/>
                </a:ext>
              </a:extLst>
            </p:cNvPr>
            <p:cNvGrpSpPr/>
            <p:nvPr/>
          </p:nvGrpSpPr>
          <p:grpSpPr>
            <a:xfrm>
              <a:off x="8868300" y="3762813"/>
              <a:ext cx="989035" cy="2325669"/>
              <a:chOff x="6660232" y="3023478"/>
              <a:chExt cx="1152128" cy="2709174"/>
            </a:xfrm>
          </p:grpSpPr>
          <p:grpSp>
            <p:nvGrpSpPr>
              <p:cNvPr id="86" name="Group 44">
                <a:extLst>
                  <a:ext uri="{FF2B5EF4-FFF2-40B4-BE49-F238E27FC236}">
                    <a16:creationId xmlns:a16="http://schemas.microsoft.com/office/drawing/2014/main" id="{B6762540-A5D7-40B1-A8F2-C7EB3E604AD4}"/>
                  </a:ext>
                </a:extLst>
              </p:cNvPr>
              <p:cNvGrpSpPr/>
              <p:nvPr/>
            </p:nvGrpSpPr>
            <p:grpSpPr>
              <a:xfrm rot="5400000">
                <a:off x="5910032" y="3902442"/>
                <a:ext cx="2652420" cy="1008000"/>
                <a:chOff x="3215725" y="3292527"/>
                <a:chExt cx="2652420" cy="1008000"/>
              </a:xfrm>
            </p:grpSpPr>
            <p:sp>
              <p:nvSpPr>
                <p:cNvPr id="90" name="Block Arc 48">
                  <a:extLst>
                    <a:ext uri="{FF2B5EF4-FFF2-40B4-BE49-F238E27FC236}">
                      <a16:creationId xmlns:a16="http://schemas.microsoft.com/office/drawing/2014/main" id="{96C8646F-EBA7-4E3B-BF4D-E1A5EC80AB58}"/>
                    </a:ext>
                  </a:extLst>
                </p:cNvPr>
                <p:cNvSpPr/>
                <p:nvPr/>
              </p:nvSpPr>
              <p:spPr>
                <a:xfrm rot="5400000">
                  <a:off x="4855267" y="3287648"/>
                  <a:ext cx="1008000" cy="1017757"/>
                </a:xfrm>
                <a:prstGeom prst="blockArc">
                  <a:avLst>
                    <a:gd name="adj1" fmla="val 10800000"/>
                    <a:gd name="adj2" fmla="val 9456"/>
                    <a:gd name="adj3" fmla="val 10672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Rectangle 49">
                  <a:extLst>
                    <a:ext uri="{FF2B5EF4-FFF2-40B4-BE49-F238E27FC236}">
                      <a16:creationId xmlns:a16="http://schemas.microsoft.com/office/drawing/2014/main" id="{925A319C-1D00-4C9D-AF35-A46F9B5E1FA8}"/>
                    </a:ext>
                  </a:extLst>
                </p:cNvPr>
                <p:cNvSpPr/>
                <p:nvPr/>
              </p:nvSpPr>
              <p:spPr>
                <a:xfrm rot="10800000">
                  <a:off x="3215725" y="4192527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92" name="Rectangle 50">
                  <a:extLst>
                    <a:ext uri="{FF2B5EF4-FFF2-40B4-BE49-F238E27FC236}">
                      <a16:creationId xmlns:a16="http://schemas.microsoft.com/office/drawing/2014/main" id="{EC280730-A7F4-4471-8B8A-B894CD254D07}"/>
                    </a:ext>
                  </a:extLst>
                </p:cNvPr>
                <p:cNvSpPr/>
                <p:nvPr/>
              </p:nvSpPr>
              <p:spPr>
                <a:xfrm rot="10800000">
                  <a:off x="3215725" y="3294974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87" name="Rounded Rectangle 29">
                <a:extLst>
                  <a:ext uri="{FF2B5EF4-FFF2-40B4-BE49-F238E27FC236}">
                    <a16:creationId xmlns:a16="http://schemas.microsoft.com/office/drawing/2014/main" id="{5828C01A-D18D-4FDB-B166-106947AF7750}"/>
                  </a:ext>
                </a:extLst>
              </p:cNvPr>
              <p:cNvSpPr/>
              <p:nvPr/>
            </p:nvSpPr>
            <p:spPr>
              <a:xfrm>
                <a:off x="6660232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8" name="Rounded Rectangle 32">
                <a:extLst>
                  <a:ext uri="{FF2B5EF4-FFF2-40B4-BE49-F238E27FC236}">
                    <a16:creationId xmlns:a16="http://schemas.microsoft.com/office/drawing/2014/main" id="{53FE1E6D-1C7A-41A3-9153-93B8AF805A57}"/>
                  </a:ext>
                </a:extLst>
              </p:cNvPr>
              <p:cNvSpPr/>
              <p:nvPr/>
            </p:nvSpPr>
            <p:spPr>
              <a:xfrm>
                <a:off x="7632350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9" name="Round Same Side Corner Rectangle 30">
                <a:extLst>
                  <a:ext uri="{FF2B5EF4-FFF2-40B4-BE49-F238E27FC236}">
                    <a16:creationId xmlns:a16="http://schemas.microsoft.com/office/drawing/2014/main" id="{1F497A4F-4F25-45B7-B6DA-F55B66236EB2}"/>
                  </a:ext>
                </a:extLst>
              </p:cNvPr>
              <p:cNvSpPr/>
              <p:nvPr/>
            </p:nvSpPr>
            <p:spPr>
              <a:xfrm rot="10800000">
                <a:off x="6840241" y="4038397"/>
                <a:ext cx="789554" cy="1588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47" name="Oval 51">
              <a:extLst>
                <a:ext uri="{FF2B5EF4-FFF2-40B4-BE49-F238E27FC236}">
                  <a16:creationId xmlns:a16="http://schemas.microsoft.com/office/drawing/2014/main" id="{291AE251-49B1-4D1D-AF8D-1F8C047C3E93}"/>
                </a:ext>
              </a:extLst>
            </p:cNvPr>
            <p:cNvSpPr/>
            <p:nvPr/>
          </p:nvSpPr>
          <p:spPr>
            <a:xfrm rot="19922172">
              <a:off x="9413601" y="5367261"/>
              <a:ext cx="158978" cy="1589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8" name="Oval 52">
              <a:extLst>
                <a:ext uri="{FF2B5EF4-FFF2-40B4-BE49-F238E27FC236}">
                  <a16:creationId xmlns:a16="http://schemas.microsoft.com/office/drawing/2014/main" id="{494E9313-B7B9-4709-81D4-A754519D6C97}"/>
                </a:ext>
              </a:extLst>
            </p:cNvPr>
            <p:cNvSpPr/>
            <p:nvPr/>
          </p:nvSpPr>
          <p:spPr>
            <a:xfrm rot="19922172">
              <a:off x="9414186" y="5216395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9" name="Oval 53">
              <a:extLst>
                <a:ext uri="{FF2B5EF4-FFF2-40B4-BE49-F238E27FC236}">
                  <a16:creationId xmlns:a16="http://schemas.microsoft.com/office/drawing/2014/main" id="{8D4DBF6B-4242-4E79-8D88-3369B336BB96}"/>
                </a:ext>
              </a:extLst>
            </p:cNvPr>
            <p:cNvSpPr/>
            <p:nvPr/>
          </p:nvSpPr>
          <p:spPr>
            <a:xfrm rot="19922172">
              <a:off x="9160816" y="5090898"/>
              <a:ext cx="129469" cy="1294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0" name="Oval 54">
              <a:extLst>
                <a:ext uri="{FF2B5EF4-FFF2-40B4-BE49-F238E27FC236}">
                  <a16:creationId xmlns:a16="http://schemas.microsoft.com/office/drawing/2014/main" id="{247AEA0C-0CBC-479F-B259-34BA9D836A08}"/>
                </a:ext>
              </a:extLst>
            </p:cNvPr>
            <p:cNvSpPr/>
            <p:nvPr/>
          </p:nvSpPr>
          <p:spPr>
            <a:xfrm rot="19922172">
              <a:off x="9225092" y="4743230"/>
              <a:ext cx="214669" cy="2146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1" name="Oval 55">
              <a:extLst>
                <a:ext uri="{FF2B5EF4-FFF2-40B4-BE49-F238E27FC236}">
                  <a16:creationId xmlns:a16="http://schemas.microsoft.com/office/drawing/2014/main" id="{F3621BFA-7731-4D0E-A3C2-D176C4E4D9CB}"/>
                </a:ext>
              </a:extLst>
            </p:cNvPr>
            <p:cNvSpPr/>
            <p:nvPr/>
          </p:nvSpPr>
          <p:spPr>
            <a:xfrm rot="19922172">
              <a:off x="9331244" y="5671742"/>
              <a:ext cx="129469" cy="1294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2" name="Oval 56">
              <a:extLst>
                <a:ext uri="{FF2B5EF4-FFF2-40B4-BE49-F238E27FC236}">
                  <a16:creationId xmlns:a16="http://schemas.microsoft.com/office/drawing/2014/main" id="{1F42FDA3-BA5C-41EB-B533-ED35EBCF2924}"/>
                </a:ext>
              </a:extLst>
            </p:cNvPr>
            <p:cNvSpPr/>
            <p:nvPr/>
          </p:nvSpPr>
          <p:spPr>
            <a:xfrm rot="19922172">
              <a:off x="9305062" y="4473525"/>
              <a:ext cx="158978" cy="1589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3" name="Oval 57">
              <a:extLst>
                <a:ext uri="{FF2B5EF4-FFF2-40B4-BE49-F238E27FC236}">
                  <a16:creationId xmlns:a16="http://schemas.microsoft.com/office/drawing/2014/main" id="{12E4FF05-E0B4-4881-9822-B16D3B5247B7}"/>
                </a:ext>
              </a:extLst>
            </p:cNvPr>
            <p:cNvSpPr/>
            <p:nvPr/>
          </p:nvSpPr>
          <p:spPr>
            <a:xfrm rot="19922172">
              <a:off x="9068678" y="4293265"/>
              <a:ext cx="129469" cy="129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4" name="Oval 58">
              <a:extLst>
                <a:ext uri="{FF2B5EF4-FFF2-40B4-BE49-F238E27FC236}">
                  <a16:creationId xmlns:a16="http://schemas.microsoft.com/office/drawing/2014/main" id="{C5EC5520-49AB-4C00-85AF-60578204CB3A}"/>
                </a:ext>
              </a:extLst>
            </p:cNvPr>
            <p:cNvSpPr/>
            <p:nvPr/>
          </p:nvSpPr>
          <p:spPr>
            <a:xfrm rot="19922172">
              <a:off x="9347918" y="4261172"/>
              <a:ext cx="110234" cy="11023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5" name="Oval 59">
              <a:extLst>
                <a:ext uri="{FF2B5EF4-FFF2-40B4-BE49-F238E27FC236}">
                  <a16:creationId xmlns:a16="http://schemas.microsoft.com/office/drawing/2014/main" id="{F9CBE5B1-2180-49EF-BA5F-4038FD903B53}"/>
                </a:ext>
              </a:extLst>
            </p:cNvPr>
            <p:cNvSpPr/>
            <p:nvPr/>
          </p:nvSpPr>
          <p:spPr>
            <a:xfrm rot="19922172">
              <a:off x="9488278" y="4986708"/>
              <a:ext cx="129469" cy="1294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6" name="Oval 60">
              <a:extLst>
                <a:ext uri="{FF2B5EF4-FFF2-40B4-BE49-F238E27FC236}">
                  <a16:creationId xmlns:a16="http://schemas.microsoft.com/office/drawing/2014/main" id="{B72682CB-0C5E-4458-B362-DE8478321583}"/>
                </a:ext>
              </a:extLst>
            </p:cNvPr>
            <p:cNvSpPr/>
            <p:nvPr/>
          </p:nvSpPr>
          <p:spPr>
            <a:xfrm rot="19922172">
              <a:off x="9230283" y="5514488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7" name="Oval 61">
              <a:extLst>
                <a:ext uri="{FF2B5EF4-FFF2-40B4-BE49-F238E27FC236}">
                  <a16:creationId xmlns:a16="http://schemas.microsoft.com/office/drawing/2014/main" id="{03FD38DE-5D36-4450-A372-317245256AE0}"/>
                </a:ext>
              </a:extLst>
            </p:cNvPr>
            <p:cNvSpPr/>
            <p:nvPr/>
          </p:nvSpPr>
          <p:spPr>
            <a:xfrm rot="19922172">
              <a:off x="9515886" y="4104569"/>
              <a:ext cx="129469" cy="129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8" name="Oval 62">
              <a:extLst>
                <a:ext uri="{FF2B5EF4-FFF2-40B4-BE49-F238E27FC236}">
                  <a16:creationId xmlns:a16="http://schemas.microsoft.com/office/drawing/2014/main" id="{4FEBC1D6-0B05-46A1-BFF5-2F8513D82909}"/>
                </a:ext>
              </a:extLst>
            </p:cNvPr>
            <p:cNvSpPr/>
            <p:nvPr/>
          </p:nvSpPr>
          <p:spPr>
            <a:xfrm>
              <a:off x="7596534" y="2710959"/>
              <a:ext cx="648072" cy="648072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9" name="Oval 63">
              <a:extLst>
                <a:ext uri="{FF2B5EF4-FFF2-40B4-BE49-F238E27FC236}">
                  <a16:creationId xmlns:a16="http://schemas.microsoft.com/office/drawing/2014/main" id="{0699872A-F143-497E-8170-A3FCEEB06158}"/>
                </a:ext>
              </a:extLst>
            </p:cNvPr>
            <p:cNvSpPr/>
            <p:nvPr/>
          </p:nvSpPr>
          <p:spPr>
            <a:xfrm>
              <a:off x="9038780" y="1781236"/>
              <a:ext cx="648072" cy="648072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0" name="Oval 64">
              <a:extLst>
                <a:ext uri="{FF2B5EF4-FFF2-40B4-BE49-F238E27FC236}">
                  <a16:creationId xmlns:a16="http://schemas.microsoft.com/office/drawing/2014/main" id="{C3F0D2F3-AF66-438A-A6ED-155C39648C4E}"/>
                </a:ext>
              </a:extLst>
            </p:cNvPr>
            <p:cNvSpPr/>
            <p:nvPr/>
          </p:nvSpPr>
          <p:spPr>
            <a:xfrm>
              <a:off x="10000279" y="2020519"/>
              <a:ext cx="648072" cy="6480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1" name="Oval 65">
              <a:extLst>
                <a:ext uri="{FF2B5EF4-FFF2-40B4-BE49-F238E27FC236}">
                  <a16:creationId xmlns:a16="http://schemas.microsoft.com/office/drawing/2014/main" id="{8853FD0B-84D5-4907-B2CB-69C47D4199CF}"/>
                </a:ext>
              </a:extLst>
            </p:cNvPr>
            <p:cNvSpPr/>
            <p:nvPr/>
          </p:nvSpPr>
          <p:spPr>
            <a:xfrm>
              <a:off x="8077282" y="2020519"/>
              <a:ext cx="648072" cy="64807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2" name="Oval 66">
              <a:extLst>
                <a:ext uri="{FF2B5EF4-FFF2-40B4-BE49-F238E27FC236}">
                  <a16:creationId xmlns:a16="http://schemas.microsoft.com/office/drawing/2014/main" id="{B168E562-E190-40FA-8572-05672380C38D}"/>
                </a:ext>
              </a:extLst>
            </p:cNvPr>
            <p:cNvSpPr/>
            <p:nvPr/>
          </p:nvSpPr>
          <p:spPr>
            <a:xfrm>
              <a:off x="10481026" y="2710959"/>
              <a:ext cx="648072" cy="6480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cxnSp>
          <p:nvCxnSpPr>
            <p:cNvPr id="63" name="Straight Connector 67">
              <a:extLst>
                <a:ext uri="{FF2B5EF4-FFF2-40B4-BE49-F238E27FC236}">
                  <a16:creationId xmlns:a16="http://schemas.microsoft.com/office/drawing/2014/main" id="{24108B1C-00F9-44ED-B87B-A5B5F25913D3}"/>
                </a:ext>
              </a:extLst>
            </p:cNvPr>
            <p:cNvCxnSpPr>
              <a:cxnSpLocks/>
              <a:stCxn id="72" idx="0"/>
              <a:endCxn id="59" idx="4"/>
            </p:cNvCxnSpPr>
            <p:nvPr/>
          </p:nvCxnSpPr>
          <p:spPr>
            <a:xfrm flipH="1" flipV="1">
              <a:off x="9362814" y="2429306"/>
              <a:ext cx="2" cy="1507405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8">
              <a:extLst>
                <a:ext uri="{FF2B5EF4-FFF2-40B4-BE49-F238E27FC236}">
                  <a16:creationId xmlns:a16="http://schemas.microsoft.com/office/drawing/2014/main" id="{93228CEC-DDC3-4F16-9AC0-A8C6A3F78250}"/>
                </a:ext>
              </a:extLst>
            </p:cNvPr>
            <p:cNvCxnSpPr>
              <a:cxnSpLocks/>
              <a:stCxn id="72" idx="0"/>
              <a:endCxn id="75" idx="4"/>
            </p:cNvCxnSpPr>
            <p:nvPr/>
          </p:nvCxnSpPr>
          <p:spPr>
            <a:xfrm flipH="1" flipV="1">
              <a:off x="8882068" y="3257398"/>
              <a:ext cx="480749" cy="679312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9">
              <a:extLst>
                <a:ext uri="{FF2B5EF4-FFF2-40B4-BE49-F238E27FC236}">
                  <a16:creationId xmlns:a16="http://schemas.microsoft.com/office/drawing/2014/main" id="{C107A31D-E89C-4C38-A931-B193EB9820AB}"/>
                </a:ext>
              </a:extLst>
            </p:cNvPr>
            <p:cNvCxnSpPr>
              <a:cxnSpLocks/>
              <a:stCxn id="72" idx="0"/>
              <a:endCxn id="76" idx="4"/>
            </p:cNvCxnSpPr>
            <p:nvPr/>
          </p:nvCxnSpPr>
          <p:spPr>
            <a:xfrm flipV="1">
              <a:off x="9362818" y="3257398"/>
              <a:ext cx="480749" cy="679312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70">
              <a:extLst>
                <a:ext uri="{FF2B5EF4-FFF2-40B4-BE49-F238E27FC236}">
                  <a16:creationId xmlns:a16="http://schemas.microsoft.com/office/drawing/2014/main" id="{C87F6541-468A-4CD8-8446-A53B93D63A26}"/>
                </a:ext>
              </a:extLst>
            </p:cNvPr>
            <p:cNvCxnSpPr>
              <a:cxnSpLocks/>
              <a:stCxn id="72" idx="0"/>
              <a:endCxn id="62" idx="2"/>
            </p:cNvCxnSpPr>
            <p:nvPr/>
          </p:nvCxnSpPr>
          <p:spPr>
            <a:xfrm flipV="1">
              <a:off x="9362814" y="3034995"/>
              <a:ext cx="1118210" cy="901718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 81">
              <a:extLst>
                <a:ext uri="{FF2B5EF4-FFF2-40B4-BE49-F238E27FC236}">
                  <a16:creationId xmlns:a16="http://schemas.microsoft.com/office/drawing/2014/main" id="{351302FD-2560-4499-90FA-2B91E6CEA603}"/>
                </a:ext>
              </a:extLst>
            </p:cNvPr>
            <p:cNvSpPr/>
            <p:nvPr/>
          </p:nvSpPr>
          <p:spPr>
            <a:xfrm>
              <a:off x="8720130" y="2343757"/>
              <a:ext cx="611784" cy="1566250"/>
            </a:xfrm>
            <a:custGeom>
              <a:avLst/>
              <a:gdLst>
                <a:gd name="connsiteX0" fmla="*/ 506994 w 506994"/>
                <a:gd name="connsiteY0" fmla="*/ 1566249 h 1566249"/>
                <a:gd name="connsiteX1" fmla="*/ 321398 w 506994"/>
                <a:gd name="connsiteY1" fmla="*/ 113168 h 1566249"/>
                <a:gd name="connsiteX2" fmla="*/ 0 w 506994"/>
                <a:gd name="connsiteY2" fmla="*/ 0 h 1566249"/>
                <a:gd name="connsiteX3" fmla="*/ 0 w 506994"/>
                <a:gd name="connsiteY3" fmla="*/ 0 h 156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994" h="1566249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8" name="Freeform 114">
              <a:extLst>
                <a:ext uri="{FF2B5EF4-FFF2-40B4-BE49-F238E27FC236}">
                  <a16:creationId xmlns:a16="http://schemas.microsoft.com/office/drawing/2014/main" id="{46000E58-722D-4856-AAA0-E30FF2E604D8}"/>
                </a:ext>
              </a:extLst>
            </p:cNvPr>
            <p:cNvSpPr/>
            <p:nvPr/>
          </p:nvSpPr>
          <p:spPr>
            <a:xfrm flipH="1">
              <a:off x="9400241" y="2343757"/>
              <a:ext cx="611784" cy="1566250"/>
            </a:xfrm>
            <a:custGeom>
              <a:avLst/>
              <a:gdLst>
                <a:gd name="connsiteX0" fmla="*/ 506994 w 506994"/>
                <a:gd name="connsiteY0" fmla="*/ 1566249 h 1566249"/>
                <a:gd name="connsiteX1" fmla="*/ 321398 w 506994"/>
                <a:gd name="connsiteY1" fmla="*/ 113168 h 1566249"/>
                <a:gd name="connsiteX2" fmla="*/ 0 w 506994"/>
                <a:gd name="connsiteY2" fmla="*/ 0 h 1566249"/>
                <a:gd name="connsiteX3" fmla="*/ 0 w 506994"/>
                <a:gd name="connsiteY3" fmla="*/ 0 h 156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994" h="1566249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cxnSp>
          <p:nvCxnSpPr>
            <p:cNvPr id="69" name="Straight Connector 73">
              <a:extLst>
                <a:ext uri="{FF2B5EF4-FFF2-40B4-BE49-F238E27FC236}">
                  <a16:creationId xmlns:a16="http://schemas.microsoft.com/office/drawing/2014/main" id="{0BF78CBC-E539-48B6-81E1-32B79CD5012B}"/>
                </a:ext>
              </a:extLst>
            </p:cNvPr>
            <p:cNvCxnSpPr>
              <a:cxnSpLocks/>
              <a:stCxn id="58" idx="6"/>
              <a:endCxn id="72" idx="0"/>
            </p:cNvCxnSpPr>
            <p:nvPr/>
          </p:nvCxnSpPr>
          <p:spPr>
            <a:xfrm>
              <a:off x="8244605" y="3034995"/>
              <a:ext cx="1118211" cy="901718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74">
              <a:extLst>
                <a:ext uri="{FF2B5EF4-FFF2-40B4-BE49-F238E27FC236}">
                  <a16:creationId xmlns:a16="http://schemas.microsoft.com/office/drawing/2014/main" id="{6C5E7682-70ED-4CC8-BC8A-2132FCBD5AA9}"/>
                </a:ext>
              </a:extLst>
            </p:cNvPr>
            <p:cNvCxnSpPr>
              <a:stCxn id="72" idx="0"/>
              <a:endCxn id="74" idx="7"/>
            </p:cNvCxnSpPr>
            <p:nvPr/>
          </p:nvCxnSpPr>
          <p:spPr>
            <a:xfrm flipH="1" flipV="1">
              <a:off x="8630445" y="3461990"/>
              <a:ext cx="732370" cy="47472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5">
              <a:extLst>
                <a:ext uri="{FF2B5EF4-FFF2-40B4-BE49-F238E27FC236}">
                  <a16:creationId xmlns:a16="http://schemas.microsoft.com/office/drawing/2014/main" id="{E1AB77C4-C84F-485D-A186-108BD3C0C4EB}"/>
                </a:ext>
              </a:extLst>
            </p:cNvPr>
            <p:cNvCxnSpPr>
              <a:cxnSpLocks/>
              <a:stCxn id="72" idx="0"/>
              <a:endCxn id="73" idx="1"/>
            </p:cNvCxnSpPr>
            <p:nvPr/>
          </p:nvCxnSpPr>
          <p:spPr>
            <a:xfrm flipV="1">
              <a:off x="9362814" y="3461990"/>
              <a:ext cx="732370" cy="47472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6">
              <a:extLst>
                <a:ext uri="{FF2B5EF4-FFF2-40B4-BE49-F238E27FC236}">
                  <a16:creationId xmlns:a16="http://schemas.microsoft.com/office/drawing/2014/main" id="{CD183CFC-3E78-400A-8660-34C388181B31}"/>
                </a:ext>
              </a:extLst>
            </p:cNvPr>
            <p:cNvSpPr/>
            <p:nvPr/>
          </p:nvSpPr>
          <p:spPr>
            <a:xfrm>
              <a:off x="9255482" y="3936714"/>
              <a:ext cx="214669" cy="2146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3" name="Oval 77">
              <a:extLst>
                <a:ext uri="{FF2B5EF4-FFF2-40B4-BE49-F238E27FC236}">
                  <a16:creationId xmlns:a16="http://schemas.microsoft.com/office/drawing/2014/main" id="{1E6F01ED-615B-49EA-A0FE-38158F586A5F}"/>
                </a:ext>
              </a:extLst>
            </p:cNvPr>
            <p:cNvSpPr/>
            <p:nvPr/>
          </p:nvSpPr>
          <p:spPr>
            <a:xfrm>
              <a:off x="10000278" y="3367084"/>
              <a:ext cx="648072" cy="648072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4" name="Oval 78">
              <a:extLst>
                <a:ext uri="{FF2B5EF4-FFF2-40B4-BE49-F238E27FC236}">
                  <a16:creationId xmlns:a16="http://schemas.microsoft.com/office/drawing/2014/main" id="{A00ECA07-B11A-4EA2-80B3-64D2653FA211}"/>
                </a:ext>
              </a:extLst>
            </p:cNvPr>
            <p:cNvSpPr/>
            <p:nvPr/>
          </p:nvSpPr>
          <p:spPr>
            <a:xfrm>
              <a:off x="8077282" y="3367084"/>
              <a:ext cx="648072" cy="6480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5" name="Oval 79">
              <a:extLst>
                <a:ext uri="{FF2B5EF4-FFF2-40B4-BE49-F238E27FC236}">
                  <a16:creationId xmlns:a16="http://schemas.microsoft.com/office/drawing/2014/main" id="{EE107385-97B4-41E2-93E1-D4FEB1589F79}"/>
                </a:ext>
              </a:extLst>
            </p:cNvPr>
            <p:cNvSpPr/>
            <p:nvPr/>
          </p:nvSpPr>
          <p:spPr>
            <a:xfrm>
              <a:off x="8558031" y="2609329"/>
              <a:ext cx="648072" cy="6480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6" name="Oval 80">
              <a:extLst>
                <a:ext uri="{FF2B5EF4-FFF2-40B4-BE49-F238E27FC236}">
                  <a16:creationId xmlns:a16="http://schemas.microsoft.com/office/drawing/2014/main" id="{D24E625D-CC01-4FD8-AA52-FECCC63C1636}"/>
                </a:ext>
              </a:extLst>
            </p:cNvPr>
            <p:cNvSpPr/>
            <p:nvPr/>
          </p:nvSpPr>
          <p:spPr>
            <a:xfrm>
              <a:off x="9519529" y="2609329"/>
              <a:ext cx="648072" cy="64807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7" name="Donut 1">
              <a:extLst>
                <a:ext uri="{FF2B5EF4-FFF2-40B4-BE49-F238E27FC236}">
                  <a16:creationId xmlns:a16="http://schemas.microsoft.com/office/drawing/2014/main" id="{71205558-5D45-4FE5-86F3-198FE527DF32}"/>
                </a:ext>
              </a:extLst>
            </p:cNvPr>
            <p:cNvSpPr/>
            <p:nvPr/>
          </p:nvSpPr>
          <p:spPr>
            <a:xfrm>
              <a:off x="9652056" y="2726931"/>
              <a:ext cx="372568" cy="412868"/>
            </a:xfrm>
            <a:custGeom>
              <a:avLst/>
              <a:gdLst/>
              <a:ahLst/>
              <a:cxnLst/>
              <a:rect l="l" t="t" r="r" b="b"/>
              <a:pathLst>
                <a:path w="3573863" h="3960440">
                  <a:moveTo>
                    <a:pt x="1778235" y="2854144"/>
                  </a:moveTo>
                  <a:cubicBezTo>
                    <a:pt x="1630806" y="2921039"/>
                    <a:pt x="1485756" y="2976063"/>
                    <a:pt x="1346395" y="3019665"/>
                  </a:cubicBezTo>
                  <a:cubicBezTo>
                    <a:pt x="1449229" y="3443341"/>
                    <a:pt x="1614264" y="3717505"/>
                    <a:pt x="1800200" y="3717505"/>
                  </a:cubicBezTo>
                  <a:cubicBezTo>
                    <a:pt x="1981797" y="3717505"/>
                    <a:pt x="2143458" y="3455988"/>
                    <a:pt x="2246629" y="3049019"/>
                  </a:cubicBezTo>
                  <a:cubicBezTo>
                    <a:pt x="2095629" y="2998005"/>
                    <a:pt x="1938082" y="2933129"/>
                    <a:pt x="1778235" y="2854144"/>
                  </a:cubicBezTo>
                  <a:close/>
                  <a:moveTo>
                    <a:pt x="1266675" y="2564179"/>
                  </a:moveTo>
                  <a:lnTo>
                    <a:pt x="1299457" y="2790710"/>
                  </a:lnTo>
                  <a:cubicBezTo>
                    <a:pt x="1367662" y="2767618"/>
                    <a:pt x="1437614" y="2740949"/>
                    <a:pt x="1508914" y="2711076"/>
                  </a:cubicBezTo>
                  <a:cubicBezTo>
                    <a:pt x="1464441" y="2687582"/>
                    <a:pt x="1420733" y="2661738"/>
                    <a:pt x="1377054" y="2634978"/>
                  </a:cubicBezTo>
                  <a:close/>
                  <a:moveTo>
                    <a:pt x="2333774" y="2560277"/>
                  </a:moveTo>
                  <a:cubicBezTo>
                    <a:pt x="2295625" y="2584830"/>
                    <a:pt x="2256319" y="2608268"/>
                    <a:pt x="2216371" y="2631332"/>
                  </a:cubicBezTo>
                  <a:lnTo>
                    <a:pt x="2055143" y="2720029"/>
                  </a:lnTo>
                  <a:cubicBezTo>
                    <a:pt x="2137322" y="2758240"/>
                    <a:pt x="2218112" y="2791558"/>
                    <a:pt x="2296361" y="2820732"/>
                  </a:cubicBezTo>
                  <a:cubicBezTo>
                    <a:pt x="2311421" y="2737872"/>
                    <a:pt x="2324309" y="2650858"/>
                    <a:pt x="2333774" y="2560277"/>
                  </a:cubicBezTo>
                  <a:close/>
                  <a:moveTo>
                    <a:pt x="2938347" y="2115420"/>
                  </a:moveTo>
                  <a:cubicBezTo>
                    <a:pt x="2833874" y="2209266"/>
                    <a:pt x="2717689" y="2301450"/>
                    <a:pt x="2591514" y="2390104"/>
                  </a:cubicBezTo>
                  <a:cubicBezTo>
                    <a:pt x="2577332" y="2568819"/>
                    <a:pt x="2551964" y="2738541"/>
                    <a:pt x="2518016" y="2895802"/>
                  </a:cubicBezTo>
                  <a:cubicBezTo>
                    <a:pt x="2567345" y="2910267"/>
                    <a:pt x="2615150" y="2922759"/>
                    <a:pt x="2661232" y="2933072"/>
                  </a:cubicBezTo>
                  <a:cubicBezTo>
                    <a:pt x="2712976" y="2857644"/>
                    <a:pt x="2799843" y="2808312"/>
                    <a:pt x="2898232" y="2808312"/>
                  </a:cubicBezTo>
                  <a:cubicBezTo>
                    <a:pt x="3002730" y="2808312"/>
                    <a:pt x="3094231" y="2863960"/>
                    <a:pt x="3143840" y="2947770"/>
                  </a:cubicBezTo>
                  <a:cubicBezTo>
                    <a:pt x="3206751" y="2930092"/>
                    <a:pt x="3253488" y="2897708"/>
                    <a:pt x="3281582" y="2851851"/>
                  </a:cubicBezTo>
                  <a:cubicBezTo>
                    <a:pt x="3377140" y="2695873"/>
                    <a:pt x="3235870" y="2418527"/>
                    <a:pt x="2938347" y="2115420"/>
                  </a:cubicBezTo>
                  <a:close/>
                  <a:moveTo>
                    <a:pt x="653371" y="2086408"/>
                  </a:moveTo>
                  <a:cubicBezTo>
                    <a:pt x="358768" y="2375931"/>
                    <a:pt x="216958" y="2642817"/>
                    <a:pt x="306838" y="2798494"/>
                  </a:cubicBezTo>
                  <a:cubicBezTo>
                    <a:pt x="395033" y="2951251"/>
                    <a:pt x="687498" y="2964353"/>
                    <a:pt x="1074605" y="2860911"/>
                  </a:cubicBezTo>
                  <a:cubicBezTo>
                    <a:pt x="1044150" y="2711390"/>
                    <a:pt x="1021245" y="2551128"/>
                    <a:pt x="1007054" y="2383079"/>
                  </a:cubicBezTo>
                  <a:cubicBezTo>
                    <a:pt x="877997" y="2286402"/>
                    <a:pt x="759493" y="2186798"/>
                    <a:pt x="653371" y="2086408"/>
                  </a:cubicBezTo>
                  <a:close/>
                  <a:moveTo>
                    <a:pt x="2606852" y="1818110"/>
                  </a:moveTo>
                  <a:cubicBezTo>
                    <a:pt x="2609297" y="1871560"/>
                    <a:pt x="2610200" y="1925632"/>
                    <a:pt x="2610200" y="1980220"/>
                  </a:cubicBezTo>
                  <a:lnTo>
                    <a:pt x="2607655" y="2082108"/>
                  </a:lnTo>
                  <a:cubicBezTo>
                    <a:pt x="2664327" y="2040229"/>
                    <a:pt x="2718004" y="1997635"/>
                    <a:pt x="2768733" y="1954977"/>
                  </a:cubicBezTo>
                  <a:cubicBezTo>
                    <a:pt x="2718041" y="1909108"/>
                    <a:pt x="2663841" y="1863560"/>
                    <a:pt x="2606852" y="1818110"/>
                  </a:cubicBezTo>
                  <a:close/>
                  <a:moveTo>
                    <a:pt x="995280" y="1792420"/>
                  </a:moveTo>
                  <a:cubicBezTo>
                    <a:pt x="935444" y="1837415"/>
                    <a:pt x="878912" y="1882984"/>
                    <a:pt x="825924" y="1928708"/>
                  </a:cubicBezTo>
                  <a:cubicBezTo>
                    <a:pt x="877915" y="1975725"/>
                    <a:pt x="933502" y="2022554"/>
                    <a:pt x="992040" y="2069282"/>
                  </a:cubicBezTo>
                  <a:cubicBezTo>
                    <a:pt x="990470" y="2039771"/>
                    <a:pt x="990200" y="2010073"/>
                    <a:pt x="990200" y="1980220"/>
                  </a:cubicBezTo>
                  <a:close/>
                  <a:moveTo>
                    <a:pt x="1800199" y="1584251"/>
                  </a:moveTo>
                  <a:cubicBezTo>
                    <a:pt x="1999044" y="1584251"/>
                    <a:pt x="2160239" y="1745446"/>
                    <a:pt x="2160239" y="1944291"/>
                  </a:cubicBezTo>
                  <a:cubicBezTo>
                    <a:pt x="2160239" y="2143136"/>
                    <a:pt x="1999044" y="2304331"/>
                    <a:pt x="1800199" y="2304331"/>
                  </a:cubicBezTo>
                  <a:cubicBezTo>
                    <a:pt x="1601354" y="2304331"/>
                    <a:pt x="1440159" y="2143136"/>
                    <a:pt x="1440159" y="1944291"/>
                  </a:cubicBezTo>
                  <a:cubicBezTo>
                    <a:pt x="1440159" y="1745446"/>
                    <a:pt x="1601354" y="1584251"/>
                    <a:pt x="1800199" y="1584251"/>
                  </a:cubicBezTo>
                  <a:close/>
                  <a:moveTo>
                    <a:pt x="1799180" y="1292973"/>
                  </a:moveTo>
                  <a:cubicBezTo>
                    <a:pt x="1709473" y="1337408"/>
                    <a:pt x="1618838" y="1386220"/>
                    <a:pt x="1527839" y="1438759"/>
                  </a:cubicBezTo>
                  <a:cubicBezTo>
                    <a:pt x="1430103" y="1495187"/>
                    <a:pt x="1336299" y="1553400"/>
                    <a:pt x="1247277" y="1612889"/>
                  </a:cubicBezTo>
                  <a:cubicBezTo>
                    <a:pt x="1237518" y="1731224"/>
                    <a:pt x="1233135" y="1854154"/>
                    <a:pt x="1233135" y="1980220"/>
                  </a:cubicBezTo>
                  <a:lnTo>
                    <a:pt x="1242214" y="2256132"/>
                  </a:lnTo>
                  <a:cubicBezTo>
                    <a:pt x="1325337" y="2314701"/>
                    <a:pt x="1412868" y="2372018"/>
                    <a:pt x="1503964" y="2427827"/>
                  </a:cubicBezTo>
                  <a:cubicBezTo>
                    <a:pt x="1597846" y="2485344"/>
                    <a:pt x="1691436" y="2538760"/>
                    <a:pt x="1784393" y="2586751"/>
                  </a:cubicBezTo>
                  <a:cubicBezTo>
                    <a:pt x="1886614" y="2536574"/>
                    <a:pt x="1990519" y="2481211"/>
                    <a:pt x="2094904" y="2420944"/>
                  </a:cubicBezTo>
                  <a:cubicBezTo>
                    <a:pt x="2186771" y="2367905"/>
                    <a:pt x="2275164" y="2313288"/>
                    <a:pt x="2359234" y="2257296"/>
                  </a:cubicBezTo>
                  <a:cubicBezTo>
                    <a:pt x="2364812" y="2167101"/>
                    <a:pt x="2367265" y="2074538"/>
                    <a:pt x="2367265" y="1980220"/>
                  </a:cubicBezTo>
                  <a:lnTo>
                    <a:pt x="2355768" y="1630798"/>
                  </a:lnTo>
                  <a:cubicBezTo>
                    <a:pt x="2273382" y="1572781"/>
                    <a:pt x="2186657" y="1516029"/>
                    <a:pt x="2096435" y="1460755"/>
                  </a:cubicBezTo>
                  <a:cubicBezTo>
                    <a:pt x="1996852" y="1399746"/>
                    <a:pt x="1897599" y="1343351"/>
                    <a:pt x="1799180" y="1292973"/>
                  </a:cubicBezTo>
                  <a:close/>
                  <a:moveTo>
                    <a:pt x="2285222" y="1081939"/>
                  </a:moveTo>
                  <a:cubicBezTo>
                    <a:pt x="2215903" y="1106831"/>
                    <a:pt x="2144721" y="1134831"/>
                    <a:pt x="2072395" y="1166375"/>
                  </a:cubicBezTo>
                  <a:cubicBezTo>
                    <a:pt x="2123126" y="1193433"/>
                    <a:pt x="2173254" y="1222917"/>
                    <a:pt x="2223344" y="1253604"/>
                  </a:cubicBezTo>
                  <a:lnTo>
                    <a:pt x="2324429" y="1318442"/>
                  </a:lnTo>
                  <a:cubicBezTo>
                    <a:pt x="2313395" y="1236228"/>
                    <a:pt x="2300359" y="1157186"/>
                    <a:pt x="2285222" y="1081939"/>
                  </a:cubicBezTo>
                  <a:close/>
                  <a:moveTo>
                    <a:pt x="1317316" y="1072756"/>
                  </a:moveTo>
                  <a:cubicBezTo>
                    <a:pt x="1302241" y="1146918"/>
                    <a:pt x="1288992" y="1224776"/>
                    <a:pt x="1278338" y="1305859"/>
                  </a:cubicBezTo>
                  <a:cubicBezTo>
                    <a:pt x="1319937" y="1279161"/>
                    <a:pt x="1362772" y="1253543"/>
                    <a:pt x="1406371" y="1228371"/>
                  </a:cubicBezTo>
                  <a:lnTo>
                    <a:pt x="1529166" y="1160817"/>
                  </a:lnTo>
                  <a:cubicBezTo>
                    <a:pt x="1457109" y="1128012"/>
                    <a:pt x="1386248" y="1098795"/>
                    <a:pt x="1317316" y="1072756"/>
                  </a:cubicBezTo>
                  <a:close/>
                  <a:moveTo>
                    <a:pt x="2999167" y="931965"/>
                  </a:moveTo>
                  <a:cubicBezTo>
                    <a:pt x="2863797" y="929602"/>
                    <a:pt x="2695165" y="956643"/>
                    <a:pt x="2505705" y="1011187"/>
                  </a:cubicBezTo>
                  <a:cubicBezTo>
                    <a:pt x="2540918" y="1162557"/>
                    <a:pt x="2567684" y="1326382"/>
                    <a:pt x="2585126" y="1499198"/>
                  </a:cubicBezTo>
                  <a:cubicBezTo>
                    <a:pt x="2715788" y="1596638"/>
                    <a:pt x="2835744" y="1697107"/>
                    <a:pt x="2943147" y="1798370"/>
                  </a:cubicBezTo>
                  <a:cubicBezTo>
                    <a:pt x="3255545" y="1499362"/>
                    <a:pt x="3408394" y="1221406"/>
                    <a:pt x="3315904" y="1061209"/>
                  </a:cubicBezTo>
                  <a:cubicBezTo>
                    <a:pt x="3266970" y="976452"/>
                    <a:pt x="3155149" y="934688"/>
                    <a:pt x="2999167" y="931965"/>
                  </a:cubicBezTo>
                  <a:close/>
                  <a:moveTo>
                    <a:pt x="638815" y="915787"/>
                  </a:moveTo>
                  <a:cubicBezTo>
                    <a:pt x="482814" y="914444"/>
                    <a:pt x="369943" y="953278"/>
                    <a:pt x="318816" y="1036731"/>
                  </a:cubicBezTo>
                  <a:cubicBezTo>
                    <a:pt x="287500" y="1087848"/>
                    <a:pt x="281619" y="1151999"/>
                    <a:pt x="300317" y="1225375"/>
                  </a:cubicBezTo>
                  <a:cubicBezTo>
                    <a:pt x="453717" y="1230852"/>
                    <a:pt x="576064" y="1357222"/>
                    <a:pt x="576064" y="1512168"/>
                  </a:cubicBezTo>
                  <a:cubicBezTo>
                    <a:pt x="576064" y="1559570"/>
                    <a:pt x="564614" y="1604297"/>
                    <a:pt x="543189" y="1643149"/>
                  </a:cubicBezTo>
                  <a:cubicBezTo>
                    <a:pt x="577674" y="1684387"/>
                    <a:pt x="615806" y="1726058"/>
                    <a:pt x="656975" y="1768243"/>
                  </a:cubicBezTo>
                  <a:cubicBezTo>
                    <a:pt x="764771" y="1670077"/>
                    <a:pt x="885233" y="1573151"/>
                    <a:pt x="1016791" y="1480089"/>
                  </a:cubicBezTo>
                  <a:cubicBezTo>
                    <a:pt x="1034643" y="1309060"/>
                    <a:pt x="1062149" y="1147092"/>
                    <a:pt x="1097625" y="997448"/>
                  </a:cubicBezTo>
                  <a:cubicBezTo>
                    <a:pt x="922693" y="944833"/>
                    <a:pt x="766343" y="916885"/>
                    <a:pt x="638815" y="915787"/>
                  </a:cubicBezTo>
                  <a:close/>
                  <a:moveTo>
                    <a:pt x="1800200" y="242935"/>
                  </a:moveTo>
                  <a:cubicBezTo>
                    <a:pt x="1628632" y="242935"/>
                    <a:pt x="1474860" y="476364"/>
                    <a:pt x="1371457" y="845375"/>
                  </a:cubicBezTo>
                  <a:cubicBezTo>
                    <a:pt x="1510785" y="893390"/>
                    <a:pt x="1655544" y="953061"/>
                    <a:pt x="1802618" y="1024206"/>
                  </a:cubicBezTo>
                  <a:cubicBezTo>
                    <a:pt x="1948575" y="956462"/>
                    <a:pt x="2092393" y="899996"/>
                    <a:pt x="2231205" y="855254"/>
                  </a:cubicBezTo>
                  <a:cubicBezTo>
                    <a:pt x="2203972" y="756128"/>
                    <a:pt x="2173100" y="666602"/>
                    <a:pt x="2138735" y="588741"/>
                  </a:cubicBezTo>
                  <a:cubicBezTo>
                    <a:pt x="1989649" y="579063"/>
                    <a:pt x="1872207" y="454685"/>
                    <a:pt x="1872207" y="302877"/>
                  </a:cubicBezTo>
                  <a:lnTo>
                    <a:pt x="1876505" y="260249"/>
                  </a:lnTo>
                  <a:cubicBezTo>
                    <a:pt x="1851965" y="248332"/>
                    <a:pt x="1826288" y="242935"/>
                    <a:pt x="1800200" y="242935"/>
                  </a:cubicBezTo>
                  <a:close/>
                  <a:moveTo>
                    <a:pt x="1800200" y="0"/>
                  </a:moveTo>
                  <a:cubicBezTo>
                    <a:pt x="1869864" y="0"/>
                    <a:pt x="1937474" y="21500"/>
                    <a:pt x="2001400" y="62841"/>
                  </a:cubicBezTo>
                  <a:cubicBezTo>
                    <a:pt x="2046831" y="32440"/>
                    <a:pt x="2101480" y="14845"/>
                    <a:pt x="2160239" y="14845"/>
                  </a:cubicBezTo>
                  <a:cubicBezTo>
                    <a:pt x="2319315" y="14845"/>
                    <a:pt x="2448271" y="143801"/>
                    <a:pt x="2448271" y="302877"/>
                  </a:cubicBezTo>
                  <a:cubicBezTo>
                    <a:pt x="2448271" y="390874"/>
                    <a:pt x="2408810" y="469655"/>
                    <a:pt x="2345781" y="521503"/>
                  </a:cubicBezTo>
                  <a:cubicBezTo>
                    <a:pt x="2383927" y="603296"/>
                    <a:pt x="2417431" y="693947"/>
                    <a:pt x="2447297" y="791609"/>
                  </a:cubicBezTo>
                  <a:cubicBezTo>
                    <a:pt x="2970165" y="657950"/>
                    <a:pt x="3387629" y="699569"/>
                    <a:pt x="3526292" y="939741"/>
                  </a:cubicBezTo>
                  <a:cubicBezTo>
                    <a:pt x="3666393" y="1182403"/>
                    <a:pt x="3488654" y="1570199"/>
                    <a:pt x="3103466" y="1960424"/>
                  </a:cubicBezTo>
                  <a:cubicBezTo>
                    <a:pt x="3470949" y="2355583"/>
                    <a:pt x="3633606" y="2742288"/>
                    <a:pt x="3488732" y="2978761"/>
                  </a:cubicBezTo>
                  <a:cubicBezTo>
                    <a:pt x="3428277" y="3077440"/>
                    <a:pt x="3320191" y="3140292"/>
                    <a:pt x="3176550" y="3166836"/>
                  </a:cubicBezTo>
                  <a:cubicBezTo>
                    <a:pt x="3145985" y="3291955"/>
                    <a:pt x="3032902" y="3384376"/>
                    <a:pt x="2898232" y="3384376"/>
                  </a:cubicBezTo>
                  <a:cubicBezTo>
                    <a:pt x="2756837" y="3384376"/>
                    <a:pt x="2639238" y="3282493"/>
                    <a:pt x="2615411" y="3148031"/>
                  </a:cubicBezTo>
                  <a:cubicBezTo>
                    <a:pt x="2565981" y="3138986"/>
                    <a:pt x="2515458" y="3127210"/>
                    <a:pt x="2463844" y="3113602"/>
                  </a:cubicBezTo>
                  <a:cubicBezTo>
                    <a:pt x="2318011" y="3625660"/>
                    <a:pt x="2075098" y="3960440"/>
                    <a:pt x="1800200" y="3960440"/>
                  </a:cubicBezTo>
                  <a:cubicBezTo>
                    <a:pt x="1519205" y="3960440"/>
                    <a:pt x="1271629" y="3610643"/>
                    <a:pt x="1127186" y="3079228"/>
                  </a:cubicBezTo>
                  <a:cubicBezTo>
                    <a:pt x="627082" y="3198995"/>
                    <a:pt x="230836" y="3152724"/>
                    <a:pt x="96450" y="2919961"/>
                  </a:cubicBezTo>
                  <a:cubicBezTo>
                    <a:pt x="-40561" y="2682651"/>
                    <a:pt x="126404" y="2306537"/>
                    <a:pt x="494549" y="1925523"/>
                  </a:cubicBezTo>
                  <a:lnTo>
                    <a:pt x="373580" y="1785812"/>
                  </a:lnTo>
                  <a:cubicBezTo>
                    <a:pt x="346850" y="1795631"/>
                    <a:pt x="317974" y="1800200"/>
                    <a:pt x="288032" y="1800200"/>
                  </a:cubicBezTo>
                  <a:cubicBezTo>
                    <a:pt x="128956" y="1800200"/>
                    <a:pt x="0" y="1671244"/>
                    <a:pt x="0" y="1512168"/>
                  </a:cubicBezTo>
                  <a:cubicBezTo>
                    <a:pt x="0" y="1428111"/>
                    <a:pt x="36006" y="1352464"/>
                    <a:pt x="94065" y="1300493"/>
                  </a:cubicBezTo>
                  <a:cubicBezTo>
                    <a:pt x="43643" y="1149446"/>
                    <a:pt x="47337" y="1014823"/>
                    <a:pt x="111666" y="909822"/>
                  </a:cubicBezTo>
                  <a:cubicBezTo>
                    <a:pt x="253078" y="678998"/>
                    <a:pt x="655099" y="644207"/>
                    <a:pt x="1156926" y="780244"/>
                  </a:cubicBezTo>
                  <a:cubicBezTo>
                    <a:pt x="1303899" y="305876"/>
                    <a:pt x="1537438" y="0"/>
                    <a:pt x="18002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78" name="Oval 12287">
              <a:extLst>
                <a:ext uri="{FF2B5EF4-FFF2-40B4-BE49-F238E27FC236}">
                  <a16:creationId xmlns:a16="http://schemas.microsoft.com/office/drawing/2014/main" id="{73764D22-262D-41E0-BB6E-5D15799E16D4}"/>
                </a:ext>
              </a:extLst>
            </p:cNvPr>
            <p:cNvSpPr/>
            <p:nvPr/>
          </p:nvSpPr>
          <p:spPr>
            <a:xfrm>
              <a:off x="8218554" y="2157258"/>
              <a:ext cx="376297" cy="374916"/>
            </a:xfrm>
            <a:custGeom>
              <a:avLst/>
              <a:gdLst/>
              <a:ahLst/>
              <a:cxnLst/>
              <a:rect l="l" t="t" r="r" b="b"/>
              <a:pathLst>
                <a:path w="3960440" h="3945921">
                  <a:moveTo>
                    <a:pt x="1598844" y="0"/>
                  </a:moveTo>
                  <a:cubicBezTo>
                    <a:pt x="1857342" y="0"/>
                    <a:pt x="2066896" y="209554"/>
                    <a:pt x="2066896" y="468052"/>
                  </a:cubicBezTo>
                  <a:cubicBezTo>
                    <a:pt x="2066896" y="646802"/>
                    <a:pt x="1966694" y="802149"/>
                    <a:pt x="1818364" y="879058"/>
                  </a:cubicBezTo>
                  <a:lnTo>
                    <a:pt x="1965948" y="1429850"/>
                  </a:lnTo>
                  <a:cubicBezTo>
                    <a:pt x="2234183" y="1439289"/>
                    <a:pt x="2449559" y="1654793"/>
                    <a:pt x="2458766" y="1923094"/>
                  </a:cubicBezTo>
                  <a:lnTo>
                    <a:pt x="3052787" y="2082261"/>
                  </a:lnTo>
                  <a:cubicBezTo>
                    <a:pt x="3115207" y="1899813"/>
                    <a:pt x="3288586" y="1769556"/>
                    <a:pt x="3492388" y="1769556"/>
                  </a:cubicBezTo>
                  <a:cubicBezTo>
                    <a:pt x="3750886" y="1769556"/>
                    <a:pt x="3960440" y="1979110"/>
                    <a:pt x="3960440" y="2237608"/>
                  </a:cubicBezTo>
                  <a:cubicBezTo>
                    <a:pt x="3960440" y="2496106"/>
                    <a:pt x="3750886" y="2705660"/>
                    <a:pt x="3492388" y="2705660"/>
                  </a:cubicBezTo>
                  <a:cubicBezTo>
                    <a:pt x="3255123" y="2705660"/>
                    <a:pt x="3059091" y="2529117"/>
                    <a:pt x="3030620" y="2299941"/>
                  </a:cubicBezTo>
                  <a:lnTo>
                    <a:pt x="2422827" y="2137084"/>
                  </a:lnTo>
                  <a:cubicBezTo>
                    <a:pt x="2374914" y="2257246"/>
                    <a:pt x="2282973" y="2354960"/>
                    <a:pt x="2166800" y="2410258"/>
                  </a:cubicBezTo>
                  <a:lnTo>
                    <a:pt x="2329067" y="3015847"/>
                  </a:lnTo>
                  <a:cubicBezTo>
                    <a:pt x="2559464" y="3043136"/>
                    <a:pt x="2737303" y="3239734"/>
                    <a:pt x="2737303" y="3477869"/>
                  </a:cubicBezTo>
                  <a:cubicBezTo>
                    <a:pt x="2737303" y="3736367"/>
                    <a:pt x="2527749" y="3945921"/>
                    <a:pt x="2269251" y="3945921"/>
                  </a:cubicBezTo>
                  <a:cubicBezTo>
                    <a:pt x="2010753" y="3945921"/>
                    <a:pt x="1801199" y="3736367"/>
                    <a:pt x="1801199" y="3477869"/>
                  </a:cubicBezTo>
                  <a:cubicBezTo>
                    <a:pt x="1801199" y="3274904"/>
                    <a:pt x="1930388" y="3102113"/>
                    <a:pt x="2111643" y="3038969"/>
                  </a:cubicBezTo>
                  <a:lnTo>
                    <a:pt x="1956503" y="2459980"/>
                  </a:lnTo>
                  <a:cubicBezTo>
                    <a:pt x="1952432" y="2460875"/>
                    <a:pt x="1948330" y="2460923"/>
                    <a:pt x="1944216" y="2460923"/>
                  </a:cubicBezTo>
                  <a:cubicBezTo>
                    <a:pt x="1742647" y="2460923"/>
                    <a:pt x="1568040" y="2345487"/>
                    <a:pt x="1484865" y="2176122"/>
                  </a:cubicBezTo>
                  <a:lnTo>
                    <a:pt x="930415" y="2324686"/>
                  </a:lnTo>
                  <a:cubicBezTo>
                    <a:pt x="904712" y="2556716"/>
                    <a:pt x="707355" y="2736304"/>
                    <a:pt x="468052" y="2736304"/>
                  </a:cubicBezTo>
                  <a:cubicBezTo>
                    <a:pt x="209554" y="2736304"/>
                    <a:pt x="0" y="2526750"/>
                    <a:pt x="0" y="2268252"/>
                  </a:cubicBezTo>
                  <a:cubicBezTo>
                    <a:pt x="0" y="2009754"/>
                    <a:pt x="209554" y="1800200"/>
                    <a:pt x="468052" y="1800200"/>
                  </a:cubicBezTo>
                  <a:cubicBezTo>
                    <a:pt x="669892" y="1800200"/>
                    <a:pt x="841893" y="1927961"/>
                    <a:pt x="906009" y="2107606"/>
                  </a:cubicBezTo>
                  <a:lnTo>
                    <a:pt x="1429897" y="1967231"/>
                  </a:lnTo>
                  <a:cubicBezTo>
                    <a:pt x="1427753" y="1959679"/>
                    <a:pt x="1427584" y="1952005"/>
                    <a:pt x="1427584" y="1944291"/>
                  </a:cubicBezTo>
                  <a:cubicBezTo>
                    <a:pt x="1427584" y="1727054"/>
                    <a:pt x="1561663" y="1541133"/>
                    <a:pt x="1751891" y="1465536"/>
                  </a:cubicBezTo>
                  <a:lnTo>
                    <a:pt x="1609736" y="935006"/>
                  </a:lnTo>
                  <a:cubicBezTo>
                    <a:pt x="1606130" y="936062"/>
                    <a:pt x="1602492" y="936104"/>
                    <a:pt x="1598844" y="936104"/>
                  </a:cubicBezTo>
                  <a:cubicBezTo>
                    <a:pt x="1340346" y="936104"/>
                    <a:pt x="1130792" y="726550"/>
                    <a:pt x="1130792" y="468052"/>
                  </a:cubicBezTo>
                  <a:cubicBezTo>
                    <a:pt x="1130792" y="209554"/>
                    <a:pt x="1340346" y="0"/>
                    <a:pt x="159884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9" name="Oval 21">
              <a:extLst>
                <a:ext uri="{FF2B5EF4-FFF2-40B4-BE49-F238E27FC236}">
                  <a16:creationId xmlns:a16="http://schemas.microsoft.com/office/drawing/2014/main" id="{22CA323B-B40D-4A8E-BAEF-69A56A589D0A}"/>
                </a:ext>
              </a:extLst>
            </p:cNvPr>
            <p:cNvSpPr>
              <a:spLocks noChangeAspect="1"/>
            </p:cNvSpPr>
            <p:nvPr/>
          </p:nvSpPr>
          <p:spPr>
            <a:xfrm rot="20700000">
              <a:off x="8195918" y="3533697"/>
              <a:ext cx="387594" cy="31484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Isosceles Triangle 20">
              <a:extLst>
                <a:ext uri="{FF2B5EF4-FFF2-40B4-BE49-F238E27FC236}">
                  <a16:creationId xmlns:a16="http://schemas.microsoft.com/office/drawing/2014/main" id="{EF7F4D77-5FBA-4518-8543-D7F17981C5FB}"/>
                </a:ext>
              </a:extLst>
            </p:cNvPr>
            <p:cNvSpPr>
              <a:spLocks noChangeAspect="1"/>
            </p:cNvSpPr>
            <p:nvPr/>
          </p:nvSpPr>
          <p:spPr>
            <a:xfrm rot="8201235">
              <a:off x="10168705" y="2165710"/>
              <a:ext cx="322962" cy="356093"/>
            </a:xfrm>
            <a:custGeom>
              <a:avLst/>
              <a:gdLst/>
              <a:ahLst/>
              <a:cxnLst/>
              <a:rect l="l" t="t" r="r" b="b"/>
              <a:pathLst>
                <a:path w="4285801" h="4725490">
                  <a:moveTo>
                    <a:pt x="1428251" y="4622752"/>
                  </a:moveTo>
                  <a:cubicBezTo>
                    <a:pt x="1313180" y="4505074"/>
                    <a:pt x="1240588" y="4345285"/>
                    <a:pt x="1235771" y="4167715"/>
                  </a:cubicBezTo>
                  <a:cubicBezTo>
                    <a:pt x="1227835" y="3875156"/>
                    <a:pt x="1406218" y="3620819"/>
                    <a:pt x="1664050" y="3520754"/>
                  </a:cubicBezTo>
                  <a:lnTo>
                    <a:pt x="1635892" y="2482688"/>
                  </a:lnTo>
                  <a:lnTo>
                    <a:pt x="1044642" y="2469039"/>
                  </a:lnTo>
                  <a:lnTo>
                    <a:pt x="1044642" y="2667331"/>
                  </a:lnTo>
                  <a:cubicBezTo>
                    <a:pt x="1044642" y="2727000"/>
                    <a:pt x="996271" y="2775371"/>
                    <a:pt x="936601" y="2775372"/>
                  </a:cubicBezTo>
                  <a:lnTo>
                    <a:pt x="657382" y="2775371"/>
                  </a:lnTo>
                  <a:cubicBezTo>
                    <a:pt x="637755" y="2823613"/>
                    <a:pt x="630101" y="2874237"/>
                    <a:pt x="622448" y="2945800"/>
                  </a:cubicBezTo>
                  <a:lnTo>
                    <a:pt x="252030" y="2945800"/>
                  </a:lnTo>
                  <a:cubicBezTo>
                    <a:pt x="256275" y="2883407"/>
                    <a:pt x="252593" y="2828938"/>
                    <a:pt x="235967" y="2775370"/>
                  </a:cubicBezTo>
                  <a:lnTo>
                    <a:pt x="7267" y="2775370"/>
                  </a:lnTo>
                  <a:cubicBezTo>
                    <a:pt x="1003" y="2679903"/>
                    <a:pt x="-1109" y="2594661"/>
                    <a:pt x="535" y="2514852"/>
                  </a:cubicBezTo>
                  <a:cubicBezTo>
                    <a:pt x="5466" y="2275424"/>
                    <a:pt x="44187" y="2084887"/>
                    <a:pt x="105917" y="1813823"/>
                  </a:cubicBezTo>
                  <a:cubicBezTo>
                    <a:pt x="258635" y="1288584"/>
                    <a:pt x="488046" y="911620"/>
                    <a:pt x="870837" y="570445"/>
                  </a:cubicBezTo>
                  <a:cubicBezTo>
                    <a:pt x="674179" y="1284154"/>
                    <a:pt x="622718" y="1497188"/>
                    <a:pt x="741752" y="1669956"/>
                  </a:cubicBezTo>
                  <a:cubicBezTo>
                    <a:pt x="882751" y="1699943"/>
                    <a:pt x="788174" y="1674807"/>
                    <a:pt x="936601" y="1710419"/>
                  </a:cubicBezTo>
                  <a:cubicBezTo>
                    <a:pt x="1001384" y="1730870"/>
                    <a:pt x="1044642" y="1758791"/>
                    <a:pt x="1044642" y="1818460"/>
                  </a:cubicBezTo>
                  <a:lnTo>
                    <a:pt x="1044642" y="1970448"/>
                  </a:lnTo>
                  <a:lnTo>
                    <a:pt x="1621635" y="1957128"/>
                  </a:lnTo>
                  <a:lnTo>
                    <a:pt x="1601569" y="1217379"/>
                  </a:lnTo>
                  <a:cubicBezTo>
                    <a:pt x="1338692" y="1131438"/>
                    <a:pt x="1146783" y="887145"/>
                    <a:pt x="1138847" y="594588"/>
                  </a:cubicBezTo>
                  <a:cubicBezTo>
                    <a:pt x="1132425" y="357828"/>
                    <a:pt x="1248029" y="146099"/>
                    <a:pt x="1428910" y="20243"/>
                  </a:cubicBezTo>
                  <a:lnTo>
                    <a:pt x="1447318" y="698863"/>
                  </a:lnTo>
                  <a:lnTo>
                    <a:pt x="2193594" y="678620"/>
                  </a:lnTo>
                  <a:lnTo>
                    <a:pt x="2175185" y="0"/>
                  </a:lnTo>
                  <a:cubicBezTo>
                    <a:pt x="2362624" y="115865"/>
                    <a:pt x="2489536" y="321015"/>
                    <a:pt x="2495958" y="557775"/>
                  </a:cubicBezTo>
                  <a:cubicBezTo>
                    <a:pt x="2503894" y="850332"/>
                    <a:pt x="2325511" y="1104670"/>
                    <a:pt x="2067679" y="1204735"/>
                  </a:cubicBezTo>
                  <a:lnTo>
                    <a:pt x="2087796" y="1946367"/>
                  </a:lnTo>
                  <a:lnTo>
                    <a:pt x="4285801" y="1895627"/>
                  </a:lnTo>
                  <a:lnTo>
                    <a:pt x="4285801" y="2543859"/>
                  </a:lnTo>
                  <a:lnTo>
                    <a:pt x="2102637" y="2493462"/>
                  </a:lnTo>
                  <a:lnTo>
                    <a:pt x="2130160" y="3508110"/>
                  </a:lnTo>
                  <a:cubicBezTo>
                    <a:pt x="2393037" y="3594051"/>
                    <a:pt x="2584946" y="3838344"/>
                    <a:pt x="2592882" y="4130902"/>
                  </a:cubicBezTo>
                  <a:cubicBezTo>
                    <a:pt x="2599304" y="4367662"/>
                    <a:pt x="2483700" y="4579391"/>
                    <a:pt x="2302820" y="4705247"/>
                  </a:cubicBezTo>
                  <a:lnTo>
                    <a:pt x="2284411" y="4026626"/>
                  </a:lnTo>
                  <a:lnTo>
                    <a:pt x="1538135" y="4046869"/>
                  </a:lnTo>
                  <a:lnTo>
                    <a:pt x="1556544" y="4725490"/>
                  </a:lnTo>
                  <a:cubicBezTo>
                    <a:pt x="1509684" y="4696524"/>
                    <a:pt x="1466607" y="4661977"/>
                    <a:pt x="1428251" y="4622752"/>
                  </a:cubicBezTo>
                  <a:close/>
                  <a:moveTo>
                    <a:pt x="44807" y="3562389"/>
                  </a:moveTo>
                  <a:cubicBezTo>
                    <a:pt x="25255" y="3542837"/>
                    <a:pt x="13162" y="3515827"/>
                    <a:pt x="13162" y="3485992"/>
                  </a:cubicBezTo>
                  <a:lnTo>
                    <a:pt x="13162" y="3053842"/>
                  </a:lnTo>
                  <a:cubicBezTo>
                    <a:pt x="13162" y="2994173"/>
                    <a:pt x="61534" y="2945801"/>
                    <a:pt x="121203" y="2945801"/>
                  </a:cubicBezTo>
                  <a:lnTo>
                    <a:pt x="757287" y="2945801"/>
                  </a:lnTo>
                  <a:cubicBezTo>
                    <a:pt x="816956" y="2945801"/>
                    <a:pt x="865328" y="2994173"/>
                    <a:pt x="865328" y="3053842"/>
                  </a:cubicBezTo>
                  <a:lnTo>
                    <a:pt x="865328" y="3485992"/>
                  </a:lnTo>
                  <a:cubicBezTo>
                    <a:pt x="865328" y="3545662"/>
                    <a:pt x="816956" y="3594033"/>
                    <a:pt x="757287" y="3594033"/>
                  </a:cubicBezTo>
                  <a:lnTo>
                    <a:pt x="121203" y="3594033"/>
                  </a:lnTo>
                  <a:cubicBezTo>
                    <a:pt x="91368" y="3594033"/>
                    <a:pt x="64358" y="3581940"/>
                    <a:pt x="44807" y="3562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1" name="Trapezoid 10">
              <a:extLst>
                <a:ext uri="{FF2B5EF4-FFF2-40B4-BE49-F238E27FC236}">
                  <a16:creationId xmlns:a16="http://schemas.microsoft.com/office/drawing/2014/main" id="{47720B91-299E-430E-807C-95C9B4AF5F10}"/>
                </a:ext>
              </a:extLst>
            </p:cNvPr>
            <p:cNvSpPr/>
            <p:nvPr/>
          </p:nvSpPr>
          <p:spPr>
            <a:xfrm>
              <a:off x="10154968" y="3527975"/>
              <a:ext cx="343151" cy="342750"/>
            </a:xfrm>
            <a:custGeom>
              <a:avLst/>
              <a:gdLst/>
              <a:ahLst/>
              <a:cxnLst/>
              <a:rect l="l" t="t" r="r" b="b"/>
              <a:pathLst>
                <a:path w="3910377" h="3905794">
                  <a:moveTo>
                    <a:pt x="1" y="3797782"/>
                  </a:moveTo>
                  <a:lnTo>
                    <a:pt x="3910377" y="3797782"/>
                  </a:lnTo>
                  <a:lnTo>
                    <a:pt x="3910377" y="3905794"/>
                  </a:lnTo>
                  <a:lnTo>
                    <a:pt x="1" y="3905794"/>
                  </a:lnTo>
                  <a:close/>
                  <a:moveTo>
                    <a:pt x="1757257" y="3353296"/>
                  </a:moveTo>
                  <a:cubicBezTo>
                    <a:pt x="1690135" y="3353296"/>
                    <a:pt x="1635721" y="3407710"/>
                    <a:pt x="1635721" y="3474832"/>
                  </a:cubicBezTo>
                  <a:cubicBezTo>
                    <a:pt x="1635721" y="3541954"/>
                    <a:pt x="1690135" y="3596368"/>
                    <a:pt x="1757257" y="3596368"/>
                  </a:cubicBezTo>
                  <a:lnTo>
                    <a:pt x="2187409" y="3596368"/>
                  </a:lnTo>
                  <a:cubicBezTo>
                    <a:pt x="2254531" y="3596368"/>
                    <a:pt x="2308945" y="3541954"/>
                    <a:pt x="2308945" y="3474832"/>
                  </a:cubicBezTo>
                  <a:cubicBezTo>
                    <a:pt x="2308945" y="3407710"/>
                    <a:pt x="2254531" y="3353296"/>
                    <a:pt x="2187409" y="3353296"/>
                  </a:cubicBezTo>
                  <a:close/>
                  <a:moveTo>
                    <a:pt x="492288" y="2449553"/>
                  </a:moveTo>
                  <a:lnTo>
                    <a:pt x="472244" y="2517369"/>
                  </a:lnTo>
                  <a:lnTo>
                    <a:pt x="3438134" y="2517369"/>
                  </a:lnTo>
                  <a:lnTo>
                    <a:pt x="3418090" y="2449553"/>
                  </a:lnTo>
                  <a:close/>
                  <a:moveTo>
                    <a:pt x="432162" y="2249610"/>
                  </a:moveTo>
                  <a:lnTo>
                    <a:pt x="3478215" y="2249610"/>
                  </a:lnTo>
                  <a:lnTo>
                    <a:pt x="3910377" y="3711740"/>
                  </a:lnTo>
                  <a:lnTo>
                    <a:pt x="0" y="3711740"/>
                  </a:lnTo>
                  <a:close/>
                  <a:moveTo>
                    <a:pt x="1637280" y="544956"/>
                  </a:moveTo>
                  <a:cubicBezTo>
                    <a:pt x="1626413" y="544956"/>
                    <a:pt x="1615547" y="549102"/>
                    <a:pt x="1607256" y="557393"/>
                  </a:cubicBezTo>
                  <a:lnTo>
                    <a:pt x="796281" y="1368368"/>
                  </a:lnTo>
                  <a:cubicBezTo>
                    <a:pt x="779699" y="1384950"/>
                    <a:pt x="779699" y="1411834"/>
                    <a:pt x="796281" y="1428415"/>
                  </a:cubicBezTo>
                  <a:lnTo>
                    <a:pt x="825565" y="1457699"/>
                  </a:lnTo>
                  <a:cubicBezTo>
                    <a:pt x="842147" y="1474281"/>
                    <a:pt x="869031" y="1474281"/>
                    <a:pt x="885612" y="1457699"/>
                  </a:cubicBezTo>
                  <a:lnTo>
                    <a:pt x="1696588" y="646724"/>
                  </a:lnTo>
                  <a:cubicBezTo>
                    <a:pt x="1713169" y="630143"/>
                    <a:pt x="1713169" y="603258"/>
                    <a:pt x="1696588" y="586677"/>
                  </a:cubicBezTo>
                  <a:lnTo>
                    <a:pt x="1667304" y="557393"/>
                  </a:lnTo>
                  <a:cubicBezTo>
                    <a:pt x="1659013" y="549102"/>
                    <a:pt x="1648146" y="544956"/>
                    <a:pt x="1637280" y="544956"/>
                  </a:cubicBezTo>
                  <a:close/>
                  <a:moveTo>
                    <a:pt x="1372791" y="439020"/>
                  </a:moveTo>
                  <a:cubicBezTo>
                    <a:pt x="1361925" y="439020"/>
                    <a:pt x="1351058" y="443165"/>
                    <a:pt x="1342767" y="451456"/>
                  </a:cubicBezTo>
                  <a:lnTo>
                    <a:pt x="851745" y="942478"/>
                  </a:lnTo>
                  <a:cubicBezTo>
                    <a:pt x="835164" y="959060"/>
                    <a:pt x="835164" y="985944"/>
                    <a:pt x="851745" y="1002526"/>
                  </a:cubicBezTo>
                  <a:lnTo>
                    <a:pt x="881029" y="1031810"/>
                  </a:lnTo>
                  <a:cubicBezTo>
                    <a:pt x="897611" y="1048392"/>
                    <a:pt x="924495" y="1048392"/>
                    <a:pt x="941077" y="1031810"/>
                  </a:cubicBezTo>
                  <a:lnTo>
                    <a:pt x="1432099" y="540788"/>
                  </a:lnTo>
                  <a:cubicBezTo>
                    <a:pt x="1448681" y="524206"/>
                    <a:pt x="1448681" y="497322"/>
                    <a:pt x="1432099" y="480740"/>
                  </a:cubicBezTo>
                  <a:lnTo>
                    <a:pt x="1402815" y="451456"/>
                  </a:lnTo>
                  <a:cubicBezTo>
                    <a:pt x="1394524" y="443165"/>
                    <a:pt x="1383658" y="439020"/>
                    <a:pt x="1372791" y="439020"/>
                  </a:cubicBezTo>
                  <a:close/>
                  <a:moveTo>
                    <a:pt x="864042" y="270000"/>
                  </a:moveTo>
                  <a:lnTo>
                    <a:pt x="2945402" y="270000"/>
                  </a:lnTo>
                  <a:cubicBezTo>
                    <a:pt x="3094522" y="270000"/>
                    <a:pt x="3215407" y="390885"/>
                    <a:pt x="3215407" y="540005"/>
                  </a:cubicBezTo>
                  <a:lnTo>
                    <a:pt x="3215407" y="1619995"/>
                  </a:lnTo>
                  <a:cubicBezTo>
                    <a:pt x="3215407" y="1769115"/>
                    <a:pt x="3094522" y="1890000"/>
                    <a:pt x="2945402" y="1890000"/>
                  </a:cubicBezTo>
                  <a:lnTo>
                    <a:pt x="864042" y="1890000"/>
                  </a:lnTo>
                  <a:cubicBezTo>
                    <a:pt x="714922" y="1890000"/>
                    <a:pt x="594037" y="1769115"/>
                    <a:pt x="594037" y="1619995"/>
                  </a:cubicBezTo>
                  <a:lnTo>
                    <a:pt x="594037" y="540005"/>
                  </a:lnTo>
                  <a:cubicBezTo>
                    <a:pt x="594037" y="390885"/>
                    <a:pt x="714922" y="270000"/>
                    <a:pt x="864042" y="270000"/>
                  </a:cubicBezTo>
                  <a:close/>
                  <a:moveTo>
                    <a:pt x="804042" y="180000"/>
                  </a:moveTo>
                  <a:cubicBezTo>
                    <a:pt x="638353" y="180000"/>
                    <a:pt x="504036" y="314317"/>
                    <a:pt x="504036" y="480006"/>
                  </a:cubicBezTo>
                  <a:lnTo>
                    <a:pt x="504036" y="1679994"/>
                  </a:lnTo>
                  <a:cubicBezTo>
                    <a:pt x="504036" y="1845683"/>
                    <a:pt x="638353" y="1980000"/>
                    <a:pt x="804042" y="1980000"/>
                  </a:cubicBezTo>
                  <a:lnTo>
                    <a:pt x="3027043" y="1980000"/>
                  </a:lnTo>
                  <a:cubicBezTo>
                    <a:pt x="3192732" y="1980000"/>
                    <a:pt x="3327049" y="1845683"/>
                    <a:pt x="3327049" y="1679994"/>
                  </a:cubicBezTo>
                  <a:lnTo>
                    <a:pt x="3327049" y="480006"/>
                  </a:lnTo>
                  <a:cubicBezTo>
                    <a:pt x="3327049" y="314317"/>
                    <a:pt x="3192732" y="180000"/>
                    <a:pt x="3027043" y="180000"/>
                  </a:cubicBezTo>
                  <a:close/>
                  <a:moveTo>
                    <a:pt x="684043" y="0"/>
                  </a:moveTo>
                  <a:lnTo>
                    <a:pt x="3190330" y="0"/>
                  </a:lnTo>
                  <a:cubicBezTo>
                    <a:pt x="3389156" y="0"/>
                    <a:pt x="3550337" y="161181"/>
                    <a:pt x="3550337" y="360007"/>
                  </a:cubicBezTo>
                  <a:lnTo>
                    <a:pt x="3550337" y="1799993"/>
                  </a:lnTo>
                  <a:cubicBezTo>
                    <a:pt x="3550337" y="1998819"/>
                    <a:pt x="3389156" y="2160000"/>
                    <a:pt x="3190330" y="2160000"/>
                  </a:cubicBezTo>
                  <a:lnTo>
                    <a:pt x="684043" y="2160000"/>
                  </a:lnTo>
                  <a:cubicBezTo>
                    <a:pt x="485217" y="2160000"/>
                    <a:pt x="324036" y="1998819"/>
                    <a:pt x="324036" y="1799993"/>
                  </a:cubicBezTo>
                  <a:lnTo>
                    <a:pt x="324036" y="360007"/>
                  </a:lnTo>
                  <a:cubicBezTo>
                    <a:pt x="324036" y="161181"/>
                    <a:pt x="485217" y="0"/>
                    <a:pt x="6840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82" name="Oval 7">
              <a:extLst>
                <a:ext uri="{FF2B5EF4-FFF2-40B4-BE49-F238E27FC236}">
                  <a16:creationId xmlns:a16="http://schemas.microsoft.com/office/drawing/2014/main" id="{2BAD1790-B86E-4C66-B53F-7590D2D0A7B4}"/>
                </a:ext>
              </a:extLst>
            </p:cNvPr>
            <p:cNvSpPr/>
            <p:nvPr/>
          </p:nvSpPr>
          <p:spPr>
            <a:xfrm>
              <a:off x="7825561" y="2860634"/>
              <a:ext cx="265478" cy="348722"/>
            </a:xfrm>
            <a:custGeom>
              <a:avLst/>
              <a:gdLst/>
              <a:ahLst/>
              <a:cxnLst/>
              <a:rect l="l" t="t" r="r" b="b"/>
              <a:pathLst>
                <a:path w="3025265" h="3973870">
                  <a:moveTo>
                    <a:pt x="1048235" y="955278"/>
                  </a:moveTo>
                  <a:cubicBezTo>
                    <a:pt x="1143886" y="955278"/>
                    <a:pt x="1221426" y="1089843"/>
                    <a:pt x="1221426" y="1255837"/>
                  </a:cubicBezTo>
                  <a:cubicBezTo>
                    <a:pt x="1221426" y="1421831"/>
                    <a:pt x="1143886" y="1556396"/>
                    <a:pt x="1048235" y="1556396"/>
                  </a:cubicBezTo>
                  <a:cubicBezTo>
                    <a:pt x="952584" y="1556396"/>
                    <a:pt x="875044" y="1421831"/>
                    <a:pt x="875044" y="1255837"/>
                  </a:cubicBezTo>
                  <a:cubicBezTo>
                    <a:pt x="875044" y="1089843"/>
                    <a:pt x="952584" y="955278"/>
                    <a:pt x="1048235" y="955278"/>
                  </a:cubicBezTo>
                  <a:close/>
                  <a:moveTo>
                    <a:pt x="805954" y="648071"/>
                  </a:moveTo>
                  <a:lnTo>
                    <a:pt x="805954" y="1853034"/>
                  </a:lnTo>
                  <a:cubicBezTo>
                    <a:pt x="805954" y="1947724"/>
                    <a:pt x="869395" y="2027597"/>
                    <a:pt x="956357" y="2051540"/>
                  </a:cubicBezTo>
                  <a:lnTo>
                    <a:pt x="956356" y="2473030"/>
                  </a:lnTo>
                  <a:cubicBezTo>
                    <a:pt x="956356" y="2523517"/>
                    <a:pt x="997284" y="2564445"/>
                    <a:pt x="1047771" y="2564445"/>
                  </a:cubicBezTo>
                  <a:cubicBezTo>
                    <a:pt x="1098258" y="2564445"/>
                    <a:pt x="1139186" y="2523517"/>
                    <a:pt x="1139186" y="2473030"/>
                  </a:cubicBezTo>
                  <a:lnTo>
                    <a:pt x="1139186" y="2051828"/>
                  </a:lnTo>
                  <a:cubicBezTo>
                    <a:pt x="1226618" y="2028173"/>
                    <a:pt x="1290517" y="1948066"/>
                    <a:pt x="1290517" y="1853034"/>
                  </a:cubicBezTo>
                  <a:lnTo>
                    <a:pt x="1290517" y="649328"/>
                  </a:lnTo>
                  <a:cubicBezTo>
                    <a:pt x="1740927" y="708507"/>
                    <a:pt x="2088232" y="1094132"/>
                    <a:pt x="2088232" y="1560875"/>
                  </a:cubicBezTo>
                  <a:lnTo>
                    <a:pt x="2088232" y="2137870"/>
                  </a:lnTo>
                  <a:lnTo>
                    <a:pt x="2088233" y="2137870"/>
                  </a:lnTo>
                  <a:lnTo>
                    <a:pt x="2088233" y="3055870"/>
                  </a:lnTo>
                  <a:cubicBezTo>
                    <a:pt x="2088233" y="3562867"/>
                    <a:pt x="1677230" y="3973870"/>
                    <a:pt x="1170233" y="3973870"/>
                  </a:cubicBezTo>
                  <a:lnTo>
                    <a:pt x="918001" y="3973870"/>
                  </a:lnTo>
                  <a:cubicBezTo>
                    <a:pt x="411004" y="3973870"/>
                    <a:pt x="1" y="3562867"/>
                    <a:pt x="1" y="3055870"/>
                  </a:cubicBezTo>
                  <a:lnTo>
                    <a:pt x="1" y="2152339"/>
                  </a:lnTo>
                  <a:lnTo>
                    <a:pt x="0" y="2152339"/>
                  </a:lnTo>
                  <a:lnTo>
                    <a:pt x="0" y="1560875"/>
                  </a:lnTo>
                  <a:cubicBezTo>
                    <a:pt x="0" y="1091278"/>
                    <a:pt x="351565" y="703794"/>
                    <a:pt x="805954" y="648071"/>
                  </a:cubicBezTo>
                  <a:close/>
                  <a:moveTo>
                    <a:pt x="1619797" y="91"/>
                  </a:moveTo>
                  <a:cubicBezTo>
                    <a:pt x="1732841" y="1988"/>
                    <a:pt x="1845389" y="33430"/>
                    <a:pt x="1945434" y="94215"/>
                  </a:cubicBezTo>
                  <a:cubicBezTo>
                    <a:pt x="2133478" y="208468"/>
                    <a:pt x="2249869" y="409692"/>
                    <a:pt x="2255221" y="627780"/>
                  </a:cubicBezTo>
                  <a:lnTo>
                    <a:pt x="2257891" y="627572"/>
                  </a:lnTo>
                  <a:cubicBezTo>
                    <a:pt x="2272309" y="812739"/>
                    <a:pt x="2385479" y="975734"/>
                    <a:pt x="2553934" y="1053951"/>
                  </a:cubicBezTo>
                  <a:cubicBezTo>
                    <a:pt x="2706200" y="1124651"/>
                    <a:pt x="2882234" y="1116149"/>
                    <a:pt x="3025265" y="1032491"/>
                  </a:cubicBezTo>
                  <a:lnTo>
                    <a:pt x="3025265" y="1181594"/>
                  </a:lnTo>
                  <a:cubicBezTo>
                    <a:pt x="2858744" y="1255002"/>
                    <a:pt x="2666516" y="1253932"/>
                    <a:pt x="2497514" y="1175460"/>
                  </a:cubicBezTo>
                  <a:cubicBezTo>
                    <a:pt x="2293602" y="1080779"/>
                    <a:pt x="2153951" y="887555"/>
                    <a:pt x="2128339" y="665512"/>
                  </a:cubicBezTo>
                  <a:lnTo>
                    <a:pt x="2122734" y="665324"/>
                  </a:lnTo>
                  <a:cubicBezTo>
                    <a:pt x="2128967" y="479701"/>
                    <a:pt x="2034597" y="305147"/>
                    <a:pt x="1875870" y="208708"/>
                  </a:cubicBezTo>
                  <a:cubicBezTo>
                    <a:pt x="1717143" y="112268"/>
                    <a:pt x="1518741" y="108938"/>
                    <a:pt x="1356867" y="199997"/>
                  </a:cubicBezTo>
                  <a:cubicBezTo>
                    <a:pt x="1194993" y="291056"/>
                    <a:pt x="1094818" y="462344"/>
                    <a:pt x="1094818" y="648071"/>
                  </a:cubicBezTo>
                  <a:lnTo>
                    <a:pt x="960849" y="648071"/>
                  </a:lnTo>
                  <a:cubicBezTo>
                    <a:pt x="960849" y="413945"/>
                    <a:pt x="1087128" y="198021"/>
                    <a:pt x="1291185" y="83234"/>
                  </a:cubicBezTo>
                  <a:cubicBezTo>
                    <a:pt x="1393213" y="25840"/>
                    <a:pt x="1506753" y="-1807"/>
                    <a:pt x="1619797" y="9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83" name="Rounded Rectangle 1">
              <a:extLst>
                <a:ext uri="{FF2B5EF4-FFF2-40B4-BE49-F238E27FC236}">
                  <a16:creationId xmlns:a16="http://schemas.microsoft.com/office/drawing/2014/main" id="{07E5697C-7CB1-4CCB-B10C-10EE017BEF80}"/>
                </a:ext>
              </a:extLst>
            </p:cNvPr>
            <p:cNvSpPr/>
            <p:nvPr/>
          </p:nvSpPr>
          <p:spPr>
            <a:xfrm>
              <a:off x="9211370" y="1953654"/>
              <a:ext cx="300700" cy="300700"/>
            </a:xfrm>
            <a:custGeom>
              <a:avLst/>
              <a:gdLst/>
              <a:ahLst/>
              <a:cxnLst/>
              <a:rect l="l" t="t" r="r" b="b"/>
              <a:pathLst>
                <a:path w="3888432" h="3888432">
                  <a:moveTo>
                    <a:pt x="2959265" y="3140417"/>
                  </a:moveTo>
                  <a:cubicBezTo>
                    <a:pt x="2880371" y="3140417"/>
                    <a:pt x="2816414" y="3204374"/>
                    <a:pt x="2816414" y="3283268"/>
                  </a:cubicBezTo>
                  <a:cubicBezTo>
                    <a:pt x="2816414" y="3362162"/>
                    <a:pt x="2880371" y="3426119"/>
                    <a:pt x="2959265" y="3426119"/>
                  </a:cubicBezTo>
                  <a:cubicBezTo>
                    <a:pt x="3038159" y="3426119"/>
                    <a:pt x="3102116" y="3362162"/>
                    <a:pt x="3102116" y="3283268"/>
                  </a:cubicBezTo>
                  <a:cubicBezTo>
                    <a:pt x="3102116" y="3204374"/>
                    <a:pt x="3038159" y="3140417"/>
                    <a:pt x="2959265" y="3140417"/>
                  </a:cubicBezTo>
                  <a:close/>
                  <a:moveTo>
                    <a:pt x="2512916" y="2819124"/>
                  </a:moveTo>
                  <a:lnTo>
                    <a:pt x="2512916" y="3022941"/>
                  </a:lnTo>
                  <a:lnTo>
                    <a:pt x="3405613" y="3022941"/>
                  </a:lnTo>
                  <a:lnTo>
                    <a:pt x="3405613" y="2819124"/>
                  </a:lnTo>
                  <a:close/>
                  <a:moveTo>
                    <a:pt x="741072" y="2504407"/>
                  </a:moveTo>
                  <a:lnTo>
                    <a:pt x="539050" y="2706429"/>
                  </a:lnTo>
                  <a:lnTo>
                    <a:pt x="753654" y="2921033"/>
                  </a:lnTo>
                  <a:lnTo>
                    <a:pt x="539050" y="3135636"/>
                  </a:lnTo>
                  <a:lnTo>
                    <a:pt x="741072" y="3337658"/>
                  </a:lnTo>
                  <a:lnTo>
                    <a:pt x="955676" y="3123054"/>
                  </a:lnTo>
                  <a:lnTo>
                    <a:pt x="1170279" y="3337658"/>
                  </a:lnTo>
                  <a:lnTo>
                    <a:pt x="1372301" y="3135636"/>
                  </a:lnTo>
                  <a:lnTo>
                    <a:pt x="1157697" y="2921033"/>
                  </a:lnTo>
                  <a:lnTo>
                    <a:pt x="1372301" y="2706429"/>
                  </a:lnTo>
                  <a:lnTo>
                    <a:pt x="1170279" y="2504407"/>
                  </a:lnTo>
                  <a:lnTo>
                    <a:pt x="955676" y="2719011"/>
                  </a:lnTo>
                  <a:close/>
                  <a:moveTo>
                    <a:pt x="2959265" y="2415946"/>
                  </a:moveTo>
                  <a:cubicBezTo>
                    <a:pt x="2880371" y="2415946"/>
                    <a:pt x="2816414" y="2479903"/>
                    <a:pt x="2816414" y="2558797"/>
                  </a:cubicBezTo>
                  <a:cubicBezTo>
                    <a:pt x="2816414" y="2637691"/>
                    <a:pt x="2880371" y="2701648"/>
                    <a:pt x="2959265" y="2701648"/>
                  </a:cubicBezTo>
                  <a:cubicBezTo>
                    <a:pt x="3038159" y="2701648"/>
                    <a:pt x="3102116" y="2637691"/>
                    <a:pt x="3102116" y="2558797"/>
                  </a:cubicBezTo>
                  <a:cubicBezTo>
                    <a:pt x="3102116" y="2479903"/>
                    <a:pt x="3038159" y="2415946"/>
                    <a:pt x="2959265" y="2415946"/>
                  </a:cubicBezTo>
                  <a:close/>
                  <a:moveTo>
                    <a:pt x="2536364" y="828590"/>
                  </a:moveTo>
                  <a:lnTo>
                    <a:pt x="2536364" y="1114291"/>
                  </a:lnTo>
                  <a:lnTo>
                    <a:pt x="3429061" y="1114291"/>
                  </a:lnTo>
                  <a:lnTo>
                    <a:pt x="3429061" y="828590"/>
                  </a:lnTo>
                  <a:close/>
                  <a:moveTo>
                    <a:pt x="896557" y="525092"/>
                  </a:moveTo>
                  <a:lnTo>
                    <a:pt x="896557" y="828590"/>
                  </a:lnTo>
                  <a:lnTo>
                    <a:pt x="593059" y="828590"/>
                  </a:lnTo>
                  <a:lnTo>
                    <a:pt x="593059" y="1114291"/>
                  </a:lnTo>
                  <a:lnTo>
                    <a:pt x="896557" y="1114291"/>
                  </a:lnTo>
                  <a:lnTo>
                    <a:pt x="896557" y="1417789"/>
                  </a:lnTo>
                  <a:lnTo>
                    <a:pt x="1182258" y="1417789"/>
                  </a:lnTo>
                  <a:lnTo>
                    <a:pt x="1182258" y="1114291"/>
                  </a:lnTo>
                  <a:lnTo>
                    <a:pt x="1485756" y="1114291"/>
                  </a:lnTo>
                  <a:lnTo>
                    <a:pt x="1485756" y="828590"/>
                  </a:lnTo>
                  <a:lnTo>
                    <a:pt x="1182258" y="828590"/>
                  </a:lnTo>
                  <a:lnTo>
                    <a:pt x="1182258" y="525092"/>
                  </a:lnTo>
                  <a:close/>
                  <a:moveTo>
                    <a:pt x="648085" y="0"/>
                  </a:moveTo>
                  <a:lnTo>
                    <a:pt x="3240347" y="0"/>
                  </a:lnTo>
                  <a:cubicBezTo>
                    <a:pt x="3598274" y="0"/>
                    <a:pt x="3888432" y="290158"/>
                    <a:pt x="3888432" y="648085"/>
                  </a:cubicBezTo>
                  <a:lnTo>
                    <a:pt x="3888432" y="3240347"/>
                  </a:lnTo>
                  <a:cubicBezTo>
                    <a:pt x="3888432" y="3598274"/>
                    <a:pt x="3598274" y="3888432"/>
                    <a:pt x="3240347" y="3888432"/>
                  </a:cubicBezTo>
                  <a:lnTo>
                    <a:pt x="648085" y="3888432"/>
                  </a:lnTo>
                  <a:cubicBezTo>
                    <a:pt x="290158" y="3888432"/>
                    <a:pt x="0" y="3598274"/>
                    <a:pt x="0" y="3240347"/>
                  </a:cubicBezTo>
                  <a:lnTo>
                    <a:pt x="0" y="648085"/>
                  </a:lnTo>
                  <a:cubicBezTo>
                    <a:pt x="0" y="290158"/>
                    <a:pt x="290158" y="0"/>
                    <a:pt x="6480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5C38DDE2-427A-436B-B9B0-39273C5855D4}"/>
                </a:ext>
              </a:extLst>
            </p:cNvPr>
            <p:cNvSpPr/>
            <p:nvPr/>
          </p:nvSpPr>
          <p:spPr>
            <a:xfrm>
              <a:off x="10648350" y="2860722"/>
              <a:ext cx="360864" cy="355077"/>
            </a:xfrm>
            <a:custGeom>
              <a:avLst/>
              <a:gdLst/>
              <a:ahLst/>
              <a:cxnLst/>
              <a:rect l="l" t="t" r="r" b="b"/>
              <a:pathLst>
                <a:path w="3214097" h="3162551">
                  <a:moveTo>
                    <a:pt x="1014592" y="2306036"/>
                  </a:moveTo>
                  <a:cubicBezTo>
                    <a:pt x="854868" y="2306036"/>
                    <a:pt x="725386" y="2435518"/>
                    <a:pt x="725386" y="2595242"/>
                  </a:cubicBezTo>
                  <a:cubicBezTo>
                    <a:pt x="725386" y="2754966"/>
                    <a:pt x="854868" y="2884448"/>
                    <a:pt x="1014592" y="2884448"/>
                  </a:cubicBezTo>
                  <a:cubicBezTo>
                    <a:pt x="1174316" y="2884448"/>
                    <a:pt x="1303798" y="2754966"/>
                    <a:pt x="1303798" y="2595242"/>
                  </a:cubicBezTo>
                  <a:cubicBezTo>
                    <a:pt x="1303798" y="2435518"/>
                    <a:pt x="1174316" y="2306036"/>
                    <a:pt x="1014592" y="2306036"/>
                  </a:cubicBezTo>
                  <a:close/>
                  <a:moveTo>
                    <a:pt x="481275" y="1691816"/>
                  </a:moveTo>
                  <a:cubicBezTo>
                    <a:pt x="321551" y="1691816"/>
                    <a:pt x="192069" y="1821298"/>
                    <a:pt x="192069" y="1981022"/>
                  </a:cubicBezTo>
                  <a:cubicBezTo>
                    <a:pt x="192069" y="2140746"/>
                    <a:pt x="321551" y="2270228"/>
                    <a:pt x="481275" y="2270228"/>
                  </a:cubicBezTo>
                  <a:cubicBezTo>
                    <a:pt x="640999" y="2270228"/>
                    <a:pt x="770481" y="2140746"/>
                    <a:pt x="770481" y="1981022"/>
                  </a:cubicBezTo>
                  <a:cubicBezTo>
                    <a:pt x="770481" y="1821298"/>
                    <a:pt x="640999" y="1691816"/>
                    <a:pt x="481275" y="1691816"/>
                  </a:cubicBezTo>
                  <a:close/>
                  <a:moveTo>
                    <a:pt x="2764751" y="1113404"/>
                  </a:moveTo>
                  <a:cubicBezTo>
                    <a:pt x="2605027" y="1113404"/>
                    <a:pt x="2475545" y="1242886"/>
                    <a:pt x="2475545" y="1402610"/>
                  </a:cubicBezTo>
                  <a:cubicBezTo>
                    <a:pt x="2475545" y="1562334"/>
                    <a:pt x="2605027" y="1691816"/>
                    <a:pt x="2764751" y="1691816"/>
                  </a:cubicBezTo>
                  <a:cubicBezTo>
                    <a:pt x="2924475" y="1691816"/>
                    <a:pt x="3053957" y="1562334"/>
                    <a:pt x="3053957" y="1402610"/>
                  </a:cubicBezTo>
                  <a:cubicBezTo>
                    <a:pt x="3053957" y="1242886"/>
                    <a:pt x="2924475" y="1113404"/>
                    <a:pt x="2764751" y="1113404"/>
                  </a:cubicBezTo>
                  <a:close/>
                  <a:moveTo>
                    <a:pt x="532503" y="881964"/>
                  </a:moveTo>
                  <a:cubicBezTo>
                    <a:pt x="372779" y="881964"/>
                    <a:pt x="243297" y="1011446"/>
                    <a:pt x="243297" y="1171170"/>
                  </a:cubicBezTo>
                  <a:cubicBezTo>
                    <a:pt x="243297" y="1330894"/>
                    <a:pt x="372779" y="1460376"/>
                    <a:pt x="532503" y="1460376"/>
                  </a:cubicBezTo>
                  <a:cubicBezTo>
                    <a:pt x="692227" y="1460376"/>
                    <a:pt x="821709" y="1330894"/>
                    <a:pt x="821709" y="1171170"/>
                  </a:cubicBezTo>
                  <a:cubicBezTo>
                    <a:pt x="821709" y="1011446"/>
                    <a:pt x="692227" y="881964"/>
                    <a:pt x="532503" y="881964"/>
                  </a:cubicBezTo>
                  <a:close/>
                  <a:moveTo>
                    <a:pt x="1162143" y="321316"/>
                  </a:moveTo>
                  <a:cubicBezTo>
                    <a:pt x="1002419" y="321316"/>
                    <a:pt x="872937" y="450798"/>
                    <a:pt x="872937" y="610522"/>
                  </a:cubicBezTo>
                  <a:cubicBezTo>
                    <a:pt x="872937" y="770246"/>
                    <a:pt x="1002419" y="899728"/>
                    <a:pt x="1162143" y="899728"/>
                  </a:cubicBezTo>
                  <a:cubicBezTo>
                    <a:pt x="1321867" y="899728"/>
                    <a:pt x="1451349" y="770246"/>
                    <a:pt x="1451349" y="610522"/>
                  </a:cubicBezTo>
                  <a:cubicBezTo>
                    <a:pt x="1451349" y="450798"/>
                    <a:pt x="1321867" y="321316"/>
                    <a:pt x="1162143" y="321316"/>
                  </a:cubicBezTo>
                  <a:close/>
                  <a:moveTo>
                    <a:pt x="1963447" y="177300"/>
                  </a:moveTo>
                  <a:cubicBezTo>
                    <a:pt x="1803723" y="177300"/>
                    <a:pt x="1674241" y="306782"/>
                    <a:pt x="1674241" y="466506"/>
                  </a:cubicBezTo>
                  <a:cubicBezTo>
                    <a:pt x="1674241" y="626230"/>
                    <a:pt x="1803723" y="755712"/>
                    <a:pt x="1963447" y="755712"/>
                  </a:cubicBezTo>
                  <a:cubicBezTo>
                    <a:pt x="2123171" y="755712"/>
                    <a:pt x="2252653" y="626230"/>
                    <a:pt x="2252653" y="466506"/>
                  </a:cubicBezTo>
                  <a:cubicBezTo>
                    <a:pt x="2252653" y="306782"/>
                    <a:pt x="2123171" y="177300"/>
                    <a:pt x="1963447" y="177300"/>
                  </a:cubicBezTo>
                  <a:close/>
                  <a:moveTo>
                    <a:pt x="1752672" y="312"/>
                  </a:moveTo>
                  <a:cubicBezTo>
                    <a:pt x="1817888" y="-690"/>
                    <a:pt x="1885249" y="703"/>
                    <a:pt x="1954799" y="4657"/>
                  </a:cubicBezTo>
                  <a:cubicBezTo>
                    <a:pt x="2504015" y="53541"/>
                    <a:pt x="2975590" y="412975"/>
                    <a:pt x="3145244" y="944937"/>
                  </a:cubicBezTo>
                  <a:cubicBezTo>
                    <a:pt x="3412664" y="2126757"/>
                    <a:pt x="2837568" y="2017487"/>
                    <a:pt x="2506889" y="1867964"/>
                  </a:cubicBezTo>
                  <a:cubicBezTo>
                    <a:pt x="1580987" y="1673869"/>
                    <a:pt x="2725425" y="3197869"/>
                    <a:pt x="1014520" y="3161925"/>
                  </a:cubicBezTo>
                  <a:cubicBezTo>
                    <a:pt x="-14898" y="3061283"/>
                    <a:pt x="-138545" y="1873713"/>
                    <a:pt x="108747" y="1100212"/>
                  </a:cubicBezTo>
                  <a:cubicBezTo>
                    <a:pt x="278579" y="569148"/>
                    <a:pt x="774429" y="15339"/>
                    <a:pt x="1752672" y="3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5" name="Oval 66">
              <a:extLst>
                <a:ext uri="{FF2B5EF4-FFF2-40B4-BE49-F238E27FC236}">
                  <a16:creationId xmlns:a16="http://schemas.microsoft.com/office/drawing/2014/main" id="{C570611F-C3DD-4D85-A652-D95D1207E67C}"/>
                </a:ext>
              </a:extLst>
            </p:cNvPr>
            <p:cNvSpPr/>
            <p:nvPr/>
          </p:nvSpPr>
          <p:spPr>
            <a:xfrm rot="20700000">
              <a:off x="8697163" y="2795754"/>
              <a:ext cx="342272" cy="293183"/>
            </a:xfrm>
            <a:custGeom>
              <a:avLst/>
              <a:gdLst/>
              <a:ahLst/>
              <a:cxnLst/>
              <a:rect l="l" t="t" r="r" b="b"/>
              <a:pathLst>
                <a:path w="2901316" h="2485205">
                  <a:moveTo>
                    <a:pt x="2901316" y="8833"/>
                  </a:moveTo>
                  <a:lnTo>
                    <a:pt x="2885407" y="69738"/>
                  </a:lnTo>
                  <a:lnTo>
                    <a:pt x="2890344" y="71061"/>
                  </a:lnTo>
                  <a:lnTo>
                    <a:pt x="2331295" y="2157461"/>
                  </a:lnTo>
                  <a:lnTo>
                    <a:pt x="2322295" y="2155049"/>
                  </a:lnTo>
                  <a:cubicBezTo>
                    <a:pt x="2311779" y="2339141"/>
                    <a:pt x="2127696" y="2485205"/>
                    <a:pt x="1902404" y="2485205"/>
                  </a:cubicBezTo>
                  <a:cubicBezTo>
                    <a:pt x="1669201" y="2485205"/>
                    <a:pt x="1480151" y="2328701"/>
                    <a:pt x="1480150" y="2135644"/>
                  </a:cubicBezTo>
                  <a:cubicBezTo>
                    <a:pt x="1480150" y="1942587"/>
                    <a:pt x="1669200" y="1786083"/>
                    <a:pt x="1902404" y="1786083"/>
                  </a:cubicBezTo>
                  <a:cubicBezTo>
                    <a:pt x="2026046" y="1786083"/>
                    <a:pt x="2137276" y="1830075"/>
                    <a:pt x="2213623" y="1901150"/>
                  </a:cubicBezTo>
                  <a:lnTo>
                    <a:pt x="2586815" y="508378"/>
                  </a:lnTo>
                  <a:lnTo>
                    <a:pt x="1283297" y="508378"/>
                  </a:lnTo>
                  <a:lnTo>
                    <a:pt x="847984" y="2132988"/>
                  </a:lnTo>
                  <a:lnTo>
                    <a:pt x="841776" y="2131324"/>
                  </a:lnTo>
                  <a:cubicBezTo>
                    <a:pt x="829584" y="2314002"/>
                    <a:pt x="646295" y="2458448"/>
                    <a:pt x="422254" y="2458448"/>
                  </a:cubicBezTo>
                  <a:cubicBezTo>
                    <a:pt x="189051" y="2458448"/>
                    <a:pt x="1" y="2301944"/>
                    <a:pt x="0" y="2108887"/>
                  </a:cubicBezTo>
                  <a:cubicBezTo>
                    <a:pt x="0" y="1915830"/>
                    <a:pt x="189051" y="1759326"/>
                    <a:pt x="422255" y="1759326"/>
                  </a:cubicBezTo>
                  <a:cubicBezTo>
                    <a:pt x="544771" y="1759326"/>
                    <a:pt x="655100" y="1802522"/>
                    <a:pt x="731465" y="1872378"/>
                  </a:cubicBezTo>
                  <a:lnTo>
                    <a:pt x="1233167" y="0"/>
                  </a:lnTo>
                  <a:lnTo>
                    <a:pt x="1266129" y="883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93" name="Group 111">
            <a:extLst>
              <a:ext uri="{FF2B5EF4-FFF2-40B4-BE49-F238E27FC236}">
                <a16:creationId xmlns:a16="http://schemas.microsoft.com/office/drawing/2014/main" id="{E489989B-7C28-445C-8731-4650D9D98353}"/>
              </a:ext>
            </a:extLst>
          </p:cNvPr>
          <p:cNvGrpSpPr/>
          <p:nvPr userDrawn="1"/>
        </p:nvGrpSpPr>
        <p:grpSpPr>
          <a:xfrm>
            <a:off x="10396263" y="93604"/>
            <a:ext cx="1503041" cy="3058086"/>
            <a:chOff x="5174351" y="2344852"/>
            <a:chExt cx="1843306" cy="3750389"/>
          </a:xfrm>
        </p:grpSpPr>
        <p:grpSp>
          <p:nvGrpSpPr>
            <p:cNvPr id="94" name="그룹 7">
              <a:extLst>
                <a:ext uri="{FF2B5EF4-FFF2-40B4-BE49-F238E27FC236}">
                  <a16:creationId xmlns:a16="http://schemas.microsoft.com/office/drawing/2014/main" id="{8E6C9F49-78E7-4619-8DE5-A6D5771F9020}"/>
                </a:ext>
              </a:extLst>
            </p:cNvPr>
            <p:cNvGrpSpPr/>
            <p:nvPr userDrawn="1"/>
          </p:nvGrpSpPr>
          <p:grpSpPr>
            <a:xfrm>
              <a:off x="5174351" y="3637228"/>
              <a:ext cx="1704867" cy="455477"/>
              <a:chOff x="5134372" y="3131004"/>
              <a:chExt cx="1431908" cy="315692"/>
            </a:xfrm>
          </p:grpSpPr>
          <p:sp>
            <p:nvSpPr>
              <p:cNvPr id="110" name="직사각형 6">
                <a:extLst>
                  <a:ext uri="{FF2B5EF4-FFF2-40B4-BE49-F238E27FC236}">
                    <a16:creationId xmlns:a16="http://schemas.microsoft.com/office/drawing/2014/main" id="{55DC81BC-0CC5-4E6A-B8E1-721F13A6BFEE}"/>
                  </a:ext>
                </a:extLst>
              </p:cNvPr>
              <p:cNvSpPr/>
              <p:nvPr userDrawn="1"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11" name="자유형: 도형 32">
                <a:extLst>
                  <a:ext uri="{FF2B5EF4-FFF2-40B4-BE49-F238E27FC236}">
                    <a16:creationId xmlns:a16="http://schemas.microsoft.com/office/drawing/2014/main" id="{7EE35BAA-F8FF-4893-9135-70C67173E428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5" name="그룹 34">
              <a:extLst>
                <a:ext uri="{FF2B5EF4-FFF2-40B4-BE49-F238E27FC236}">
                  <a16:creationId xmlns:a16="http://schemas.microsoft.com/office/drawing/2014/main" id="{B45DA547-163B-4282-90A9-A868B87DD000}"/>
                </a:ext>
              </a:extLst>
            </p:cNvPr>
            <p:cNvGrpSpPr/>
            <p:nvPr/>
          </p:nvGrpSpPr>
          <p:grpSpPr>
            <a:xfrm>
              <a:off x="5312790" y="4137862"/>
              <a:ext cx="1704867" cy="455477"/>
              <a:chOff x="5134372" y="3131004"/>
              <a:chExt cx="1431908" cy="315692"/>
            </a:xfrm>
          </p:grpSpPr>
          <p:sp>
            <p:nvSpPr>
              <p:cNvPr id="108" name="직사각형 6">
                <a:extLst>
                  <a:ext uri="{FF2B5EF4-FFF2-40B4-BE49-F238E27FC236}">
                    <a16:creationId xmlns:a16="http://schemas.microsoft.com/office/drawing/2014/main" id="{D8967315-DB35-4A40-954E-F6216D635A31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9" name="자유형: 도형 36">
                <a:extLst>
                  <a:ext uri="{FF2B5EF4-FFF2-40B4-BE49-F238E27FC236}">
                    <a16:creationId xmlns:a16="http://schemas.microsoft.com/office/drawing/2014/main" id="{7BB378AC-B960-4229-B98B-6FE1E2FB76CB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tx2">
                  <a:lumMod val="65000"/>
                  <a:lumOff val="35000"/>
                </a:schemeClr>
              </a:solidFill>
              <a:ln>
                <a:solidFill>
                  <a:schemeClr val="tx2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6" name="그룹 37">
              <a:extLst>
                <a:ext uri="{FF2B5EF4-FFF2-40B4-BE49-F238E27FC236}">
                  <a16:creationId xmlns:a16="http://schemas.microsoft.com/office/drawing/2014/main" id="{EF469A21-964F-4BB6-AB81-AE60665B52FF}"/>
                </a:ext>
              </a:extLst>
            </p:cNvPr>
            <p:cNvGrpSpPr/>
            <p:nvPr/>
          </p:nvGrpSpPr>
          <p:grpSpPr>
            <a:xfrm>
              <a:off x="5174351" y="4638496"/>
              <a:ext cx="1704867" cy="455477"/>
              <a:chOff x="5134372" y="3131004"/>
              <a:chExt cx="1431908" cy="315692"/>
            </a:xfrm>
          </p:grpSpPr>
          <p:sp>
            <p:nvSpPr>
              <p:cNvPr id="106" name="직사각형 6">
                <a:extLst>
                  <a:ext uri="{FF2B5EF4-FFF2-40B4-BE49-F238E27FC236}">
                    <a16:creationId xmlns:a16="http://schemas.microsoft.com/office/drawing/2014/main" id="{F623DB1F-4086-4752-96E5-493E7E3A3E05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7" name="자유형: 도형 39">
                <a:extLst>
                  <a:ext uri="{FF2B5EF4-FFF2-40B4-BE49-F238E27FC236}">
                    <a16:creationId xmlns:a16="http://schemas.microsoft.com/office/drawing/2014/main" id="{91335066-D4A3-4B3B-9D82-CA7E1C32A35E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7" name="그룹 40">
              <a:extLst>
                <a:ext uri="{FF2B5EF4-FFF2-40B4-BE49-F238E27FC236}">
                  <a16:creationId xmlns:a16="http://schemas.microsoft.com/office/drawing/2014/main" id="{214D74B8-EB58-4404-8F74-07408D0328BD}"/>
                </a:ext>
              </a:extLst>
            </p:cNvPr>
            <p:cNvGrpSpPr/>
            <p:nvPr/>
          </p:nvGrpSpPr>
          <p:grpSpPr>
            <a:xfrm>
              <a:off x="5312790" y="5139130"/>
              <a:ext cx="1704867" cy="455477"/>
              <a:chOff x="5134372" y="3131004"/>
              <a:chExt cx="1431908" cy="315692"/>
            </a:xfrm>
          </p:grpSpPr>
          <p:sp>
            <p:nvSpPr>
              <p:cNvPr id="104" name="직사각형 6">
                <a:extLst>
                  <a:ext uri="{FF2B5EF4-FFF2-40B4-BE49-F238E27FC236}">
                    <a16:creationId xmlns:a16="http://schemas.microsoft.com/office/drawing/2014/main" id="{0BD39D72-6B6B-4CC8-AAD7-4C93C3E3A0DD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5" name="자유형: 도형 46">
                <a:extLst>
                  <a:ext uri="{FF2B5EF4-FFF2-40B4-BE49-F238E27FC236}">
                    <a16:creationId xmlns:a16="http://schemas.microsoft.com/office/drawing/2014/main" id="{DFF8DAC7-1A73-4AA9-BF53-C338E1EEB077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8" name="그룹 47">
              <a:extLst>
                <a:ext uri="{FF2B5EF4-FFF2-40B4-BE49-F238E27FC236}">
                  <a16:creationId xmlns:a16="http://schemas.microsoft.com/office/drawing/2014/main" id="{30E63C95-1DD2-465B-932D-34BA3EBF296F}"/>
                </a:ext>
              </a:extLst>
            </p:cNvPr>
            <p:cNvGrpSpPr/>
            <p:nvPr/>
          </p:nvGrpSpPr>
          <p:grpSpPr>
            <a:xfrm>
              <a:off x="5174351" y="5639764"/>
              <a:ext cx="1704867" cy="455477"/>
              <a:chOff x="5134372" y="3131004"/>
              <a:chExt cx="1431908" cy="315692"/>
            </a:xfrm>
          </p:grpSpPr>
          <p:sp>
            <p:nvSpPr>
              <p:cNvPr id="102" name="직사각형 6">
                <a:extLst>
                  <a:ext uri="{FF2B5EF4-FFF2-40B4-BE49-F238E27FC236}">
                    <a16:creationId xmlns:a16="http://schemas.microsoft.com/office/drawing/2014/main" id="{2FFC5D02-CCEA-4745-A439-8C5134C843BA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3" name="자유형: 도형 68">
                <a:extLst>
                  <a:ext uri="{FF2B5EF4-FFF2-40B4-BE49-F238E27FC236}">
                    <a16:creationId xmlns:a16="http://schemas.microsoft.com/office/drawing/2014/main" id="{4E5E167A-FA12-459A-82A9-366016110784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9" name="그룹 14">
              <a:extLst>
                <a:ext uri="{FF2B5EF4-FFF2-40B4-BE49-F238E27FC236}">
                  <a16:creationId xmlns:a16="http://schemas.microsoft.com/office/drawing/2014/main" id="{E864186F-9B78-4911-B1F3-56684BAF8214}"/>
                </a:ext>
              </a:extLst>
            </p:cNvPr>
            <p:cNvGrpSpPr/>
            <p:nvPr/>
          </p:nvGrpSpPr>
          <p:grpSpPr>
            <a:xfrm>
              <a:off x="5668546" y="2344852"/>
              <a:ext cx="854909" cy="1343933"/>
              <a:chOff x="6163612" y="1966761"/>
              <a:chExt cx="2991257" cy="4702319"/>
            </a:xfrm>
          </p:grpSpPr>
          <p:sp>
            <p:nvSpPr>
              <p:cNvPr id="100" name="자유형: 도형 69">
                <a:extLst>
                  <a:ext uri="{FF2B5EF4-FFF2-40B4-BE49-F238E27FC236}">
                    <a16:creationId xmlns:a16="http://schemas.microsoft.com/office/drawing/2014/main" id="{A1790780-4976-4EA1-93F2-BF68CC7A7AF3}"/>
                  </a:ext>
                </a:extLst>
              </p:cNvPr>
              <p:cNvSpPr/>
              <p:nvPr/>
            </p:nvSpPr>
            <p:spPr>
              <a:xfrm>
                <a:off x="6316187" y="2135206"/>
                <a:ext cx="2653352" cy="2896349"/>
              </a:xfrm>
              <a:custGeom>
                <a:avLst/>
                <a:gdLst>
                  <a:gd name="connsiteX0" fmla="*/ 1146409 w 2292818"/>
                  <a:gd name="connsiteY0" fmla="*/ 0 h 2502797"/>
                  <a:gd name="connsiteX1" fmla="*/ 2292818 w 2292818"/>
                  <a:gd name="connsiteY1" fmla="*/ 1146409 h 2502797"/>
                  <a:gd name="connsiteX2" fmla="*/ 1692856 w 2292818"/>
                  <a:gd name="connsiteY2" fmla="*/ 2154453 h 2502797"/>
                  <a:gd name="connsiteX3" fmla="*/ 1686333 w 2292818"/>
                  <a:gd name="connsiteY3" fmla="*/ 2157595 h 2502797"/>
                  <a:gd name="connsiteX4" fmla="*/ 1625204 w 2292818"/>
                  <a:gd name="connsiteY4" fmla="*/ 2502797 h 2502797"/>
                  <a:gd name="connsiteX5" fmla="*/ 690116 w 2292818"/>
                  <a:gd name="connsiteY5" fmla="*/ 2502797 h 2502797"/>
                  <a:gd name="connsiteX6" fmla="*/ 631086 w 2292818"/>
                  <a:gd name="connsiteY6" fmla="*/ 2169446 h 2502797"/>
                  <a:gd name="connsiteX7" fmla="*/ 599963 w 2292818"/>
                  <a:gd name="connsiteY7" fmla="*/ 2154453 h 2502797"/>
                  <a:gd name="connsiteX8" fmla="*/ 0 w 2292818"/>
                  <a:gd name="connsiteY8" fmla="*/ 1146409 h 2502797"/>
                  <a:gd name="connsiteX9" fmla="*/ 1146409 w 2292818"/>
                  <a:gd name="connsiteY9" fmla="*/ 0 h 2502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2818" h="2502797">
                    <a:moveTo>
                      <a:pt x="1146409" y="0"/>
                    </a:moveTo>
                    <a:cubicBezTo>
                      <a:pt x="1779553" y="0"/>
                      <a:pt x="2292818" y="513265"/>
                      <a:pt x="2292818" y="1146409"/>
                    </a:cubicBezTo>
                    <a:cubicBezTo>
                      <a:pt x="2292818" y="1581696"/>
                      <a:pt x="2050220" y="1960321"/>
                      <a:pt x="1692856" y="2154453"/>
                    </a:cubicBezTo>
                    <a:lnTo>
                      <a:pt x="1686333" y="2157595"/>
                    </a:lnTo>
                    <a:lnTo>
                      <a:pt x="1625204" y="2502797"/>
                    </a:lnTo>
                    <a:lnTo>
                      <a:pt x="690116" y="2502797"/>
                    </a:lnTo>
                    <a:lnTo>
                      <a:pt x="631086" y="2169446"/>
                    </a:lnTo>
                    <a:lnTo>
                      <a:pt x="599963" y="2154453"/>
                    </a:lnTo>
                    <a:cubicBezTo>
                      <a:pt x="242598" y="1960321"/>
                      <a:pt x="0" y="1581696"/>
                      <a:pt x="0" y="1146409"/>
                    </a:cubicBezTo>
                    <a:cubicBezTo>
                      <a:pt x="0" y="513265"/>
                      <a:pt x="513265" y="0"/>
                      <a:pt x="1146409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1" name="자유형: 도형 79">
                <a:extLst>
                  <a:ext uri="{FF2B5EF4-FFF2-40B4-BE49-F238E27FC236}">
                    <a16:creationId xmlns:a16="http://schemas.microsoft.com/office/drawing/2014/main" id="{38BFF686-B2E6-41A1-9A7F-7DFA91DDFB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63612" y="1966761"/>
                <a:ext cx="2991257" cy="4702319"/>
              </a:xfrm>
              <a:custGeom>
                <a:avLst/>
                <a:gdLst>
                  <a:gd name="connsiteX0" fmla="*/ 951056 w 2991257"/>
                  <a:gd name="connsiteY0" fmla="*/ 4310393 h 4702319"/>
                  <a:gd name="connsiteX1" fmla="*/ 2052826 w 2991257"/>
                  <a:gd name="connsiteY1" fmla="*/ 4310393 h 4702319"/>
                  <a:gd name="connsiteX2" fmla="*/ 2052826 w 2991257"/>
                  <a:gd name="connsiteY2" fmla="*/ 4506356 h 4702319"/>
                  <a:gd name="connsiteX3" fmla="*/ 1501941 w 2991257"/>
                  <a:gd name="connsiteY3" fmla="*/ 4702319 h 4702319"/>
                  <a:gd name="connsiteX4" fmla="*/ 951056 w 2991257"/>
                  <a:gd name="connsiteY4" fmla="*/ 4506356 h 4702319"/>
                  <a:gd name="connsiteX5" fmla="*/ 953472 w 2991257"/>
                  <a:gd name="connsiteY5" fmla="*/ 3978828 h 4702319"/>
                  <a:gd name="connsiteX6" fmla="*/ 2050412 w 2991257"/>
                  <a:gd name="connsiteY6" fmla="*/ 3978828 h 4702319"/>
                  <a:gd name="connsiteX7" fmla="*/ 2152988 w 2991257"/>
                  <a:gd name="connsiteY7" fmla="*/ 4079172 h 4702319"/>
                  <a:gd name="connsiteX8" fmla="*/ 2152988 w 2991257"/>
                  <a:gd name="connsiteY8" fmla="*/ 4123466 h 4702319"/>
                  <a:gd name="connsiteX9" fmla="*/ 2050412 w 2991257"/>
                  <a:gd name="connsiteY9" fmla="*/ 4223810 h 4702319"/>
                  <a:gd name="connsiteX10" fmla="*/ 953472 w 2991257"/>
                  <a:gd name="connsiteY10" fmla="*/ 4223810 h 4702319"/>
                  <a:gd name="connsiteX11" fmla="*/ 850896 w 2991257"/>
                  <a:gd name="connsiteY11" fmla="*/ 4123466 h 4702319"/>
                  <a:gd name="connsiteX12" fmla="*/ 850896 w 2991257"/>
                  <a:gd name="connsiteY12" fmla="*/ 4079172 h 4702319"/>
                  <a:gd name="connsiteX13" fmla="*/ 953472 w 2991257"/>
                  <a:gd name="connsiteY13" fmla="*/ 3978828 h 4702319"/>
                  <a:gd name="connsiteX14" fmla="*/ 903390 w 2991257"/>
                  <a:gd name="connsiteY14" fmla="*/ 3647264 h 4702319"/>
                  <a:gd name="connsiteX15" fmla="*/ 2100491 w 2991257"/>
                  <a:gd name="connsiteY15" fmla="*/ 3647264 h 4702319"/>
                  <a:gd name="connsiteX16" fmla="*/ 2203068 w 2991257"/>
                  <a:gd name="connsiteY16" fmla="*/ 3747607 h 4702319"/>
                  <a:gd name="connsiteX17" fmla="*/ 2203068 w 2991257"/>
                  <a:gd name="connsiteY17" fmla="*/ 3791900 h 4702319"/>
                  <a:gd name="connsiteX18" fmla="*/ 2100491 w 2991257"/>
                  <a:gd name="connsiteY18" fmla="*/ 3892244 h 4702319"/>
                  <a:gd name="connsiteX19" fmla="*/ 903390 w 2991257"/>
                  <a:gd name="connsiteY19" fmla="*/ 3892244 h 4702319"/>
                  <a:gd name="connsiteX20" fmla="*/ 800815 w 2991257"/>
                  <a:gd name="connsiteY20" fmla="*/ 3791900 h 4702319"/>
                  <a:gd name="connsiteX21" fmla="*/ 800815 w 2991257"/>
                  <a:gd name="connsiteY21" fmla="*/ 3747607 h 4702319"/>
                  <a:gd name="connsiteX22" fmla="*/ 903390 w 2991257"/>
                  <a:gd name="connsiteY22" fmla="*/ 3647264 h 4702319"/>
                  <a:gd name="connsiteX23" fmla="*/ 853310 w 2991257"/>
                  <a:gd name="connsiteY23" fmla="*/ 3315698 h 4702319"/>
                  <a:gd name="connsiteX24" fmla="*/ 2150572 w 2991257"/>
                  <a:gd name="connsiteY24" fmla="*/ 3315698 h 4702319"/>
                  <a:gd name="connsiteX25" fmla="*/ 2253147 w 2991257"/>
                  <a:gd name="connsiteY25" fmla="*/ 3416042 h 4702319"/>
                  <a:gd name="connsiteX26" fmla="*/ 2253147 w 2991257"/>
                  <a:gd name="connsiteY26" fmla="*/ 3460336 h 4702319"/>
                  <a:gd name="connsiteX27" fmla="*/ 2150572 w 2991257"/>
                  <a:gd name="connsiteY27" fmla="*/ 3560680 h 4702319"/>
                  <a:gd name="connsiteX28" fmla="*/ 853310 w 2991257"/>
                  <a:gd name="connsiteY28" fmla="*/ 3560680 h 4702319"/>
                  <a:gd name="connsiteX29" fmla="*/ 750733 w 2991257"/>
                  <a:gd name="connsiteY29" fmla="*/ 3460336 h 4702319"/>
                  <a:gd name="connsiteX30" fmla="*/ 750733 w 2991257"/>
                  <a:gd name="connsiteY30" fmla="*/ 3416042 h 4702319"/>
                  <a:gd name="connsiteX31" fmla="*/ 853310 w 2991257"/>
                  <a:gd name="connsiteY31" fmla="*/ 3315698 h 4702319"/>
                  <a:gd name="connsiteX32" fmla="*/ 1386722 w 2991257"/>
                  <a:gd name="connsiteY32" fmla="*/ 1558904 h 4702319"/>
                  <a:gd name="connsiteX33" fmla="*/ 1267488 w 2991257"/>
                  <a:gd name="connsiteY33" fmla="*/ 1609721 h 4702319"/>
                  <a:gd name="connsiteX34" fmla="*/ 1167563 w 2991257"/>
                  <a:gd name="connsiteY34" fmla="*/ 1572653 h 4702319"/>
                  <a:gd name="connsiteX35" fmla="*/ 1400707 w 2991257"/>
                  <a:gd name="connsiteY35" fmla="*/ 3012633 h 4702319"/>
                  <a:gd name="connsiteX36" fmla="*/ 1492336 w 2991257"/>
                  <a:gd name="connsiteY36" fmla="*/ 3011914 h 4702319"/>
                  <a:gd name="connsiteX37" fmla="*/ 1492336 w 2991257"/>
                  <a:gd name="connsiteY37" fmla="*/ 3011864 h 4702319"/>
                  <a:gd name="connsiteX38" fmla="*/ 1495631 w 2991257"/>
                  <a:gd name="connsiteY38" fmla="*/ 3011889 h 4702319"/>
                  <a:gd name="connsiteX39" fmla="*/ 1498923 w 2991257"/>
                  <a:gd name="connsiteY39" fmla="*/ 3011864 h 4702319"/>
                  <a:gd name="connsiteX40" fmla="*/ 1498923 w 2991257"/>
                  <a:gd name="connsiteY40" fmla="*/ 3011914 h 4702319"/>
                  <a:gd name="connsiteX41" fmla="*/ 1589466 w 2991257"/>
                  <a:gd name="connsiteY41" fmla="*/ 3012625 h 4702319"/>
                  <a:gd name="connsiteX42" fmla="*/ 1819775 w 2991257"/>
                  <a:gd name="connsiteY42" fmla="*/ 1590148 h 4702319"/>
                  <a:gd name="connsiteX43" fmla="*/ 1744424 w 2991257"/>
                  <a:gd name="connsiteY43" fmla="*/ 1609721 h 4702319"/>
                  <a:gd name="connsiteX44" fmla="*/ 1625191 w 2991257"/>
                  <a:gd name="connsiteY44" fmla="*/ 1558904 h 4702319"/>
                  <a:gd name="connsiteX45" fmla="*/ 1505957 w 2991257"/>
                  <a:gd name="connsiteY45" fmla="*/ 1609721 h 4702319"/>
                  <a:gd name="connsiteX46" fmla="*/ 1386722 w 2991257"/>
                  <a:gd name="connsiteY46" fmla="*/ 1558904 h 4702319"/>
                  <a:gd name="connsiteX47" fmla="*/ 1492336 w 2991257"/>
                  <a:gd name="connsiteY47" fmla="*/ 296022 h 4702319"/>
                  <a:gd name="connsiteX48" fmla="*/ 274831 w 2991257"/>
                  <a:gd name="connsiteY48" fmla="*/ 1488534 h 4702319"/>
                  <a:gd name="connsiteX49" fmla="*/ 855798 w 2991257"/>
                  <a:gd name="connsiteY49" fmla="*/ 2574654 h 4702319"/>
                  <a:gd name="connsiteX50" fmla="*/ 1010657 w 2991257"/>
                  <a:gd name="connsiteY50" fmla="*/ 2878465 h 4702319"/>
                  <a:gd name="connsiteX51" fmla="*/ 1099844 w 2991257"/>
                  <a:gd name="connsiteY51" fmla="*/ 3014995 h 4702319"/>
                  <a:gd name="connsiteX52" fmla="*/ 1178890 w 2991257"/>
                  <a:gd name="connsiteY52" fmla="*/ 3014374 h 4702319"/>
                  <a:gd name="connsiteX53" fmla="*/ 912952 w 2991257"/>
                  <a:gd name="connsiteY53" fmla="*/ 1371837 h 4702319"/>
                  <a:gd name="connsiteX54" fmla="*/ 1002548 w 2991257"/>
                  <a:gd name="connsiteY54" fmla="*/ 1251201 h 4702319"/>
                  <a:gd name="connsiteX55" fmla="*/ 1006296 w 2991257"/>
                  <a:gd name="connsiteY55" fmla="*/ 1250621 h 4702319"/>
                  <a:gd name="connsiteX56" fmla="*/ 1124040 w 2991257"/>
                  <a:gd name="connsiteY56" fmla="*/ 1323612 h 4702319"/>
                  <a:gd name="connsiteX57" fmla="*/ 1267488 w 2991257"/>
                  <a:gd name="connsiteY57" fmla="*/ 1239026 h 4702319"/>
                  <a:gd name="connsiteX58" fmla="*/ 1386722 w 2991257"/>
                  <a:gd name="connsiteY58" fmla="*/ 1289845 h 4702319"/>
                  <a:gd name="connsiteX59" fmla="*/ 1505957 w 2991257"/>
                  <a:gd name="connsiteY59" fmla="*/ 1239026 h 4702319"/>
                  <a:gd name="connsiteX60" fmla="*/ 1625191 w 2991257"/>
                  <a:gd name="connsiteY60" fmla="*/ 1289845 h 4702319"/>
                  <a:gd name="connsiteX61" fmla="*/ 1744424 w 2991257"/>
                  <a:gd name="connsiteY61" fmla="*/ 1239026 h 4702319"/>
                  <a:gd name="connsiteX62" fmla="*/ 1873330 w 2991257"/>
                  <a:gd name="connsiteY62" fmla="*/ 1300835 h 4702319"/>
                  <a:gd name="connsiteX63" fmla="*/ 1984961 w 2991257"/>
                  <a:gd name="connsiteY63" fmla="*/ 1243910 h 4702319"/>
                  <a:gd name="connsiteX64" fmla="*/ 1988709 w 2991257"/>
                  <a:gd name="connsiteY64" fmla="*/ 1244491 h 4702319"/>
                  <a:gd name="connsiteX65" fmla="*/ 2078307 w 2991257"/>
                  <a:gd name="connsiteY65" fmla="*/ 1365125 h 4702319"/>
                  <a:gd name="connsiteX66" fmla="*/ 1811283 w 2991257"/>
                  <a:gd name="connsiteY66" fmla="*/ 3014366 h 4702319"/>
                  <a:gd name="connsiteX67" fmla="*/ 1891413 w 2991257"/>
                  <a:gd name="connsiteY67" fmla="*/ 3014995 h 4702319"/>
                  <a:gd name="connsiteX68" fmla="*/ 1980600 w 2991257"/>
                  <a:gd name="connsiteY68" fmla="*/ 2878465 h 4702319"/>
                  <a:gd name="connsiteX69" fmla="*/ 2135459 w 2991257"/>
                  <a:gd name="connsiteY69" fmla="*/ 2574654 h 4702319"/>
                  <a:gd name="connsiteX70" fmla="*/ 2716427 w 2991257"/>
                  <a:gd name="connsiteY70" fmla="*/ 1488534 h 4702319"/>
                  <a:gd name="connsiteX71" fmla="*/ 1498923 w 2991257"/>
                  <a:gd name="connsiteY71" fmla="*/ 296022 h 4702319"/>
                  <a:gd name="connsiteX72" fmla="*/ 1498923 w 2991257"/>
                  <a:gd name="connsiteY72" fmla="*/ 296319 h 4702319"/>
                  <a:gd name="connsiteX73" fmla="*/ 1495631 w 2991257"/>
                  <a:gd name="connsiteY73" fmla="*/ 296070 h 4702319"/>
                  <a:gd name="connsiteX74" fmla="*/ 1492336 w 2991257"/>
                  <a:gd name="connsiteY74" fmla="*/ 296319 h 4702319"/>
                  <a:gd name="connsiteX75" fmla="*/ 1492826 w 2991257"/>
                  <a:gd name="connsiteY75" fmla="*/ 0 h 4702319"/>
                  <a:gd name="connsiteX76" fmla="*/ 1495631 w 2991257"/>
                  <a:gd name="connsiteY76" fmla="*/ 211 h 4702319"/>
                  <a:gd name="connsiteX77" fmla="*/ 1498432 w 2991257"/>
                  <a:gd name="connsiteY77" fmla="*/ 0 h 4702319"/>
                  <a:gd name="connsiteX78" fmla="*/ 2991257 w 2991257"/>
                  <a:gd name="connsiteY78" fmla="*/ 1460348 h 4702319"/>
                  <a:gd name="connsiteX79" fmla="*/ 2279478 w 2991257"/>
                  <a:gd name="connsiteY79" fmla="*/ 2790647 h 4702319"/>
                  <a:gd name="connsiteX80" fmla="*/ 2207246 w 2991257"/>
                  <a:gd name="connsiteY80" fmla="*/ 3088369 h 4702319"/>
                  <a:gd name="connsiteX81" fmla="*/ 2016213 w 2991257"/>
                  <a:gd name="connsiteY81" fmla="*/ 3228140 h 4702319"/>
                  <a:gd name="connsiteX82" fmla="*/ 1495631 w 2991257"/>
                  <a:gd name="connsiteY82" fmla="*/ 3226317 h 4702319"/>
                  <a:gd name="connsiteX83" fmla="*/ 975044 w 2991257"/>
                  <a:gd name="connsiteY83" fmla="*/ 3228140 h 4702319"/>
                  <a:gd name="connsiteX84" fmla="*/ 784011 w 2991257"/>
                  <a:gd name="connsiteY84" fmla="*/ 3088369 h 4702319"/>
                  <a:gd name="connsiteX85" fmla="*/ 711780 w 2991257"/>
                  <a:gd name="connsiteY85" fmla="*/ 2790647 h 4702319"/>
                  <a:gd name="connsiteX86" fmla="*/ 0 w 2991257"/>
                  <a:gd name="connsiteY86" fmla="*/ 1460348 h 4702319"/>
                  <a:gd name="connsiteX87" fmla="*/ 1492826 w 2991257"/>
                  <a:gd name="connsiteY87" fmla="*/ 0 h 4702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2991257" h="4702319">
                    <a:moveTo>
                      <a:pt x="951056" y="4310393"/>
                    </a:moveTo>
                    <a:lnTo>
                      <a:pt x="2052826" y="4310393"/>
                    </a:lnTo>
                    <a:lnTo>
                      <a:pt x="2052826" y="4506356"/>
                    </a:lnTo>
                    <a:cubicBezTo>
                      <a:pt x="2052826" y="4614583"/>
                      <a:pt x="1806188" y="4702319"/>
                      <a:pt x="1501941" y="4702319"/>
                    </a:cubicBezTo>
                    <a:cubicBezTo>
                      <a:pt x="1197696" y="4702319"/>
                      <a:pt x="951056" y="4614583"/>
                      <a:pt x="951056" y="4506356"/>
                    </a:cubicBezTo>
                    <a:close/>
                    <a:moveTo>
                      <a:pt x="953472" y="3978828"/>
                    </a:moveTo>
                    <a:lnTo>
                      <a:pt x="2050412" y="3978828"/>
                    </a:lnTo>
                    <a:cubicBezTo>
                      <a:pt x="2107063" y="3978828"/>
                      <a:pt x="2152988" y="4023754"/>
                      <a:pt x="2152988" y="4079172"/>
                    </a:cubicBezTo>
                    <a:lnTo>
                      <a:pt x="2152988" y="4123466"/>
                    </a:lnTo>
                    <a:cubicBezTo>
                      <a:pt x="2152988" y="4178882"/>
                      <a:pt x="2107063" y="4223810"/>
                      <a:pt x="2050412" y="4223810"/>
                    </a:cubicBezTo>
                    <a:lnTo>
                      <a:pt x="953472" y="4223810"/>
                    </a:lnTo>
                    <a:cubicBezTo>
                      <a:pt x="896821" y="4223810"/>
                      <a:pt x="850896" y="4178882"/>
                      <a:pt x="850896" y="4123466"/>
                    </a:cubicBezTo>
                    <a:lnTo>
                      <a:pt x="850896" y="4079172"/>
                    </a:lnTo>
                    <a:cubicBezTo>
                      <a:pt x="850896" y="4023754"/>
                      <a:pt x="896821" y="3978828"/>
                      <a:pt x="953472" y="3978828"/>
                    </a:cubicBezTo>
                    <a:close/>
                    <a:moveTo>
                      <a:pt x="903390" y="3647264"/>
                    </a:moveTo>
                    <a:lnTo>
                      <a:pt x="2100491" y="3647264"/>
                    </a:lnTo>
                    <a:cubicBezTo>
                      <a:pt x="2157143" y="3647264"/>
                      <a:pt x="2203068" y="3692189"/>
                      <a:pt x="2203068" y="3747607"/>
                    </a:cubicBezTo>
                    <a:lnTo>
                      <a:pt x="2203068" y="3791900"/>
                    </a:lnTo>
                    <a:cubicBezTo>
                      <a:pt x="2203068" y="3847318"/>
                      <a:pt x="2157143" y="3892244"/>
                      <a:pt x="2100491" y="3892244"/>
                    </a:cubicBezTo>
                    <a:lnTo>
                      <a:pt x="903390" y="3892244"/>
                    </a:lnTo>
                    <a:cubicBezTo>
                      <a:pt x="846740" y="3892244"/>
                      <a:pt x="800815" y="3847318"/>
                      <a:pt x="800815" y="3791900"/>
                    </a:cubicBezTo>
                    <a:lnTo>
                      <a:pt x="800815" y="3747607"/>
                    </a:lnTo>
                    <a:cubicBezTo>
                      <a:pt x="800815" y="3692189"/>
                      <a:pt x="846740" y="3647264"/>
                      <a:pt x="903390" y="3647264"/>
                    </a:cubicBezTo>
                    <a:close/>
                    <a:moveTo>
                      <a:pt x="853310" y="3315698"/>
                    </a:moveTo>
                    <a:lnTo>
                      <a:pt x="2150572" y="3315698"/>
                    </a:lnTo>
                    <a:cubicBezTo>
                      <a:pt x="2207223" y="3315698"/>
                      <a:pt x="2253147" y="3360624"/>
                      <a:pt x="2253147" y="3416042"/>
                    </a:cubicBezTo>
                    <a:lnTo>
                      <a:pt x="2253147" y="3460336"/>
                    </a:lnTo>
                    <a:cubicBezTo>
                      <a:pt x="2253147" y="3515753"/>
                      <a:pt x="2207223" y="3560680"/>
                      <a:pt x="2150572" y="3560680"/>
                    </a:cubicBezTo>
                    <a:lnTo>
                      <a:pt x="853310" y="3560680"/>
                    </a:lnTo>
                    <a:cubicBezTo>
                      <a:pt x="796658" y="3560680"/>
                      <a:pt x="750733" y="3515753"/>
                      <a:pt x="750733" y="3460336"/>
                    </a:cubicBezTo>
                    <a:lnTo>
                      <a:pt x="750733" y="3416042"/>
                    </a:lnTo>
                    <a:cubicBezTo>
                      <a:pt x="750733" y="3360624"/>
                      <a:pt x="796658" y="3315698"/>
                      <a:pt x="853310" y="3315698"/>
                    </a:cubicBezTo>
                    <a:close/>
                    <a:moveTo>
                      <a:pt x="1386722" y="1558904"/>
                    </a:moveTo>
                    <a:cubicBezTo>
                      <a:pt x="1356097" y="1590701"/>
                      <a:pt x="1313897" y="1609721"/>
                      <a:pt x="1267488" y="1609721"/>
                    </a:cubicBezTo>
                    <a:cubicBezTo>
                      <a:pt x="1229461" y="1609721"/>
                      <a:pt x="1194258" y="1596950"/>
                      <a:pt x="1167563" y="1572653"/>
                    </a:cubicBezTo>
                    <a:lnTo>
                      <a:pt x="1400707" y="3012633"/>
                    </a:lnTo>
                    <a:lnTo>
                      <a:pt x="1492336" y="3011914"/>
                    </a:lnTo>
                    <a:lnTo>
                      <a:pt x="1492336" y="3011864"/>
                    </a:lnTo>
                    <a:lnTo>
                      <a:pt x="1495631" y="3011889"/>
                    </a:lnTo>
                    <a:lnTo>
                      <a:pt x="1498923" y="3011864"/>
                    </a:lnTo>
                    <a:lnTo>
                      <a:pt x="1498923" y="3011914"/>
                    </a:lnTo>
                    <a:lnTo>
                      <a:pt x="1589466" y="3012625"/>
                    </a:lnTo>
                    <a:lnTo>
                      <a:pt x="1819775" y="1590148"/>
                    </a:lnTo>
                    <a:cubicBezTo>
                      <a:pt x="1797467" y="1603167"/>
                      <a:pt x="1771670" y="1609721"/>
                      <a:pt x="1744424" y="1609721"/>
                    </a:cubicBezTo>
                    <a:cubicBezTo>
                      <a:pt x="1698015" y="1609721"/>
                      <a:pt x="1655815" y="1590701"/>
                      <a:pt x="1625191" y="1558904"/>
                    </a:cubicBezTo>
                    <a:cubicBezTo>
                      <a:pt x="1594564" y="1590701"/>
                      <a:pt x="1552364" y="1609721"/>
                      <a:pt x="1505957" y="1609721"/>
                    </a:cubicBezTo>
                    <a:cubicBezTo>
                      <a:pt x="1459548" y="1609721"/>
                      <a:pt x="1417348" y="1590701"/>
                      <a:pt x="1386722" y="1558904"/>
                    </a:cubicBezTo>
                    <a:close/>
                    <a:moveTo>
                      <a:pt x="1492336" y="296022"/>
                    </a:moveTo>
                    <a:cubicBezTo>
                      <a:pt x="819777" y="296795"/>
                      <a:pt x="274831" y="830410"/>
                      <a:pt x="274831" y="1488534"/>
                    </a:cubicBezTo>
                    <a:cubicBezTo>
                      <a:pt x="274831" y="1934058"/>
                      <a:pt x="599874" y="2373770"/>
                      <a:pt x="855798" y="2574654"/>
                    </a:cubicBezTo>
                    <a:cubicBezTo>
                      <a:pt x="972489" y="2706724"/>
                      <a:pt x="963238" y="2709431"/>
                      <a:pt x="1010657" y="2878465"/>
                    </a:cubicBezTo>
                    <a:cubicBezTo>
                      <a:pt x="1029549" y="2996988"/>
                      <a:pt x="991277" y="3008834"/>
                      <a:pt x="1099844" y="3014995"/>
                    </a:cubicBezTo>
                    <a:lnTo>
                      <a:pt x="1178890" y="3014374"/>
                    </a:lnTo>
                    <a:lnTo>
                      <a:pt x="912952" y="1371837"/>
                    </a:lnTo>
                    <a:cubicBezTo>
                      <a:pt x="903639" y="1314321"/>
                      <a:pt x="943753" y="1260311"/>
                      <a:pt x="1002548" y="1251201"/>
                    </a:cubicBezTo>
                    <a:lnTo>
                      <a:pt x="1006296" y="1250621"/>
                    </a:lnTo>
                    <a:cubicBezTo>
                      <a:pt x="1059733" y="1242341"/>
                      <a:pt x="1110210" y="1274002"/>
                      <a:pt x="1124040" y="1323612"/>
                    </a:cubicBezTo>
                    <a:cubicBezTo>
                      <a:pt x="1152654" y="1271953"/>
                      <a:pt x="1206429" y="1239026"/>
                      <a:pt x="1267488" y="1239026"/>
                    </a:cubicBezTo>
                    <a:cubicBezTo>
                      <a:pt x="1313897" y="1239026"/>
                      <a:pt x="1356097" y="1258048"/>
                      <a:pt x="1386722" y="1289845"/>
                    </a:cubicBezTo>
                    <a:cubicBezTo>
                      <a:pt x="1417348" y="1258048"/>
                      <a:pt x="1459548" y="1239026"/>
                      <a:pt x="1505957" y="1239026"/>
                    </a:cubicBezTo>
                    <a:cubicBezTo>
                      <a:pt x="1552364" y="1239026"/>
                      <a:pt x="1594564" y="1258048"/>
                      <a:pt x="1625191" y="1289845"/>
                    </a:cubicBezTo>
                    <a:cubicBezTo>
                      <a:pt x="1655815" y="1258048"/>
                      <a:pt x="1698015" y="1239026"/>
                      <a:pt x="1744424" y="1239026"/>
                    </a:cubicBezTo>
                    <a:cubicBezTo>
                      <a:pt x="1795987" y="1239026"/>
                      <a:pt x="1842359" y="1262509"/>
                      <a:pt x="1873330" y="1300835"/>
                    </a:cubicBezTo>
                    <a:cubicBezTo>
                      <a:pt x="1892646" y="1260564"/>
                      <a:pt x="1937643" y="1236578"/>
                      <a:pt x="1984961" y="1243910"/>
                    </a:cubicBezTo>
                    <a:lnTo>
                      <a:pt x="1988709" y="1244491"/>
                    </a:lnTo>
                    <a:cubicBezTo>
                      <a:pt x="2047506" y="1253600"/>
                      <a:pt x="2087618" y="1307610"/>
                      <a:pt x="2078307" y="1365125"/>
                    </a:cubicBezTo>
                    <a:lnTo>
                      <a:pt x="1811283" y="3014366"/>
                    </a:lnTo>
                    <a:lnTo>
                      <a:pt x="1891413" y="3014995"/>
                    </a:lnTo>
                    <a:cubicBezTo>
                      <a:pt x="1999980" y="3008834"/>
                      <a:pt x="1961709" y="2996988"/>
                      <a:pt x="1980600" y="2878465"/>
                    </a:cubicBezTo>
                    <a:cubicBezTo>
                      <a:pt x="2028019" y="2709431"/>
                      <a:pt x="2018769" y="2706724"/>
                      <a:pt x="2135459" y="2574654"/>
                    </a:cubicBezTo>
                    <a:cubicBezTo>
                      <a:pt x="2391383" y="2373770"/>
                      <a:pt x="2716427" y="1934058"/>
                      <a:pt x="2716427" y="1488534"/>
                    </a:cubicBezTo>
                    <a:cubicBezTo>
                      <a:pt x="2716427" y="830410"/>
                      <a:pt x="2171481" y="296795"/>
                      <a:pt x="1498923" y="296022"/>
                    </a:cubicBezTo>
                    <a:lnTo>
                      <a:pt x="1498923" y="296319"/>
                    </a:lnTo>
                    <a:lnTo>
                      <a:pt x="1495631" y="296070"/>
                    </a:lnTo>
                    <a:lnTo>
                      <a:pt x="1492336" y="296319"/>
                    </a:lnTo>
                    <a:close/>
                    <a:moveTo>
                      <a:pt x="1492826" y="0"/>
                    </a:moveTo>
                    <a:lnTo>
                      <a:pt x="1495631" y="211"/>
                    </a:lnTo>
                    <a:lnTo>
                      <a:pt x="1498432" y="0"/>
                    </a:lnTo>
                    <a:cubicBezTo>
                      <a:pt x="2322897" y="0"/>
                      <a:pt x="2991257" y="653819"/>
                      <a:pt x="2991257" y="1460348"/>
                    </a:cubicBezTo>
                    <a:cubicBezTo>
                      <a:pt x="2991257" y="2006129"/>
                      <a:pt x="2592903" y="2544781"/>
                      <a:pt x="2279478" y="2790647"/>
                    </a:cubicBezTo>
                    <a:cubicBezTo>
                      <a:pt x="2186103" y="2895884"/>
                      <a:pt x="2227311" y="2951181"/>
                      <a:pt x="2207246" y="3088369"/>
                    </a:cubicBezTo>
                    <a:cubicBezTo>
                      <a:pt x="2155081" y="3194275"/>
                      <a:pt x="2108422" y="3228140"/>
                      <a:pt x="2016213" y="3228140"/>
                    </a:cubicBezTo>
                    <a:lnTo>
                      <a:pt x="1495631" y="3226317"/>
                    </a:lnTo>
                    <a:lnTo>
                      <a:pt x="975044" y="3228140"/>
                    </a:lnTo>
                    <a:cubicBezTo>
                      <a:pt x="882838" y="3228140"/>
                      <a:pt x="836177" y="3194275"/>
                      <a:pt x="784011" y="3088369"/>
                    </a:cubicBezTo>
                    <a:cubicBezTo>
                      <a:pt x="763946" y="2951181"/>
                      <a:pt x="805155" y="2895884"/>
                      <a:pt x="711780" y="2790647"/>
                    </a:cubicBezTo>
                    <a:cubicBezTo>
                      <a:pt x="398354" y="2544781"/>
                      <a:pt x="0" y="2006129"/>
                      <a:pt x="0" y="1460348"/>
                    </a:cubicBezTo>
                    <a:cubicBezTo>
                      <a:pt x="0" y="653819"/>
                      <a:pt x="668362" y="0"/>
                      <a:pt x="1492826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</p:grpSp>
      <p:grpSp>
        <p:nvGrpSpPr>
          <p:cNvPr id="112" name="Group 112">
            <a:extLst>
              <a:ext uri="{FF2B5EF4-FFF2-40B4-BE49-F238E27FC236}">
                <a16:creationId xmlns:a16="http://schemas.microsoft.com/office/drawing/2014/main" id="{3D0A7498-AF33-4925-AA6E-6365133CFBE6}"/>
              </a:ext>
            </a:extLst>
          </p:cNvPr>
          <p:cNvGrpSpPr/>
          <p:nvPr userDrawn="1"/>
        </p:nvGrpSpPr>
        <p:grpSpPr>
          <a:xfrm>
            <a:off x="7643712" y="3310128"/>
            <a:ext cx="3223918" cy="3055127"/>
            <a:chOff x="-116760" y="950876"/>
            <a:chExt cx="6261875" cy="5934029"/>
          </a:xfrm>
        </p:grpSpPr>
        <p:grpSp>
          <p:nvGrpSpPr>
            <p:cNvPr id="113" name="Group 113">
              <a:extLst>
                <a:ext uri="{FF2B5EF4-FFF2-40B4-BE49-F238E27FC236}">
                  <a16:creationId xmlns:a16="http://schemas.microsoft.com/office/drawing/2014/main" id="{1B8D4E28-A697-47C0-ABE6-6260A0BD6DC0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127" name="Rounded Rectangle 41">
                <a:extLst>
                  <a:ext uri="{FF2B5EF4-FFF2-40B4-BE49-F238E27FC236}">
                    <a16:creationId xmlns:a16="http://schemas.microsoft.com/office/drawing/2014/main" id="{195F4C09-B094-4AAA-977F-A5EB0A0CE889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8" name="Rounded Rectangle 62">
                <a:extLst>
                  <a:ext uri="{FF2B5EF4-FFF2-40B4-BE49-F238E27FC236}">
                    <a16:creationId xmlns:a16="http://schemas.microsoft.com/office/drawing/2014/main" id="{C4FB5FA8-F93B-4AEF-881D-BE0EB09575C8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9" name="Rounded Rectangle 63">
                <a:extLst>
                  <a:ext uri="{FF2B5EF4-FFF2-40B4-BE49-F238E27FC236}">
                    <a16:creationId xmlns:a16="http://schemas.microsoft.com/office/drawing/2014/main" id="{AD7DD5C3-7D45-4C7A-B4B4-4F4BFDFFE05E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0" name="Rounded Rectangle 64">
                <a:extLst>
                  <a:ext uri="{FF2B5EF4-FFF2-40B4-BE49-F238E27FC236}">
                    <a16:creationId xmlns:a16="http://schemas.microsoft.com/office/drawing/2014/main" id="{505D9EA4-74FE-4879-857D-634DAB6B83FB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1" name="Rounded Rectangle 65">
                <a:extLst>
                  <a:ext uri="{FF2B5EF4-FFF2-40B4-BE49-F238E27FC236}">
                    <a16:creationId xmlns:a16="http://schemas.microsoft.com/office/drawing/2014/main" id="{C686235D-5F44-4F74-AAF2-B4B4E56E3477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2" name="Rounded Rectangle 66">
                <a:extLst>
                  <a:ext uri="{FF2B5EF4-FFF2-40B4-BE49-F238E27FC236}">
                    <a16:creationId xmlns:a16="http://schemas.microsoft.com/office/drawing/2014/main" id="{7314C52A-B61A-4585-8F1F-AFF363D3B350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3" name="Rounded Rectangle 67">
                <a:extLst>
                  <a:ext uri="{FF2B5EF4-FFF2-40B4-BE49-F238E27FC236}">
                    <a16:creationId xmlns:a16="http://schemas.microsoft.com/office/drawing/2014/main" id="{9B0660F4-F6C3-4E1C-A8A8-3FD2B2344CDA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4" name="Rounded Rectangle 68">
                <a:extLst>
                  <a:ext uri="{FF2B5EF4-FFF2-40B4-BE49-F238E27FC236}">
                    <a16:creationId xmlns:a16="http://schemas.microsoft.com/office/drawing/2014/main" id="{8EA90598-BAC1-4A88-8187-B8080D896A93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5" name="Rounded Rectangle 69">
                <a:extLst>
                  <a:ext uri="{FF2B5EF4-FFF2-40B4-BE49-F238E27FC236}">
                    <a16:creationId xmlns:a16="http://schemas.microsoft.com/office/drawing/2014/main" id="{3E2B7E8F-B72B-4336-8B44-3238483D049C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6" name="Oval 39">
                <a:extLst>
                  <a:ext uri="{FF2B5EF4-FFF2-40B4-BE49-F238E27FC236}">
                    <a16:creationId xmlns:a16="http://schemas.microsoft.com/office/drawing/2014/main" id="{90D714D1-A364-46DA-81ED-5C55D22D1C76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7" name="Oval 39">
                <a:extLst>
                  <a:ext uri="{FF2B5EF4-FFF2-40B4-BE49-F238E27FC236}">
                    <a16:creationId xmlns:a16="http://schemas.microsoft.com/office/drawing/2014/main" id="{E8B7BAEB-683F-4CBE-84A9-564348A68B0C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id="{6123DAD2-F956-4A46-99FF-5A88C82017DC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115" name="Rounded Rectangle 16">
                <a:extLst>
                  <a:ext uri="{FF2B5EF4-FFF2-40B4-BE49-F238E27FC236}">
                    <a16:creationId xmlns:a16="http://schemas.microsoft.com/office/drawing/2014/main" id="{67046428-14C4-4BF0-801D-09BFA8628720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6" name="Rounded Rectangle 17">
                <a:extLst>
                  <a:ext uri="{FF2B5EF4-FFF2-40B4-BE49-F238E27FC236}">
                    <a16:creationId xmlns:a16="http://schemas.microsoft.com/office/drawing/2014/main" id="{A0EE6222-B5EB-4780-88CD-FB4FBF308D73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7" name="Rounded Rectangle 18">
                <a:extLst>
                  <a:ext uri="{FF2B5EF4-FFF2-40B4-BE49-F238E27FC236}">
                    <a16:creationId xmlns:a16="http://schemas.microsoft.com/office/drawing/2014/main" id="{B4359223-AB9C-489B-82DB-22A8ED629971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8" name="Rounded Rectangle 19">
                <a:extLst>
                  <a:ext uri="{FF2B5EF4-FFF2-40B4-BE49-F238E27FC236}">
                    <a16:creationId xmlns:a16="http://schemas.microsoft.com/office/drawing/2014/main" id="{D64373E3-1902-4174-B627-03BF937964D8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9" name="Rounded Rectangle 20">
                <a:extLst>
                  <a:ext uri="{FF2B5EF4-FFF2-40B4-BE49-F238E27FC236}">
                    <a16:creationId xmlns:a16="http://schemas.microsoft.com/office/drawing/2014/main" id="{9271BABB-E743-4F92-ADA8-C1012FF1F10D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0" name="Rounded Rectangle 21">
                <a:extLst>
                  <a:ext uri="{FF2B5EF4-FFF2-40B4-BE49-F238E27FC236}">
                    <a16:creationId xmlns:a16="http://schemas.microsoft.com/office/drawing/2014/main" id="{9C8BF5E8-2C6B-44C9-985F-5954B52D2C8A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1" name="Rounded Rectangle 22">
                <a:extLst>
                  <a:ext uri="{FF2B5EF4-FFF2-40B4-BE49-F238E27FC236}">
                    <a16:creationId xmlns:a16="http://schemas.microsoft.com/office/drawing/2014/main" id="{D744DE82-5170-4BFB-B7CA-56A3C119E013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2" name="Rounded Rectangle 23">
                <a:extLst>
                  <a:ext uri="{FF2B5EF4-FFF2-40B4-BE49-F238E27FC236}">
                    <a16:creationId xmlns:a16="http://schemas.microsoft.com/office/drawing/2014/main" id="{98F18025-375A-4298-A5D3-736587126480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3" name="Rounded Rectangle 24">
                <a:extLst>
                  <a:ext uri="{FF2B5EF4-FFF2-40B4-BE49-F238E27FC236}">
                    <a16:creationId xmlns:a16="http://schemas.microsoft.com/office/drawing/2014/main" id="{FF72808D-79EC-41A5-8A1A-2193D3DA576D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4" name="Oval 39">
                <a:extLst>
                  <a:ext uri="{FF2B5EF4-FFF2-40B4-BE49-F238E27FC236}">
                    <a16:creationId xmlns:a16="http://schemas.microsoft.com/office/drawing/2014/main" id="{61653BB4-8D13-4DF1-9CC8-A88307E0CD37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5" name="Oval 39">
                <a:extLst>
                  <a:ext uri="{FF2B5EF4-FFF2-40B4-BE49-F238E27FC236}">
                    <a16:creationId xmlns:a16="http://schemas.microsoft.com/office/drawing/2014/main" id="{E119FDFC-3C45-40E2-AF8C-D14046FB47AE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6" name="Rounded Rectangle 21">
                <a:extLst>
                  <a:ext uri="{FF2B5EF4-FFF2-40B4-BE49-F238E27FC236}">
                    <a16:creationId xmlns:a16="http://schemas.microsoft.com/office/drawing/2014/main" id="{66E400E3-2643-42AA-9178-BC7FD61DC42C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38" name="Freeform: Shape 138">
            <a:extLst>
              <a:ext uri="{FF2B5EF4-FFF2-40B4-BE49-F238E27FC236}">
                <a16:creationId xmlns:a16="http://schemas.microsoft.com/office/drawing/2014/main" id="{296BB05B-D410-4793-8DF4-158BE2B6B40D}"/>
              </a:ext>
            </a:extLst>
          </p:cNvPr>
          <p:cNvSpPr/>
          <p:nvPr userDrawn="1"/>
        </p:nvSpPr>
        <p:spPr>
          <a:xfrm rot="355510">
            <a:off x="10018975" y="5092401"/>
            <a:ext cx="1129890" cy="1149968"/>
          </a:xfrm>
          <a:custGeom>
            <a:avLst/>
            <a:gdLst>
              <a:gd name="connsiteX0" fmla="*/ 859940 w 1882134"/>
              <a:gd name="connsiteY0" fmla="*/ 932267 h 1915580"/>
              <a:gd name="connsiteX1" fmla="*/ 747989 w 1882134"/>
              <a:gd name="connsiteY1" fmla="*/ 997319 h 1915580"/>
              <a:gd name="connsiteX2" fmla="*/ 636844 w 1882134"/>
              <a:gd name="connsiteY2" fmla="*/ 1061903 h 1915580"/>
              <a:gd name="connsiteX3" fmla="*/ 638527 w 1882134"/>
              <a:gd name="connsiteY3" fmla="*/ 1070293 h 1915580"/>
              <a:gd name="connsiteX4" fmla="*/ 565410 w 1882134"/>
              <a:gd name="connsiteY4" fmla="*/ 1179755 h 1915580"/>
              <a:gd name="connsiteX5" fmla="*/ 562511 w 1882134"/>
              <a:gd name="connsiteY5" fmla="*/ 1180336 h 1915580"/>
              <a:gd name="connsiteX6" fmla="*/ 562511 w 1882134"/>
              <a:gd name="connsiteY6" fmla="*/ 1439244 h 1915580"/>
              <a:gd name="connsiteX7" fmla="*/ 572773 w 1882134"/>
              <a:gd name="connsiteY7" fmla="*/ 1441246 h 1915580"/>
              <a:gd name="connsiteX8" fmla="*/ 644608 w 1882134"/>
              <a:gd name="connsiteY8" fmla="*/ 1550707 h 1915580"/>
              <a:gd name="connsiteX9" fmla="*/ 640375 w 1882134"/>
              <a:gd name="connsiteY9" fmla="*/ 1571429 h 1915580"/>
              <a:gd name="connsiteX10" fmla="*/ 865510 w 1882134"/>
              <a:gd name="connsiteY10" fmla="*/ 1701672 h 1915580"/>
              <a:gd name="connsiteX11" fmla="*/ 886716 w 1882134"/>
              <a:gd name="connsiteY11" fmla="*/ 1687534 h 1915580"/>
              <a:gd name="connsiteX12" fmla="*/ 933465 w 1882134"/>
              <a:gd name="connsiteY12" fmla="*/ 1678413 h 1915580"/>
              <a:gd name="connsiteX13" fmla="*/ 980215 w 1882134"/>
              <a:gd name="connsiteY13" fmla="*/ 1687962 h 1915580"/>
              <a:gd name="connsiteX14" fmla="*/ 997982 w 1882134"/>
              <a:gd name="connsiteY14" fmla="*/ 1700143 h 1915580"/>
              <a:gd name="connsiteX15" fmla="*/ 1212258 w 1882134"/>
              <a:gd name="connsiteY15" fmla="*/ 1576182 h 1915580"/>
              <a:gd name="connsiteX16" fmla="*/ 1210160 w 1882134"/>
              <a:gd name="connsiteY16" fmla="*/ 1565911 h 1915580"/>
              <a:gd name="connsiteX17" fmla="*/ 1283277 w 1882134"/>
              <a:gd name="connsiteY17" fmla="*/ 1456450 h 1915580"/>
              <a:gd name="connsiteX18" fmla="*/ 1298338 w 1882134"/>
              <a:gd name="connsiteY18" fmla="*/ 1453428 h 1915580"/>
              <a:gd name="connsiteX19" fmla="*/ 1298338 w 1882134"/>
              <a:gd name="connsiteY19" fmla="*/ 1189696 h 1915580"/>
              <a:gd name="connsiteX20" fmla="*/ 1292399 w 1882134"/>
              <a:gd name="connsiteY20" fmla="*/ 1188448 h 1915580"/>
              <a:gd name="connsiteX21" fmla="*/ 1219282 w 1882134"/>
              <a:gd name="connsiteY21" fmla="*/ 1079414 h 1915580"/>
              <a:gd name="connsiteX22" fmla="*/ 1223749 w 1882134"/>
              <a:gd name="connsiteY22" fmla="*/ 1057548 h 1915580"/>
              <a:gd name="connsiteX23" fmla="*/ 997965 w 1882134"/>
              <a:gd name="connsiteY23" fmla="*/ 926929 h 1915580"/>
              <a:gd name="connsiteX24" fmla="*/ 994296 w 1882134"/>
              <a:gd name="connsiteY24" fmla="*/ 929366 h 1915580"/>
              <a:gd name="connsiteX25" fmla="*/ 988000 w 1882134"/>
              <a:gd name="connsiteY25" fmla="*/ 935188 h 1915580"/>
              <a:gd name="connsiteX26" fmla="*/ 978749 w 1882134"/>
              <a:gd name="connsiteY26" fmla="*/ 939691 h 1915580"/>
              <a:gd name="connsiteX27" fmla="*/ 969810 w 1882134"/>
              <a:gd name="connsiteY27" fmla="*/ 945628 h 1915580"/>
              <a:gd name="connsiteX28" fmla="*/ 964268 w 1882134"/>
              <a:gd name="connsiteY28" fmla="*/ 946740 h 1915580"/>
              <a:gd name="connsiteX29" fmla="*/ 958437 w 1882134"/>
              <a:gd name="connsiteY29" fmla="*/ 949579 h 1915580"/>
              <a:gd name="connsiteX30" fmla="*/ 924343 w 1882134"/>
              <a:gd name="connsiteY30" fmla="*/ 954750 h 1915580"/>
              <a:gd name="connsiteX31" fmla="*/ 924343 w 1882134"/>
              <a:gd name="connsiteY31" fmla="*/ 954750 h 1915580"/>
              <a:gd name="connsiteX32" fmla="*/ 923835 w 1882134"/>
              <a:gd name="connsiteY32" fmla="*/ 954643 h 1915580"/>
              <a:gd name="connsiteX33" fmla="*/ 881110 w 1882134"/>
              <a:gd name="connsiteY33" fmla="*/ 945723 h 1915580"/>
              <a:gd name="connsiteX34" fmla="*/ 880997 w 1882134"/>
              <a:gd name="connsiteY34" fmla="*/ 945646 h 1915580"/>
              <a:gd name="connsiteX35" fmla="*/ 878876 w 1882134"/>
              <a:gd name="connsiteY35" fmla="*/ 945200 h 1915580"/>
              <a:gd name="connsiteX36" fmla="*/ 1285908 w 1882134"/>
              <a:gd name="connsiteY36" fmla="*/ 209454 h 1915580"/>
              <a:gd name="connsiteX37" fmla="*/ 1039711 w 1882134"/>
              <a:gd name="connsiteY37" fmla="*/ 351883 h 1915580"/>
              <a:gd name="connsiteX38" fmla="*/ 1042927 w 1882134"/>
              <a:gd name="connsiteY38" fmla="*/ 367913 h 1915580"/>
              <a:gd name="connsiteX39" fmla="*/ 1007580 w 1882134"/>
              <a:gd name="connsiteY39" fmla="*/ 452291 h 1915580"/>
              <a:gd name="connsiteX40" fmla="*/ 972994 w 1882134"/>
              <a:gd name="connsiteY40" fmla="*/ 475261 h 1915580"/>
              <a:gd name="connsiteX41" fmla="*/ 972994 w 1882134"/>
              <a:gd name="connsiteY41" fmla="*/ 608121 h 1915580"/>
              <a:gd name="connsiteX42" fmla="*/ 972994 w 1882134"/>
              <a:gd name="connsiteY42" fmla="*/ 728436 h 1915580"/>
              <a:gd name="connsiteX43" fmla="*/ 1008720 w 1882134"/>
              <a:gd name="connsiteY43" fmla="*/ 752929 h 1915580"/>
              <a:gd name="connsiteX44" fmla="*/ 1042927 w 1882134"/>
              <a:gd name="connsiteY44" fmla="*/ 836166 h 1915580"/>
              <a:gd name="connsiteX45" fmla="*/ 1038547 w 1882134"/>
              <a:gd name="connsiteY45" fmla="*/ 857606 h 1915580"/>
              <a:gd name="connsiteX46" fmla="*/ 1264627 w 1882134"/>
              <a:gd name="connsiteY46" fmla="*/ 988396 h 1915580"/>
              <a:gd name="connsiteX47" fmla="*/ 1292399 w 1882134"/>
              <a:gd name="connsiteY47" fmla="*/ 969952 h 1915580"/>
              <a:gd name="connsiteX48" fmla="*/ 1337865 w 1882134"/>
              <a:gd name="connsiteY48" fmla="*/ 960830 h 1915580"/>
              <a:gd name="connsiteX49" fmla="*/ 1384615 w 1882134"/>
              <a:gd name="connsiteY49" fmla="*/ 970380 h 1915580"/>
              <a:gd name="connsiteX50" fmla="*/ 1410990 w 1882134"/>
              <a:gd name="connsiteY50" fmla="*/ 988463 h 1915580"/>
              <a:gd name="connsiteX51" fmla="*/ 1650068 w 1882134"/>
              <a:gd name="connsiteY51" fmla="*/ 850153 h 1915580"/>
              <a:gd name="connsiteX52" fmla="*/ 1644966 w 1882134"/>
              <a:gd name="connsiteY52" fmla="*/ 824004 h 1915580"/>
              <a:gd name="connsiteX53" fmla="*/ 1680313 w 1882134"/>
              <a:gd name="connsiteY53" fmla="*/ 739627 h 1915580"/>
              <a:gd name="connsiteX54" fmla="*/ 1705780 w 1882134"/>
              <a:gd name="connsiteY54" fmla="*/ 722714 h 1915580"/>
              <a:gd name="connsiteX55" fmla="*/ 1705779 w 1882134"/>
              <a:gd name="connsiteY55" fmla="*/ 484271 h 1915580"/>
              <a:gd name="connsiteX56" fmla="*/ 1701598 w 1882134"/>
              <a:gd name="connsiteY56" fmla="*/ 483455 h 1915580"/>
              <a:gd name="connsiteX57" fmla="*/ 1629764 w 1882134"/>
              <a:gd name="connsiteY57" fmla="*/ 373993 h 1915580"/>
              <a:gd name="connsiteX58" fmla="*/ 1634464 w 1882134"/>
              <a:gd name="connsiteY58" fmla="*/ 350982 h 1915580"/>
              <a:gd name="connsiteX59" fmla="*/ 1412691 w 1882134"/>
              <a:gd name="connsiteY59" fmla="*/ 222683 h 1915580"/>
              <a:gd name="connsiteX60" fmla="*/ 1404617 w 1882134"/>
              <a:gd name="connsiteY60" fmla="*/ 228046 h 1915580"/>
              <a:gd name="connsiteX61" fmla="*/ 1359150 w 1882134"/>
              <a:gd name="connsiteY61" fmla="*/ 237167 h 1915580"/>
              <a:gd name="connsiteX62" fmla="*/ 1312401 w 1882134"/>
              <a:gd name="connsiteY62" fmla="*/ 227618 h 1915580"/>
              <a:gd name="connsiteX63" fmla="*/ 441920 w 1882134"/>
              <a:gd name="connsiteY63" fmla="*/ 226293 h 1915580"/>
              <a:gd name="connsiteX64" fmla="*/ 231909 w 1882134"/>
              <a:gd name="connsiteY64" fmla="*/ 347787 h 1915580"/>
              <a:gd name="connsiteX65" fmla="*/ 237167 w 1882134"/>
              <a:gd name="connsiteY65" fmla="*/ 373994 h 1915580"/>
              <a:gd name="connsiteX66" fmla="*/ 164050 w 1882134"/>
              <a:gd name="connsiteY66" fmla="*/ 483456 h 1915580"/>
              <a:gd name="connsiteX67" fmla="*/ 155071 w 1882134"/>
              <a:gd name="connsiteY67" fmla="*/ 485258 h 1915580"/>
              <a:gd name="connsiteX68" fmla="*/ 155071 w 1882134"/>
              <a:gd name="connsiteY68" fmla="*/ 740239 h 1915580"/>
              <a:gd name="connsiteX69" fmla="*/ 165333 w 1882134"/>
              <a:gd name="connsiteY69" fmla="*/ 742335 h 1915580"/>
              <a:gd name="connsiteX70" fmla="*/ 237167 w 1882134"/>
              <a:gd name="connsiteY70" fmla="*/ 851369 h 1915580"/>
              <a:gd name="connsiteX71" fmla="*/ 234601 w 1882134"/>
              <a:gd name="connsiteY71" fmla="*/ 863932 h 1915580"/>
              <a:gd name="connsiteX72" fmla="*/ 440781 w 1882134"/>
              <a:gd name="connsiteY72" fmla="*/ 983210 h 1915580"/>
              <a:gd name="connsiteX73" fmla="*/ 474477 w 1882134"/>
              <a:gd name="connsiteY73" fmla="*/ 960831 h 1915580"/>
              <a:gd name="connsiteX74" fmla="*/ 519943 w 1882134"/>
              <a:gd name="connsiteY74" fmla="*/ 951709 h 1915580"/>
              <a:gd name="connsiteX75" fmla="*/ 566693 w 1882134"/>
              <a:gd name="connsiteY75" fmla="*/ 961258 h 1915580"/>
              <a:gd name="connsiteX76" fmla="*/ 601190 w 1882134"/>
              <a:gd name="connsiteY76" fmla="*/ 984910 h 1915580"/>
              <a:gd name="connsiteX77" fmla="*/ 705420 w 1882134"/>
              <a:gd name="connsiteY77" fmla="*/ 924344 h 1915580"/>
              <a:gd name="connsiteX78" fmla="*/ 785942 w 1882134"/>
              <a:gd name="connsiteY78" fmla="*/ 878642 h 1915580"/>
              <a:gd name="connsiteX79" fmla="*/ 811567 w 1882134"/>
              <a:gd name="connsiteY79" fmla="*/ 863817 h 1915580"/>
              <a:gd name="connsiteX80" fmla="*/ 805759 w 1882134"/>
              <a:gd name="connsiteY80" fmla="*/ 836166 h 1915580"/>
              <a:gd name="connsiteX81" fmla="*/ 878876 w 1882134"/>
              <a:gd name="connsiteY81" fmla="*/ 726704 h 1915580"/>
              <a:gd name="connsiteX82" fmla="*/ 887857 w 1882134"/>
              <a:gd name="connsiteY82" fmla="*/ 724902 h 1915580"/>
              <a:gd name="connsiteX83" fmla="*/ 887857 w 1882134"/>
              <a:gd name="connsiteY83" fmla="*/ 602041 h 1915580"/>
              <a:gd name="connsiteX84" fmla="*/ 887857 w 1882134"/>
              <a:gd name="connsiteY84" fmla="*/ 479177 h 1915580"/>
              <a:gd name="connsiteX85" fmla="*/ 878877 w 1882134"/>
              <a:gd name="connsiteY85" fmla="*/ 477375 h 1915580"/>
              <a:gd name="connsiteX86" fmla="*/ 805760 w 1882134"/>
              <a:gd name="connsiteY86" fmla="*/ 367913 h 1915580"/>
              <a:gd name="connsiteX87" fmla="*/ 810313 w 1882134"/>
              <a:gd name="connsiteY87" fmla="*/ 345620 h 1915580"/>
              <a:gd name="connsiteX88" fmla="*/ 607514 w 1882134"/>
              <a:gd name="connsiteY88" fmla="*/ 228297 h 1915580"/>
              <a:gd name="connsiteX89" fmla="*/ 572440 w 1882134"/>
              <a:gd name="connsiteY89" fmla="*/ 252065 h 1915580"/>
              <a:gd name="connsiteX90" fmla="*/ 526305 w 1882134"/>
              <a:gd name="connsiteY90" fmla="*/ 261493 h 1915580"/>
              <a:gd name="connsiteX91" fmla="*/ 442371 w 1882134"/>
              <a:gd name="connsiteY91" fmla="*/ 226958 h 1915580"/>
              <a:gd name="connsiteX92" fmla="*/ 525745 w 1882134"/>
              <a:gd name="connsiteY92" fmla="*/ 24326 h 1915580"/>
              <a:gd name="connsiteX93" fmla="*/ 644609 w 1882134"/>
              <a:gd name="connsiteY93" fmla="*/ 142629 h 1915580"/>
              <a:gd name="connsiteX94" fmla="*/ 641709 w 1882134"/>
              <a:gd name="connsiteY94" fmla="*/ 157167 h 1915580"/>
              <a:gd name="connsiteX95" fmla="*/ 747989 w 1882134"/>
              <a:gd name="connsiteY95" fmla="*/ 218924 h 1915580"/>
              <a:gd name="connsiteX96" fmla="*/ 849541 w 1882134"/>
              <a:gd name="connsiteY96" fmla="*/ 277934 h 1915580"/>
              <a:gd name="connsiteX97" fmla="*/ 878877 w 1882134"/>
              <a:gd name="connsiteY97" fmla="*/ 258452 h 1915580"/>
              <a:gd name="connsiteX98" fmla="*/ 924343 w 1882134"/>
              <a:gd name="connsiteY98" fmla="*/ 249330 h 1915580"/>
              <a:gd name="connsiteX99" fmla="*/ 971093 w 1882134"/>
              <a:gd name="connsiteY99" fmla="*/ 258879 h 1915580"/>
              <a:gd name="connsiteX100" fmla="*/ 999784 w 1882134"/>
              <a:gd name="connsiteY100" fmla="*/ 278550 h 1915580"/>
              <a:gd name="connsiteX101" fmla="*/ 1112862 w 1882134"/>
              <a:gd name="connsiteY101" fmla="*/ 212843 h 1915580"/>
              <a:gd name="connsiteX102" fmla="*/ 1244810 w 1882134"/>
              <a:gd name="connsiteY102" fmla="*/ 139736 h 1915580"/>
              <a:gd name="connsiteX103" fmla="*/ 1240567 w 1882134"/>
              <a:gd name="connsiteY103" fmla="*/ 118583 h 1915580"/>
              <a:gd name="connsiteX104" fmla="*/ 1359150 w 1882134"/>
              <a:gd name="connsiteY104" fmla="*/ 0 h 1915580"/>
              <a:gd name="connsiteX105" fmla="*/ 1477734 w 1882134"/>
              <a:gd name="connsiteY105" fmla="*/ 118583 h 1915580"/>
              <a:gd name="connsiteX106" fmla="*/ 1468446 w 1882134"/>
              <a:gd name="connsiteY106" fmla="*/ 164056 h 1915580"/>
              <a:gd name="connsiteX107" fmla="*/ 1562871 w 1882134"/>
              <a:gd name="connsiteY107" fmla="*/ 218924 h 1915580"/>
              <a:gd name="connsiteX108" fmla="*/ 1674171 w 1882134"/>
              <a:gd name="connsiteY108" fmla="*/ 283599 h 1915580"/>
              <a:gd name="connsiteX109" fmla="*/ 1702880 w 1882134"/>
              <a:gd name="connsiteY109" fmla="*/ 264532 h 1915580"/>
              <a:gd name="connsiteX110" fmla="*/ 1748347 w 1882134"/>
              <a:gd name="connsiteY110" fmla="*/ 255410 h 1915580"/>
              <a:gd name="connsiteX111" fmla="*/ 1866931 w 1882134"/>
              <a:gd name="connsiteY111" fmla="*/ 373993 h 1915580"/>
              <a:gd name="connsiteX112" fmla="*/ 1793814 w 1882134"/>
              <a:gd name="connsiteY112" fmla="*/ 483456 h 1915580"/>
              <a:gd name="connsiteX113" fmla="*/ 1787876 w 1882134"/>
              <a:gd name="connsiteY113" fmla="*/ 484647 h 1915580"/>
              <a:gd name="connsiteX114" fmla="*/ 1787876 w 1882134"/>
              <a:gd name="connsiteY114" fmla="*/ 608121 h 1915580"/>
              <a:gd name="connsiteX115" fmla="*/ 1787876 w 1882134"/>
              <a:gd name="connsiteY115" fmla="*/ 710390 h 1915580"/>
              <a:gd name="connsiteX116" fmla="*/ 1810299 w 1882134"/>
              <a:gd name="connsiteY116" fmla="*/ 714970 h 1915580"/>
              <a:gd name="connsiteX117" fmla="*/ 1882134 w 1882134"/>
              <a:gd name="connsiteY117" fmla="*/ 824004 h 1915580"/>
              <a:gd name="connsiteX118" fmla="*/ 1763550 w 1882134"/>
              <a:gd name="connsiteY118" fmla="*/ 942588 h 1915580"/>
              <a:gd name="connsiteX119" fmla="*/ 1716800 w 1882134"/>
              <a:gd name="connsiteY119" fmla="*/ 933466 h 1915580"/>
              <a:gd name="connsiteX120" fmla="*/ 1696290 w 1882134"/>
              <a:gd name="connsiteY120" fmla="*/ 919792 h 1915580"/>
              <a:gd name="connsiteX121" fmla="*/ 1562871 w 1882134"/>
              <a:gd name="connsiteY121" fmla="*/ 997319 h 1915580"/>
              <a:gd name="connsiteX122" fmla="*/ 1452273 w 1882134"/>
              <a:gd name="connsiteY122" fmla="*/ 1058596 h 1915580"/>
              <a:gd name="connsiteX123" fmla="*/ 1456449 w 1882134"/>
              <a:gd name="connsiteY123" fmla="*/ 1079414 h 1915580"/>
              <a:gd name="connsiteX124" fmla="*/ 1383332 w 1882134"/>
              <a:gd name="connsiteY124" fmla="*/ 1188876 h 1915580"/>
              <a:gd name="connsiteX125" fmla="*/ 1380434 w 1882134"/>
              <a:gd name="connsiteY125" fmla="*/ 1189457 h 1915580"/>
              <a:gd name="connsiteX126" fmla="*/ 1380434 w 1882134"/>
              <a:gd name="connsiteY126" fmla="*/ 1316581 h 1915580"/>
              <a:gd name="connsiteX127" fmla="*/ 1380434 w 1882134"/>
              <a:gd name="connsiteY127" fmla="*/ 1459744 h 1915580"/>
              <a:gd name="connsiteX128" fmla="*/ 1413121 w 1882134"/>
              <a:gd name="connsiteY128" fmla="*/ 1481535 h 1915580"/>
              <a:gd name="connsiteX129" fmla="*/ 1447328 w 1882134"/>
              <a:gd name="connsiteY129" fmla="*/ 1565911 h 1915580"/>
              <a:gd name="connsiteX130" fmla="*/ 1328743 w 1882134"/>
              <a:gd name="connsiteY130" fmla="*/ 1684495 h 1915580"/>
              <a:gd name="connsiteX131" fmla="*/ 1283277 w 1882134"/>
              <a:gd name="connsiteY131" fmla="*/ 1675374 h 1915580"/>
              <a:gd name="connsiteX132" fmla="*/ 1245755 w 1882134"/>
              <a:gd name="connsiteY132" fmla="*/ 1650453 h 1915580"/>
              <a:gd name="connsiteX133" fmla="*/ 1152389 w 1882134"/>
              <a:gd name="connsiteY133" fmla="*/ 1702738 h 1915580"/>
              <a:gd name="connsiteX134" fmla="*/ 1045590 w 1882134"/>
              <a:gd name="connsiteY134" fmla="*/ 1764797 h 1915580"/>
              <a:gd name="connsiteX135" fmla="*/ 1052050 w 1882134"/>
              <a:gd name="connsiteY135" fmla="*/ 1796996 h 1915580"/>
              <a:gd name="connsiteX136" fmla="*/ 933465 w 1882134"/>
              <a:gd name="connsiteY136" fmla="*/ 1915580 h 1915580"/>
              <a:gd name="connsiteX137" fmla="*/ 814882 w 1882134"/>
              <a:gd name="connsiteY137" fmla="*/ 1796996 h 1915580"/>
              <a:gd name="connsiteX138" fmla="*/ 820094 w 1882134"/>
              <a:gd name="connsiteY138" fmla="*/ 1770286 h 1915580"/>
              <a:gd name="connsiteX139" fmla="*/ 705420 w 1882134"/>
              <a:gd name="connsiteY139" fmla="*/ 1702738 h 1915580"/>
              <a:gd name="connsiteX140" fmla="*/ 599803 w 1882134"/>
              <a:gd name="connsiteY140" fmla="*/ 1641366 h 1915580"/>
              <a:gd name="connsiteX141" fmla="*/ 571490 w 1882134"/>
              <a:gd name="connsiteY141" fmla="*/ 1660170 h 1915580"/>
              <a:gd name="connsiteX142" fmla="*/ 526023 w 1882134"/>
              <a:gd name="connsiteY142" fmla="*/ 1669292 h 1915580"/>
              <a:gd name="connsiteX143" fmla="*/ 407440 w 1882134"/>
              <a:gd name="connsiteY143" fmla="*/ 1550707 h 1915580"/>
              <a:gd name="connsiteX144" fmla="*/ 442787 w 1882134"/>
              <a:gd name="connsiteY144" fmla="*/ 1466331 h 1915580"/>
              <a:gd name="connsiteX145" fmla="*/ 480415 w 1882134"/>
              <a:gd name="connsiteY145" fmla="*/ 1441340 h 1915580"/>
              <a:gd name="connsiteX146" fmla="*/ 480415 w 1882134"/>
              <a:gd name="connsiteY146" fmla="*/ 1313541 h 1915580"/>
              <a:gd name="connsiteX147" fmla="*/ 480415 w 1882134"/>
              <a:gd name="connsiteY147" fmla="*/ 1180946 h 1915580"/>
              <a:gd name="connsiteX148" fmla="*/ 474477 w 1882134"/>
              <a:gd name="connsiteY148" fmla="*/ 1179755 h 1915580"/>
              <a:gd name="connsiteX149" fmla="*/ 401359 w 1882134"/>
              <a:gd name="connsiteY149" fmla="*/ 1070292 h 1915580"/>
              <a:gd name="connsiteX150" fmla="*/ 403715 w 1882134"/>
              <a:gd name="connsiteY150" fmla="*/ 1058760 h 1915580"/>
              <a:gd name="connsiteX151" fmla="*/ 297980 w 1882134"/>
              <a:gd name="connsiteY151" fmla="*/ 997319 h 1915580"/>
              <a:gd name="connsiteX152" fmla="*/ 197246 w 1882134"/>
              <a:gd name="connsiteY152" fmla="*/ 938785 h 1915580"/>
              <a:gd name="connsiteX153" fmla="*/ 164050 w 1882134"/>
              <a:gd name="connsiteY153" fmla="*/ 960831 h 1915580"/>
              <a:gd name="connsiteX154" fmla="*/ 118583 w 1882134"/>
              <a:gd name="connsiteY154" fmla="*/ 969953 h 1915580"/>
              <a:gd name="connsiteX155" fmla="*/ 0 w 1882134"/>
              <a:gd name="connsiteY155" fmla="*/ 851369 h 1915580"/>
              <a:gd name="connsiteX156" fmla="*/ 71834 w 1882134"/>
              <a:gd name="connsiteY156" fmla="*/ 741907 h 1915580"/>
              <a:gd name="connsiteX157" fmla="*/ 72975 w 1882134"/>
              <a:gd name="connsiteY157" fmla="*/ 741685 h 1915580"/>
              <a:gd name="connsiteX158" fmla="*/ 72975 w 1882134"/>
              <a:gd name="connsiteY158" fmla="*/ 608121 h 1915580"/>
              <a:gd name="connsiteX159" fmla="*/ 72975 w 1882134"/>
              <a:gd name="connsiteY159" fmla="*/ 483679 h 1915580"/>
              <a:gd name="connsiteX160" fmla="*/ 71834 w 1882134"/>
              <a:gd name="connsiteY160" fmla="*/ 483456 h 1915580"/>
              <a:gd name="connsiteX161" fmla="*/ 0 w 1882134"/>
              <a:gd name="connsiteY161" fmla="*/ 373994 h 1915580"/>
              <a:gd name="connsiteX162" fmla="*/ 118583 w 1882134"/>
              <a:gd name="connsiteY162" fmla="*/ 255410 h 1915580"/>
              <a:gd name="connsiteX163" fmla="*/ 165333 w 1882134"/>
              <a:gd name="connsiteY163" fmla="*/ 264960 h 1915580"/>
              <a:gd name="connsiteX164" fmla="*/ 189840 w 1882134"/>
              <a:gd name="connsiteY164" fmla="*/ 281762 h 1915580"/>
              <a:gd name="connsiteX165" fmla="*/ 297980 w 1882134"/>
              <a:gd name="connsiteY165" fmla="*/ 218924 h 1915580"/>
              <a:gd name="connsiteX166" fmla="*/ 409656 w 1882134"/>
              <a:gd name="connsiteY166" fmla="*/ 154031 h 1915580"/>
              <a:gd name="connsiteX167" fmla="*/ 407441 w 1882134"/>
              <a:gd name="connsiteY167" fmla="*/ 143189 h 1915580"/>
              <a:gd name="connsiteX168" fmla="*/ 525745 w 1882134"/>
              <a:gd name="connsiteY168" fmla="*/ 24326 h 191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1882134" h="1915580">
                <a:moveTo>
                  <a:pt x="859940" y="932267"/>
                </a:moveTo>
                <a:lnTo>
                  <a:pt x="747989" y="997319"/>
                </a:lnTo>
                <a:lnTo>
                  <a:pt x="636844" y="1061903"/>
                </a:lnTo>
                <a:lnTo>
                  <a:pt x="638527" y="1070293"/>
                </a:lnTo>
                <a:cubicBezTo>
                  <a:pt x="638527" y="1120463"/>
                  <a:pt x="607741" y="1162081"/>
                  <a:pt x="565410" y="1179755"/>
                </a:cubicBezTo>
                <a:lnTo>
                  <a:pt x="562511" y="1180336"/>
                </a:lnTo>
                <a:lnTo>
                  <a:pt x="562511" y="1439244"/>
                </a:lnTo>
                <a:lnTo>
                  <a:pt x="572773" y="1441246"/>
                </a:lnTo>
                <a:cubicBezTo>
                  <a:pt x="615532" y="1458919"/>
                  <a:pt x="644608" y="1500537"/>
                  <a:pt x="644608" y="1550707"/>
                </a:cubicBezTo>
                <a:lnTo>
                  <a:pt x="640375" y="1571429"/>
                </a:lnTo>
                <a:lnTo>
                  <a:pt x="865510" y="1701672"/>
                </a:lnTo>
                <a:lnTo>
                  <a:pt x="886716" y="1687534"/>
                </a:lnTo>
                <a:cubicBezTo>
                  <a:pt x="900969" y="1681643"/>
                  <a:pt x="916742" y="1678413"/>
                  <a:pt x="933465" y="1678413"/>
                </a:cubicBezTo>
                <a:cubicBezTo>
                  <a:pt x="950189" y="1678413"/>
                  <a:pt x="965962" y="1681833"/>
                  <a:pt x="980215" y="1687962"/>
                </a:cubicBezTo>
                <a:lnTo>
                  <a:pt x="997982" y="1700143"/>
                </a:lnTo>
                <a:lnTo>
                  <a:pt x="1212258" y="1576182"/>
                </a:lnTo>
                <a:lnTo>
                  <a:pt x="1210160" y="1565911"/>
                </a:lnTo>
                <a:cubicBezTo>
                  <a:pt x="1210160" y="1515742"/>
                  <a:pt x="1240946" y="1474123"/>
                  <a:pt x="1283277" y="1456450"/>
                </a:cubicBezTo>
                <a:lnTo>
                  <a:pt x="1298338" y="1453428"/>
                </a:lnTo>
                <a:lnTo>
                  <a:pt x="1298338" y="1189696"/>
                </a:lnTo>
                <a:lnTo>
                  <a:pt x="1292399" y="1188448"/>
                </a:lnTo>
                <a:cubicBezTo>
                  <a:pt x="1250068" y="1170062"/>
                  <a:pt x="1219282" y="1127303"/>
                  <a:pt x="1219282" y="1079414"/>
                </a:cubicBezTo>
                <a:lnTo>
                  <a:pt x="1223749" y="1057548"/>
                </a:lnTo>
                <a:lnTo>
                  <a:pt x="997965" y="926929"/>
                </a:lnTo>
                <a:lnTo>
                  <a:pt x="994296" y="929366"/>
                </a:lnTo>
                <a:lnTo>
                  <a:pt x="988000" y="935188"/>
                </a:lnTo>
                <a:lnTo>
                  <a:pt x="978749" y="939691"/>
                </a:lnTo>
                <a:lnTo>
                  <a:pt x="969810" y="945628"/>
                </a:lnTo>
                <a:lnTo>
                  <a:pt x="964268" y="946740"/>
                </a:lnTo>
                <a:lnTo>
                  <a:pt x="958437" y="949579"/>
                </a:lnTo>
                <a:cubicBezTo>
                  <a:pt x="947754" y="952933"/>
                  <a:pt x="936316" y="954750"/>
                  <a:pt x="924343" y="954750"/>
                </a:cubicBezTo>
                <a:lnTo>
                  <a:pt x="924343" y="954750"/>
                </a:lnTo>
                <a:lnTo>
                  <a:pt x="923835" y="954643"/>
                </a:lnTo>
                <a:lnTo>
                  <a:pt x="881110" y="945723"/>
                </a:lnTo>
                <a:lnTo>
                  <a:pt x="880997" y="945646"/>
                </a:lnTo>
                <a:lnTo>
                  <a:pt x="878876" y="945200"/>
                </a:lnTo>
                <a:close/>
                <a:moveTo>
                  <a:pt x="1285908" y="209454"/>
                </a:moveTo>
                <a:lnTo>
                  <a:pt x="1039711" y="351883"/>
                </a:lnTo>
                <a:lnTo>
                  <a:pt x="1042927" y="367913"/>
                </a:lnTo>
                <a:cubicBezTo>
                  <a:pt x="1042927" y="401360"/>
                  <a:pt x="1029244" y="431006"/>
                  <a:pt x="1007580" y="452291"/>
                </a:cubicBezTo>
                <a:lnTo>
                  <a:pt x="972994" y="475261"/>
                </a:lnTo>
                <a:lnTo>
                  <a:pt x="972994" y="608121"/>
                </a:lnTo>
                <a:lnTo>
                  <a:pt x="972994" y="728436"/>
                </a:lnTo>
                <a:lnTo>
                  <a:pt x="1008720" y="752929"/>
                </a:lnTo>
                <a:cubicBezTo>
                  <a:pt x="1030004" y="774594"/>
                  <a:pt x="1042927" y="804239"/>
                  <a:pt x="1042927" y="836166"/>
                </a:cubicBezTo>
                <a:lnTo>
                  <a:pt x="1038547" y="857606"/>
                </a:lnTo>
                <a:lnTo>
                  <a:pt x="1264627" y="988396"/>
                </a:lnTo>
                <a:lnTo>
                  <a:pt x="1292399" y="969952"/>
                </a:lnTo>
                <a:cubicBezTo>
                  <a:pt x="1306509" y="964061"/>
                  <a:pt x="1321902" y="960830"/>
                  <a:pt x="1337865" y="960830"/>
                </a:cubicBezTo>
                <a:cubicBezTo>
                  <a:pt x="1354588" y="960830"/>
                  <a:pt x="1370362" y="964251"/>
                  <a:pt x="1384615" y="970380"/>
                </a:cubicBezTo>
                <a:lnTo>
                  <a:pt x="1410990" y="988463"/>
                </a:lnTo>
                <a:lnTo>
                  <a:pt x="1650068" y="850153"/>
                </a:lnTo>
                <a:lnTo>
                  <a:pt x="1644966" y="824004"/>
                </a:lnTo>
                <a:cubicBezTo>
                  <a:pt x="1644966" y="790557"/>
                  <a:pt x="1658649" y="760911"/>
                  <a:pt x="1680313" y="739627"/>
                </a:cubicBezTo>
                <a:lnTo>
                  <a:pt x="1705780" y="722714"/>
                </a:lnTo>
                <a:lnTo>
                  <a:pt x="1705779" y="484271"/>
                </a:lnTo>
                <a:lnTo>
                  <a:pt x="1701598" y="483455"/>
                </a:lnTo>
                <a:cubicBezTo>
                  <a:pt x="1658839" y="465782"/>
                  <a:pt x="1629764" y="424164"/>
                  <a:pt x="1629764" y="373993"/>
                </a:cubicBezTo>
                <a:lnTo>
                  <a:pt x="1634464" y="350982"/>
                </a:lnTo>
                <a:lnTo>
                  <a:pt x="1412691" y="222683"/>
                </a:lnTo>
                <a:lnTo>
                  <a:pt x="1404617" y="228046"/>
                </a:lnTo>
                <a:cubicBezTo>
                  <a:pt x="1390507" y="233937"/>
                  <a:pt x="1375113" y="237167"/>
                  <a:pt x="1359150" y="237167"/>
                </a:cubicBezTo>
                <a:cubicBezTo>
                  <a:pt x="1342427" y="237167"/>
                  <a:pt x="1326653" y="233747"/>
                  <a:pt x="1312401" y="227618"/>
                </a:cubicBezTo>
                <a:close/>
                <a:moveTo>
                  <a:pt x="441920" y="226293"/>
                </a:moveTo>
                <a:lnTo>
                  <a:pt x="231909" y="347787"/>
                </a:lnTo>
                <a:lnTo>
                  <a:pt x="237167" y="373994"/>
                </a:lnTo>
                <a:cubicBezTo>
                  <a:pt x="237167" y="424164"/>
                  <a:pt x="206381" y="465783"/>
                  <a:pt x="164050" y="483456"/>
                </a:cubicBezTo>
                <a:lnTo>
                  <a:pt x="155071" y="485258"/>
                </a:lnTo>
                <a:lnTo>
                  <a:pt x="155071" y="740239"/>
                </a:lnTo>
                <a:lnTo>
                  <a:pt x="165333" y="742335"/>
                </a:lnTo>
                <a:cubicBezTo>
                  <a:pt x="208092" y="760721"/>
                  <a:pt x="237168" y="803479"/>
                  <a:pt x="237167" y="851369"/>
                </a:cubicBezTo>
                <a:lnTo>
                  <a:pt x="234601" y="863932"/>
                </a:lnTo>
                <a:lnTo>
                  <a:pt x="440781" y="983210"/>
                </a:lnTo>
                <a:lnTo>
                  <a:pt x="474477" y="960831"/>
                </a:lnTo>
                <a:cubicBezTo>
                  <a:pt x="488587" y="954940"/>
                  <a:pt x="503980" y="951709"/>
                  <a:pt x="519943" y="951709"/>
                </a:cubicBezTo>
                <a:cubicBezTo>
                  <a:pt x="536667" y="951709"/>
                  <a:pt x="552440" y="955130"/>
                  <a:pt x="566693" y="961258"/>
                </a:cubicBezTo>
                <a:lnTo>
                  <a:pt x="601190" y="984910"/>
                </a:lnTo>
                <a:lnTo>
                  <a:pt x="705420" y="924344"/>
                </a:lnTo>
                <a:lnTo>
                  <a:pt x="785942" y="878642"/>
                </a:lnTo>
                <a:lnTo>
                  <a:pt x="811567" y="863817"/>
                </a:lnTo>
                <a:lnTo>
                  <a:pt x="805759" y="836166"/>
                </a:lnTo>
                <a:cubicBezTo>
                  <a:pt x="805759" y="785996"/>
                  <a:pt x="836545" y="744378"/>
                  <a:pt x="878876" y="726704"/>
                </a:cubicBezTo>
                <a:lnTo>
                  <a:pt x="887857" y="724902"/>
                </a:lnTo>
                <a:lnTo>
                  <a:pt x="887857" y="602041"/>
                </a:lnTo>
                <a:lnTo>
                  <a:pt x="887857" y="479177"/>
                </a:lnTo>
                <a:lnTo>
                  <a:pt x="878877" y="477375"/>
                </a:lnTo>
                <a:cubicBezTo>
                  <a:pt x="836546" y="459702"/>
                  <a:pt x="805760" y="418084"/>
                  <a:pt x="805760" y="367913"/>
                </a:cubicBezTo>
                <a:lnTo>
                  <a:pt x="810313" y="345620"/>
                </a:lnTo>
                <a:lnTo>
                  <a:pt x="607514" y="228297"/>
                </a:lnTo>
                <a:lnTo>
                  <a:pt x="572440" y="252065"/>
                </a:lnTo>
                <a:cubicBezTo>
                  <a:pt x="558268" y="258099"/>
                  <a:pt x="542678" y="261454"/>
                  <a:pt x="526305" y="261493"/>
                </a:cubicBezTo>
                <a:cubicBezTo>
                  <a:pt x="493559" y="261570"/>
                  <a:pt x="463882" y="248367"/>
                  <a:pt x="442371" y="226958"/>
                </a:cubicBezTo>
                <a:close/>
                <a:moveTo>
                  <a:pt x="525745" y="24326"/>
                </a:moveTo>
                <a:cubicBezTo>
                  <a:pt x="591236" y="24171"/>
                  <a:pt x="644453" y="77137"/>
                  <a:pt x="644609" y="142629"/>
                </a:cubicBezTo>
                <a:lnTo>
                  <a:pt x="641709" y="157167"/>
                </a:lnTo>
                <a:lnTo>
                  <a:pt x="747989" y="218924"/>
                </a:lnTo>
                <a:lnTo>
                  <a:pt x="849541" y="277934"/>
                </a:lnTo>
                <a:lnTo>
                  <a:pt x="878877" y="258452"/>
                </a:lnTo>
                <a:cubicBezTo>
                  <a:pt x="892987" y="252560"/>
                  <a:pt x="908380" y="249330"/>
                  <a:pt x="924343" y="249330"/>
                </a:cubicBezTo>
                <a:cubicBezTo>
                  <a:pt x="941066" y="249330"/>
                  <a:pt x="956840" y="252750"/>
                  <a:pt x="971093" y="258879"/>
                </a:cubicBezTo>
                <a:lnTo>
                  <a:pt x="999784" y="278550"/>
                </a:lnTo>
                <a:lnTo>
                  <a:pt x="1112862" y="212843"/>
                </a:lnTo>
                <a:lnTo>
                  <a:pt x="1244810" y="139736"/>
                </a:lnTo>
                <a:lnTo>
                  <a:pt x="1240567" y="118583"/>
                </a:lnTo>
                <a:cubicBezTo>
                  <a:pt x="1240566" y="51690"/>
                  <a:pt x="1295297" y="0"/>
                  <a:pt x="1359150" y="0"/>
                </a:cubicBezTo>
                <a:cubicBezTo>
                  <a:pt x="1426044" y="0"/>
                  <a:pt x="1477734" y="54731"/>
                  <a:pt x="1477734" y="118583"/>
                </a:cubicBezTo>
                <a:lnTo>
                  <a:pt x="1468446" y="164056"/>
                </a:lnTo>
                <a:lnTo>
                  <a:pt x="1562871" y="218924"/>
                </a:lnTo>
                <a:lnTo>
                  <a:pt x="1674171" y="283599"/>
                </a:lnTo>
                <a:lnTo>
                  <a:pt x="1702880" y="264532"/>
                </a:lnTo>
                <a:cubicBezTo>
                  <a:pt x="1716991" y="258640"/>
                  <a:pt x="1732384" y="255410"/>
                  <a:pt x="1748347" y="255410"/>
                </a:cubicBezTo>
                <a:cubicBezTo>
                  <a:pt x="1815241" y="255410"/>
                  <a:pt x="1866931" y="310141"/>
                  <a:pt x="1866931" y="373993"/>
                </a:cubicBezTo>
                <a:cubicBezTo>
                  <a:pt x="1866931" y="424164"/>
                  <a:pt x="1836145" y="465782"/>
                  <a:pt x="1793814" y="483456"/>
                </a:cubicBezTo>
                <a:lnTo>
                  <a:pt x="1787876" y="484647"/>
                </a:lnTo>
                <a:lnTo>
                  <a:pt x="1787876" y="608121"/>
                </a:lnTo>
                <a:lnTo>
                  <a:pt x="1787876" y="710390"/>
                </a:lnTo>
                <a:lnTo>
                  <a:pt x="1810299" y="714970"/>
                </a:lnTo>
                <a:cubicBezTo>
                  <a:pt x="1853058" y="733356"/>
                  <a:pt x="1882134" y="776115"/>
                  <a:pt x="1882134" y="824004"/>
                </a:cubicBezTo>
                <a:cubicBezTo>
                  <a:pt x="1882134" y="890898"/>
                  <a:pt x="1827403" y="942588"/>
                  <a:pt x="1763550" y="942588"/>
                </a:cubicBezTo>
                <a:cubicBezTo>
                  <a:pt x="1746826" y="942588"/>
                  <a:pt x="1731053" y="939357"/>
                  <a:pt x="1716800" y="933466"/>
                </a:cubicBezTo>
                <a:lnTo>
                  <a:pt x="1696290" y="919792"/>
                </a:lnTo>
                <a:lnTo>
                  <a:pt x="1562871" y="997319"/>
                </a:lnTo>
                <a:lnTo>
                  <a:pt x="1452273" y="1058596"/>
                </a:lnTo>
                <a:lnTo>
                  <a:pt x="1456449" y="1079414"/>
                </a:lnTo>
                <a:cubicBezTo>
                  <a:pt x="1456450" y="1129584"/>
                  <a:pt x="1425663" y="1171202"/>
                  <a:pt x="1383332" y="1188876"/>
                </a:cubicBezTo>
                <a:lnTo>
                  <a:pt x="1380434" y="1189457"/>
                </a:lnTo>
                <a:lnTo>
                  <a:pt x="1380434" y="1316581"/>
                </a:lnTo>
                <a:lnTo>
                  <a:pt x="1380434" y="1459744"/>
                </a:lnTo>
                <a:lnTo>
                  <a:pt x="1413121" y="1481535"/>
                </a:lnTo>
                <a:cubicBezTo>
                  <a:pt x="1434405" y="1502819"/>
                  <a:pt x="1447327" y="1532465"/>
                  <a:pt x="1447328" y="1565911"/>
                </a:cubicBezTo>
                <a:cubicBezTo>
                  <a:pt x="1447328" y="1632805"/>
                  <a:pt x="1392597" y="1684495"/>
                  <a:pt x="1328743" y="1684495"/>
                </a:cubicBezTo>
                <a:cubicBezTo>
                  <a:pt x="1312780" y="1684496"/>
                  <a:pt x="1297387" y="1681265"/>
                  <a:pt x="1283277" y="1675374"/>
                </a:cubicBezTo>
                <a:lnTo>
                  <a:pt x="1245755" y="1650453"/>
                </a:lnTo>
                <a:lnTo>
                  <a:pt x="1152389" y="1702738"/>
                </a:lnTo>
                <a:lnTo>
                  <a:pt x="1045590" y="1764797"/>
                </a:lnTo>
                <a:lnTo>
                  <a:pt x="1052050" y="1796996"/>
                </a:lnTo>
                <a:cubicBezTo>
                  <a:pt x="1052050" y="1863890"/>
                  <a:pt x="997319" y="1915580"/>
                  <a:pt x="933465" y="1915580"/>
                </a:cubicBezTo>
                <a:cubicBezTo>
                  <a:pt x="869613" y="1915580"/>
                  <a:pt x="814882" y="1860849"/>
                  <a:pt x="814882" y="1796996"/>
                </a:cubicBezTo>
                <a:lnTo>
                  <a:pt x="820094" y="1770286"/>
                </a:lnTo>
                <a:lnTo>
                  <a:pt x="705420" y="1702738"/>
                </a:lnTo>
                <a:lnTo>
                  <a:pt x="599803" y="1641366"/>
                </a:lnTo>
                <a:lnTo>
                  <a:pt x="571490" y="1660170"/>
                </a:lnTo>
                <a:cubicBezTo>
                  <a:pt x="557380" y="1666061"/>
                  <a:pt x="541987" y="1669291"/>
                  <a:pt x="526023" y="1669292"/>
                </a:cubicBezTo>
                <a:cubicBezTo>
                  <a:pt x="462171" y="1669292"/>
                  <a:pt x="407440" y="1617602"/>
                  <a:pt x="407440" y="1550707"/>
                </a:cubicBezTo>
                <a:cubicBezTo>
                  <a:pt x="407440" y="1517261"/>
                  <a:pt x="421123" y="1487615"/>
                  <a:pt x="442787" y="1466331"/>
                </a:cubicBezTo>
                <a:lnTo>
                  <a:pt x="480415" y="1441340"/>
                </a:lnTo>
                <a:lnTo>
                  <a:pt x="480415" y="1313541"/>
                </a:lnTo>
                <a:lnTo>
                  <a:pt x="480415" y="1180946"/>
                </a:lnTo>
                <a:lnTo>
                  <a:pt x="474477" y="1179755"/>
                </a:lnTo>
                <a:cubicBezTo>
                  <a:pt x="432146" y="1162081"/>
                  <a:pt x="401359" y="1120463"/>
                  <a:pt x="401359" y="1070292"/>
                </a:cubicBezTo>
                <a:lnTo>
                  <a:pt x="403715" y="1058760"/>
                </a:lnTo>
                <a:lnTo>
                  <a:pt x="297980" y="997319"/>
                </a:lnTo>
                <a:lnTo>
                  <a:pt x="197246" y="938785"/>
                </a:lnTo>
                <a:lnTo>
                  <a:pt x="164050" y="960831"/>
                </a:lnTo>
                <a:cubicBezTo>
                  <a:pt x="149940" y="966723"/>
                  <a:pt x="134547" y="969953"/>
                  <a:pt x="118583" y="969953"/>
                </a:cubicBezTo>
                <a:cubicBezTo>
                  <a:pt x="51690" y="969953"/>
                  <a:pt x="0" y="915222"/>
                  <a:pt x="0" y="851369"/>
                </a:cubicBezTo>
                <a:cubicBezTo>
                  <a:pt x="0" y="801199"/>
                  <a:pt x="29076" y="759581"/>
                  <a:pt x="71834" y="741907"/>
                </a:cubicBezTo>
                <a:lnTo>
                  <a:pt x="72975" y="741685"/>
                </a:lnTo>
                <a:lnTo>
                  <a:pt x="72975" y="608121"/>
                </a:lnTo>
                <a:lnTo>
                  <a:pt x="72975" y="483679"/>
                </a:lnTo>
                <a:lnTo>
                  <a:pt x="71834" y="483456"/>
                </a:lnTo>
                <a:cubicBezTo>
                  <a:pt x="29076" y="465783"/>
                  <a:pt x="0" y="424164"/>
                  <a:pt x="0" y="373994"/>
                </a:cubicBezTo>
                <a:cubicBezTo>
                  <a:pt x="0" y="310141"/>
                  <a:pt x="51690" y="255410"/>
                  <a:pt x="118583" y="255410"/>
                </a:cubicBezTo>
                <a:cubicBezTo>
                  <a:pt x="135307" y="255410"/>
                  <a:pt x="151080" y="258831"/>
                  <a:pt x="165333" y="264960"/>
                </a:cubicBezTo>
                <a:lnTo>
                  <a:pt x="189840" y="281762"/>
                </a:lnTo>
                <a:lnTo>
                  <a:pt x="297980" y="218924"/>
                </a:lnTo>
                <a:lnTo>
                  <a:pt x="409656" y="154031"/>
                </a:lnTo>
                <a:lnTo>
                  <a:pt x="407441" y="143189"/>
                </a:lnTo>
                <a:cubicBezTo>
                  <a:pt x="407286" y="77697"/>
                  <a:pt x="460252" y="24480"/>
                  <a:pt x="525745" y="2432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33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9" name="Freeform: Shape 139">
            <a:extLst>
              <a:ext uri="{FF2B5EF4-FFF2-40B4-BE49-F238E27FC236}">
                <a16:creationId xmlns:a16="http://schemas.microsoft.com/office/drawing/2014/main" id="{52ADA210-1481-499A-A0A4-CAC99418B3CE}"/>
              </a:ext>
            </a:extLst>
          </p:cNvPr>
          <p:cNvSpPr/>
          <p:nvPr userDrawn="1"/>
        </p:nvSpPr>
        <p:spPr>
          <a:xfrm rot="11654967" flipH="1">
            <a:off x="7657572" y="3615666"/>
            <a:ext cx="1313750" cy="1239828"/>
          </a:xfrm>
          <a:custGeom>
            <a:avLst/>
            <a:gdLst>
              <a:gd name="connsiteX0" fmla="*/ 943257 w 2013900"/>
              <a:gd name="connsiteY0" fmla="*/ 1501970 h 1900583"/>
              <a:gd name="connsiteX1" fmla="*/ 744074 w 2013900"/>
              <a:gd name="connsiteY1" fmla="*/ 1348088 h 1900583"/>
              <a:gd name="connsiteX2" fmla="*/ 748630 w 2013900"/>
              <a:gd name="connsiteY2" fmla="*/ 1338807 h 1900583"/>
              <a:gd name="connsiteX3" fmla="*/ 706808 w 2013900"/>
              <a:gd name="connsiteY3" fmla="*/ 1216890 h 1900583"/>
              <a:gd name="connsiteX4" fmla="*/ 695446 w 2013900"/>
              <a:gd name="connsiteY4" fmla="*/ 1211313 h 1900583"/>
              <a:gd name="connsiteX5" fmla="*/ 726700 w 2013900"/>
              <a:gd name="connsiteY5" fmla="*/ 978267 h 1900583"/>
              <a:gd name="connsiteX6" fmla="*/ 764518 w 2013900"/>
              <a:gd name="connsiteY6" fmla="*/ 965451 h 1900583"/>
              <a:gd name="connsiteX7" fmla="*/ 799083 w 2013900"/>
              <a:gd name="connsiteY7" fmla="*/ 935439 h 1900583"/>
              <a:gd name="connsiteX8" fmla="*/ 819837 w 2013900"/>
              <a:gd name="connsiteY8" fmla="*/ 893157 h 1900583"/>
              <a:gd name="connsiteX9" fmla="*/ 822213 w 2013900"/>
              <a:gd name="connsiteY9" fmla="*/ 851356 h 1900583"/>
              <a:gd name="connsiteX10" fmla="*/ 1043738 w 2013900"/>
              <a:gd name="connsiteY10" fmla="*/ 760675 h 1900583"/>
              <a:gd name="connsiteX11" fmla="*/ 1061832 w 2013900"/>
              <a:gd name="connsiteY11" fmla="*/ 781899 h 1900583"/>
              <a:gd name="connsiteX12" fmla="*/ 1191467 w 2013900"/>
              <a:gd name="connsiteY12" fmla="*/ 790843 h 1900583"/>
              <a:gd name="connsiteX13" fmla="*/ 1200605 w 2013900"/>
              <a:gd name="connsiteY13" fmla="*/ 782908 h 1900583"/>
              <a:gd name="connsiteX14" fmla="*/ 1391604 w 2013900"/>
              <a:gd name="connsiteY14" fmla="*/ 930468 h 1900583"/>
              <a:gd name="connsiteX15" fmla="*/ 1386234 w 2013900"/>
              <a:gd name="connsiteY15" fmla="*/ 941312 h 1900583"/>
              <a:gd name="connsiteX16" fmla="*/ 1427616 w 2013900"/>
              <a:gd name="connsiteY16" fmla="*/ 1064490 h 1900583"/>
              <a:gd name="connsiteX17" fmla="*/ 1447779 w 2013900"/>
              <a:gd name="connsiteY17" fmla="*/ 1074387 h 1900583"/>
              <a:gd name="connsiteX18" fmla="*/ 1417037 w 2013900"/>
              <a:gd name="connsiteY18" fmla="*/ 1303612 h 1900583"/>
              <a:gd name="connsiteX19" fmla="*/ 1377304 w 2013900"/>
              <a:gd name="connsiteY19" fmla="*/ 1316666 h 1900583"/>
              <a:gd name="connsiteX20" fmla="*/ 1342096 w 2013900"/>
              <a:gd name="connsiteY20" fmla="*/ 1347016 h 1900583"/>
              <a:gd name="connsiteX21" fmla="*/ 1318419 w 2013900"/>
              <a:gd name="connsiteY21" fmla="*/ 1433424 h 1900583"/>
              <a:gd name="connsiteX22" fmla="*/ 1318667 w 2013900"/>
              <a:gd name="connsiteY22" fmla="*/ 1434179 h 1900583"/>
              <a:gd name="connsiteX23" fmla="*/ 1097018 w 2013900"/>
              <a:gd name="connsiteY23" fmla="*/ 1524911 h 1900583"/>
              <a:gd name="connsiteX24" fmla="*/ 1079718 w 2013900"/>
              <a:gd name="connsiteY24" fmla="*/ 1504987 h 1900583"/>
              <a:gd name="connsiteX25" fmla="*/ 950083 w 2013900"/>
              <a:gd name="connsiteY25" fmla="*/ 1496043 h 1900583"/>
              <a:gd name="connsiteX26" fmla="*/ 75043 w 2013900"/>
              <a:gd name="connsiteY26" fmla="*/ 1597161 h 1900583"/>
              <a:gd name="connsiteX27" fmla="*/ 108134 w 2013900"/>
              <a:gd name="connsiteY27" fmla="*/ 1604721 h 1900583"/>
              <a:gd name="connsiteX28" fmla="*/ 154857 w 2013900"/>
              <a:gd name="connsiteY28" fmla="*/ 1598764 h 1900583"/>
              <a:gd name="connsiteX29" fmla="*/ 233875 w 2013900"/>
              <a:gd name="connsiteY29" fmla="*/ 1496935 h 1900583"/>
              <a:gd name="connsiteX30" fmla="*/ 231813 w 2013900"/>
              <a:gd name="connsiteY30" fmla="*/ 1480763 h 1900583"/>
              <a:gd name="connsiteX31" fmla="*/ 540598 w 2013900"/>
              <a:gd name="connsiteY31" fmla="*/ 1375577 h 1900583"/>
              <a:gd name="connsiteX32" fmla="*/ 563677 w 2013900"/>
              <a:gd name="connsiteY32" fmla="*/ 1402157 h 1900583"/>
              <a:gd name="connsiteX33" fmla="*/ 692537 w 2013900"/>
              <a:gd name="connsiteY33" fmla="*/ 1412103 h 1900583"/>
              <a:gd name="connsiteX34" fmla="*/ 693400 w 2013900"/>
              <a:gd name="connsiteY34" fmla="*/ 1411346 h 1900583"/>
              <a:gd name="connsiteX35" fmla="*/ 797736 w 2013900"/>
              <a:gd name="connsiteY35" fmla="*/ 1491953 h 1900583"/>
              <a:gd name="connsiteX36" fmla="*/ 894945 w 2013900"/>
              <a:gd name="connsiteY36" fmla="*/ 1567053 h 1900583"/>
              <a:gd name="connsiteX37" fmla="*/ 894430 w 2013900"/>
              <a:gd name="connsiteY37" fmla="*/ 1568079 h 1900583"/>
              <a:gd name="connsiteX38" fmla="*/ 936587 w 2013900"/>
              <a:gd name="connsiteY38" fmla="*/ 1690255 h 1900583"/>
              <a:gd name="connsiteX39" fmla="*/ 1100786 w 2013900"/>
              <a:gd name="connsiteY39" fmla="*/ 1669186 h 1900583"/>
              <a:gd name="connsiteX40" fmla="*/ 1121540 w 2013900"/>
              <a:gd name="connsiteY40" fmla="*/ 1626904 h 1900583"/>
              <a:gd name="connsiteX41" fmla="*/ 1123204 w 2013900"/>
              <a:gd name="connsiteY41" fmla="*/ 1597620 h 1900583"/>
              <a:gd name="connsiteX42" fmla="*/ 1237555 w 2013900"/>
              <a:gd name="connsiteY42" fmla="*/ 1551067 h 1900583"/>
              <a:gd name="connsiteX43" fmla="*/ 1355644 w 2013900"/>
              <a:gd name="connsiteY43" fmla="*/ 1502993 h 1900583"/>
              <a:gd name="connsiteX44" fmla="*/ 1362776 w 2013900"/>
              <a:gd name="connsiteY44" fmla="*/ 1511266 h 1900583"/>
              <a:gd name="connsiteX45" fmla="*/ 1491817 w 2013900"/>
              <a:gd name="connsiteY45" fmla="*/ 1520936 h 1900583"/>
              <a:gd name="connsiteX46" fmla="*/ 1499270 w 2013900"/>
              <a:gd name="connsiteY46" fmla="*/ 1514511 h 1900583"/>
              <a:gd name="connsiteX47" fmla="*/ 1790657 w 2013900"/>
              <a:gd name="connsiteY47" fmla="*/ 1739626 h 1900583"/>
              <a:gd name="connsiteX48" fmla="*/ 1783473 w 2013900"/>
              <a:gd name="connsiteY48" fmla="*/ 1754261 h 1900583"/>
              <a:gd name="connsiteX49" fmla="*/ 1825296 w 2013900"/>
              <a:gd name="connsiteY49" fmla="*/ 1876178 h 1900583"/>
              <a:gd name="connsiteX50" fmla="*/ 1867578 w 2013900"/>
              <a:gd name="connsiteY50" fmla="*/ 1896932 h 1900583"/>
              <a:gd name="connsiteX51" fmla="*/ 1989494 w 2013900"/>
              <a:gd name="connsiteY51" fmla="*/ 1855110 h 1900583"/>
              <a:gd name="connsiteX52" fmla="*/ 1968427 w 2013900"/>
              <a:gd name="connsiteY52" fmla="*/ 1690911 h 1900583"/>
              <a:gd name="connsiteX53" fmla="*/ 1838792 w 2013900"/>
              <a:gd name="connsiteY53" fmla="*/ 1681967 h 1900583"/>
              <a:gd name="connsiteX54" fmla="*/ 1838014 w 2013900"/>
              <a:gd name="connsiteY54" fmla="*/ 1682642 h 1900583"/>
              <a:gd name="connsiteX55" fmla="*/ 1544325 w 2013900"/>
              <a:gd name="connsiteY55" fmla="*/ 1455749 h 1900583"/>
              <a:gd name="connsiteX56" fmla="*/ 1547700 w 2013900"/>
              <a:gd name="connsiteY56" fmla="*/ 1448953 h 1900583"/>
              <a:gd name="connsiteX57" fmla="*/ 1506345 w 2013900"/>
              <a:gd name="connsiteY57" fmla="*/ 1326336 h 1900583"/>
              <a:gd name="connsiteX58" fmla="*/ 1493239 w 2013900"/>
              <a:gd name="connsiteY58" fmla="*/ 1319828 h 1900583"/>
              <a:gd name="connsiteX59" fmla="*/ 1509136 w 2013900"/>
              <a:gd name="connsiteY59" fmla="*/ 1199535 h 1900583"/>
              <a:gd name="connsiteX60" fmla="*/ 1524327 w 2013900"/>
              <a:gd name="connsiteY60" fmla="*/ 1084591 h 1900583"/>
              <a:gd name="connsiteX61" fmla="*/ 1557251 w 2013900"/>
              <a:gd name="connsiteY61" fmla="*/ 1073434 h 1900583"/>
              <a:gd name="connsiteX62" fmla="*/ 1591815 w 2013900"/>
              <a:gd name="connsiteY62" fmla="*/ 1043422 h 1900583"/>
              <a:gd name="connsiteX63" fmla="*/ 1570748 w 2013900"/>
              <a:gd name="connsiteY63" fmla="*/ 879222 h 1900583"/>
              <a:gd name="connsiteX64" fmla="*/ 1483503 w 2013900"/>
              <a:gd name="connsiteY64" fmla="*/ 855912 h 1900583"/>
              <a:gd name="connsiteX65" fmla="*/ 1444684 w 2013900"/>
              <a:gd name="connsiteY65" fmla="*/ 869068 h 1900583"/>
              <a:gd name="connsiteX66" fmla="*/ 1340899 w 2013900"/>
              <a:gd name="connsiteY66" fmla="*/ 788887 h 1900583"/>
              <a:gd name="connsiteX67" fmla="*/ 1246914 w 2013900"/>
              <a:gd name="connsiteY67" fmla="*/ 716278 h 1900583"/>
              <a:gd name="connsiteX68" fmla="*/ 1249341 w 2013900"/>
              <a:gd name="connsiteY68" fmla="*/ 673586 h 1900583"/>
              <a:gd name="connsiteX69" fmla="*/ 1204964 w 2013900"/>
              <a:gd name="connsiteY69" fmla="*/ 596631 h 1900583"/>
              <a:gd name="connsiteX70" fmla="*/ 1168993 w 2013900"/>
              <a:gd name="connsiteY70" fmla="*/ 578975 h 1900583"/>
              <a:gd name="connsiteX71" fmla="*/ 1168993 w 2013900"/>
              <a:gd name="connsiteY71" fmla="*/ 225315 h 1900583"/>
              <a:gd name="connsiteX72" fmla="*/ 1170003 w 2013900"/>
              <a:gd name="connsiteY72" fmla="*/ 225113 h 1900583"/>
              <a:gd name="connsiteX73" fmla="*/ 1242179 w 2013900"/>
              <a:gd name="connsiteY73" fmla="*/ 117058 h 1900583"/>
              <a:gd name="connsiteX74" fmla="*/ 1125121 w 2013900"/>
              <a:gd name="connsiteY74" fmla="*/ 1 h 1900583"/>
              <a:gd name="connsiteX75" fmla="*/ 1008063 w 2013900"/>
              <a:gd name="connsiteY75" fmla="*/ 117059 h 1900583"/>
              <a:gd name="connsiteX76" fmla="*/ 1078973 w 2013900"/>
              <a:gd name="connsiteY76" fmla="*/ 224691 h 1900583"/>
              <a:gd name="connsiteX77" fmla="*/ 1094946 w 2013900"/>
              <a:gd name="connsiteY77" fmla="*/ 227954 h 1900583"/>
              <a:gd name="connsiteX78" fmla="*/ 1094946 w 2013900"/>
              <a:gd name="connsiteY78" fmla="*/ 580718 h 1900583"/>
              <a:gd name="connsiteX79" fmla="*/ 1086671 w 2013900"/>
              <a:gd name="connsiteY79" fmla="*/ 583843 h 1900583"/>
              <a:gd name="connsiteX80" fmla="*/ 1075329 w 2013900"/>
              <a:gd name="connsiteY80" fmla="*/ 587687 h 1900583"/>
              <a:gd name="connsiteX81" fmla="*/ 1040783 w 2013900"/>
              <a:gd name="connsiteY81" fmla="*/ 617683 h 1900583"/>
              <a:gd name="connsiteX82" fmla="*/ 1040763 w 2013900"/>
              <a:gd name="connsiteY82" fmla="*/ 617700 h 1900583"/>
              <a:gd name="connsiteX83" fmla="*/ 1021723 w 2013900"/>
              <a:gd name="connsiteY83" fmla="*/ 656920 h 1900583"/>
              <a:gd name="connsiteX84" fmla="*/ 1021715 w 2013900"/>
              <a:gd name="connsiteY84" fmla="*/ 657057 h 1900583"/>
              <a:gd name="connsiteX85" fmla="*/ 1020784 w 2013900"/>
              <a:gd name="connsiteY85" fmla="*/ 658980 h 1900583"/>
              <a:gd name="connsiteX86" fmla="*/ 1019460 w 2013900"/>
              <a:gd name="connsiteY86" fmla="*/ 681579 h 1900583"/>
              <a:gd name="connsiteX87" fmla="*/ 901080 w 2013900"/>
              <a:gd name="connsiteY87" fmla="*/ 729772 h 1900583"/>
              <a:gd name="connsiteX88" fmla="*/ 783553 w 2013900"/>
              <a:gd name="connsiteY88" fmla="*/ 777618 h 1900583"/>
              <a:gd name="connsiteX89" fmla="*/ 778015 w 2013900"/>
              <a:gd name="connsiteY89" fmla="*/ 771240 h 1900583"/>
              <a:gd name="connsiteX90" fmla="*/ 613815 w 2013900"/>
              <a:gd name="connsiteY90" fmla="*/ 792308 h 1900583"/>
              <a:gd name="connsiteX91" fmla="*/ 634884 w 2013900"/>
              <a:gd name="connsiteY91" fmla="*/ 956507 h 1900583"/>
              <a:gd name="connsiteX92" fmla="*/ 645314 w 2013900"/>
              <a:gd name="connsiteY92" fmla="*/ 961627 h 1900583"/>
              <a:gd name="connsiteX93" fmla="*/ 629499 w 2013900"/>
              <a:gd name="connsiteY93" fmla="*/ 1081304 h 1900583"/>
              <a:gd name="connsiteX94" fmla="*/ 614430 w 2013900"/>
              <a:gd name="connsiteY94" fmla="*/ 1195319 h 1900583"/>
              <a:gd name="connsiteX95" fmla="*/ 577174 w 2013900"/>
              <a:gd name="connsiteY95" fmla="*/ 1207946 h 1900583"/>
              <a:gd name="connsiteX96" fmla="*/ 542608 w 2013900"/>
              <a:gd name="connsiteY96" fmla="*/ 1237958 h 1900583"/>
              <a:gd name="connsiteX97" fmla="*/ 521855 w 2013900"/>
              <a:gd name="connsiteY97" fmla="*/ 1280240 h 1900583"/>
              <a:gd name="connsiteX98" fmla="*/ 520493 w 2013900"/>
              <a:gd name="connsiteY98" fmla="*/ 1304200 h 1900583"/>
              <a:gd name="connsiteX99" fmla="*/ 205439 w 2013900"/>
              <a:gd name="connsiteY99" fmla="*/ 1411522 h 1900583"/>
              <a:gd name="connsiteX100" fmla="*/ 204922 w 2013900"/>
              <a:gd name="connsiteY100" fmla="*/ 1410631 h 1900583"/>
              <a:gd name="connsiteX101" fmla="*/ 79366 w 2013900"/>
              <a:gd name="connsiteY101" fmla="*/ 1377152 h 1900583"/>
              <a:gd name="connsiteX102" fmla="*/ 6306 w 2013900"/>
              <a:gd name="connsiteY102" fmla="*/ 1525703 h 1900583"/>
              <a:gd name="connsiteX103" fmla="*/ 75043 w 2013900"/>
              <a:gd name="connsiteY103" fmla="*/ 1597161 h 190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2013900" h="1900583">
                <a:moveTo>
                  <a:pt x="943257" y="1501970"/>
                </a:moveTo>
                <a:lnTo>
                  <a:pt x="744074" y="1348088"/>
                </a:lnTo>
                <a:lnTo>
                  <a:pt x="748630" y="1338807"/>
                </a:lnTo>
                <a:cubicBezTo>
                  <a:pt x="760072" y="1294309"/>
                  <a:pt x="744218" y="1245791"/>
                  <a:pt x="706808" y="1216890"/>
                </a:cubicBezTo>
                <a:lnTo>
                  <a:pt x="695446" y="1211313"/>
                </a:lnTo>
                <a:lnTo>
                  <a:pt x="726700" y="978267"/>
                </a:lnTo>
                <a:lnTo>
                  <a:pt x="764518" y="965451"/>
                </a:lnTo>
                <a:cubicBezTo>
                  <a:pt x="777636" y="957984"/>
                  <a:pt x="789449" y="947909"/>
                  <a:pt x="799083" y="935439"/>
                </a:cubicBezTo>
                <a:cubicBezTo>
                  <a:pt x="809176" y="922375"/>
                  <a:pt x="816023" y="907989"/>
                  <a:pt x="819837" y="893157"/>
                </a:cubicBezTo>
                <a:lnTo>
                  <a:pt x="822213" y="851356"/>
                </a:lnTo>
                <a:lnTo>
                  <a:pt x="1043738" y="760675"/>
                </a:lnTo>
                <a:lnTo>
                  <a:pt x="1061832" y="781899"/>
                </a:lnTo>
                <a:cubicBezTo>
                  <a:pt x="1101024" y="812177"/>
                  <a:pt x="1152114" y="813244"/>
                  <a:pt x="1191467" y="790843"/>
                </a:cubicBezTo>
                <a:lnTo>
                  <a:pt x="1200605" y="782908"/>
                </a:lnTo>
                <a:lnTo>
                  <a:pt x="1391604" y="930468"/>
                </a:lnTo>
                <a:lnTo>
                  <a:pt x="1386234" y="941312"/>
                </a:lnTo>
                <a:cubicBezTo>
                  <a:pt x="1374493" y="985046"/>
                  <a:pt x="1388425" y="1034212"/>
                  <a:pt x="1427616" y="1064490"/>
                </a:cubicBezTo>
                <a:lnTo>
                  <a:pt x="1447779" y="1074387"/>
                </a:lnTo>
                <a:lnTo>
                  <a:pt x="1417037" y="1303612"/>
                </a:lnTo>
                <a:lnTo>
                  <a:pt x="1377304" y="1316666"/>
                </a:lnTo>
                <a:cubicBezTo>
                  <a:pt x="1364036" y="1324096"/>
                  <a:pt x="1352007" y="1334250"/>
                  <a:pt x="1342096" y="1347016"/>
                </a:cubicBezTo>
                <a:cubicBezTo>
                  <a:pt x="1322273" y="1372550"/>
                  <a:pt x="1314676" y="1403701"/>
                  <a:pt x="1318419" y="1433424"/>
                </a:cubicBezTo>
                <a:lnTo>
                  <a:pt x="1318667" y="1434179"/>
                </a:lnTo>
                <a:lnTo>
                  <a:pt x="1097018" y="1524911"/>
                </a:lnTo>
                <a:lnTo>
                  <a:pt x="1079718" y="1504987"/>
                </a:lnTo>
                <a:cubicBezTo>
                  <a:pt x="1040526" y="1474709"/>
                  <a:pt x="989436" y="1473641"/>
                  <a:pt x="950083" y="1496043"/>
                </a:cubicBezTo>
                <a:close/>
                <a:moveTo>
                  <a:pt x="75043" y="1597161"/>
                </a:moveTo>
                <a:cubicBezTo>
                  <a:pt x="85545" y="1601240"/>
                  <a:pt x="96683" y="1603828"/>
                  <a:pt x="108134" y="1604721"/>
                </a:cubicBezTo>
                <a:cubicBezTo>
                  <a:pt x="123403" y="1605911"/>
                  <a:pt x="139230" y="1604086"/>
                  <a:pt x="154857" y="1598764"/>
                </a:cubicBezTo>
                <a:cubicBezTo>
                  <a:pt x="199605" y="1583520"/>
                  <a:pt x="230305" y="1542741"/>
                  <a:pt x="233875" y="1496935"/>
                </a:cubicBezTo>
                <a:lnTo>
                  <a:pt x="231813" y="1480763"/>
                </a:lnTo>
                <a:lnTo>
                  <a:pt x="540598" y="1375577"/>
                </a:lnTo>
                <a:lnTo>
                  <a:pt x="563677" y="1402157"/>
                </a:lnTo>
                <a:cubicBezTo>
                  <a:pt x="602868" y="1432435"/>
                  <a:pt x="652926" y="1434839"/>
                  <a:pt x="692537" y="1412103"/>
                </a:cubicBezTo>
                <a:lnTo>
                  <a:pt x="693400" y="1411346"/>
                </a:lnTo>
                <a:lnTo>
                  <a:pt x="797736" y="1491953"/>
                </a:lnTo>
                <a:lnTo>
                  <a:pt x="894945" y="1567053"/>
                </a:lnTo>
                <a:lnTo>
                  <a:pt x="894430" y="1568079"/>
                </a:lnTo>
                <a:cubicBezTo>
                  <a:pt x="882432" y="1612147"/>
                  <a:pt x="897395" y="1659977"/>
                  <a:pt x="936587" y="1690255"/>
                </a:cubicBezTo>
                <a:cubicBezTo>
                  <a:pt x="986466" y="1728790"/>
                  <a:pt x="1060415" y="1721441"/>
                  <a:pt x="1100786" y="1669186"/>
                </a:cubicBezTo>
                <a:cubicBezTo>
                  <a:pt x="1110878" y="1656123"/>
                  <a:pt x="1117725" y="1641737"/>
                  <a:pt x="1121540" y="1626904"/>
                </a:cubicBezTo>
                <a:lnTo>
                  <a:pt x="1123204" y="1597620"/>
                </a:lnTo>
                <a:lnTo>
                  <a:pt x="1237555" y="1551067"/>
                </a:lnTo>
                <a:lnTo>
                  <a:pt x="1355644" y="1502993"/>
                </a:lnTo>
                <a:lnTo>
                  <a:pt x="1362776" y="1511266"/>
                </a:lnTo>
                <a:cubicBezTo>
                  <a:pt x="1401076" y="1541000"/>
                  <a:pt x="1452016" y="1543225"/>
                  <a:pt x="1491817" y="1520936"/>
                </a:cubicBezTo>
                <a:lnTo>
                  <a:pt x="1499270" y="1514511"/>
                </a:lnTo>
                <a:lnTo>
                  <a:pt x="1790657" y="1739626"/>
                </a:lnTo>
                <a:lnTo>
                  <a:pt x="1783473" y="1754261"/>
                </a:lnTo>
                <a:cubicBezTo>
                  <a:pt x="1772031" y="1798759"/>
                  <a:pt x="1787886" y="1847276"/>
                  <a:pt x="1825296" y="1876178"/>
                </a:cubicBezTo>
                <a:cubicBezTo>
                  <a:pt x="1838359" y="1886271"/>
                  <a:pt x="1852745" y="1893118"/>
                  <a:pt x="1867578" y="1896932"/>
                </a:cubicBezTo>
                <a:cubicBezTo>
                  <a:pt x="1912075" y="1908374"/>
                  <a:pt x="1960593" y="1892520"/>
                  <a:pt x="1989494" y="1855110"/>
                </a:cubicBezTo>
                <a:cubicBezTo>
                  <a:pt x="2029865" y="1802855"/>
                  <a:pt x="2018306" y="1729446"/>
                  <a:pt x="1968427" y="1690911"/>
                </a:cubicBezTo>
                <a:cubicBezTo>
                  <a:pt x="1929235" y="1660633"/>
                  <a:pt x="1878145" y="1659565"/>
                  <a:pt x="1838792" y="1681967"/>
                </a:cubicBezTo>
                <a:lnTo>
                  <a:pt x="1838014" y="1682642"/>
                </a:lnTo>
                <a:lnTo>
                  <a:pt x="1544325" y="1455749"/>
                </a:lnTo>
                <a:lnTo>
                  <a:pt x="1547700" y="1448953"/>
                </a:lnTo>
                <a:cubicBezTo>
                  <a:pt x="1559428" y="1404868"/>
                  <a:pt x="1544645" y="1356070"/>
                  <a:pt x="1506345" y="1326336"/>
                </a:cubicBezTo>
                <a:lnTo>
                  <a:pt x="1493239" y="1319828"/>
                </a:lnTo>
                <a:lnTo>
                  <a:pt x="1509136" y="1199535"/>
                </a:lnTo>
                <a:lnTo>
                  <a:pt x="1524327" y="1084591"/>
                </a:lnTo>
                <a:lnTo>
                  <a:pt x="1557251" y="1073434"/>
                </a:lnTo>
                <a:cubicBezTo>
                  <a:pt x="1570368" y="1065966"/>
                  <a:pt x="1582182" y="1055892"/>
                  <a:pt x="1591815" y="1043422"/>
                </a:cubicBezTo>
                <a:cubicBezTo>
                  <a:pt x="1632186" y="991167"/>
                  <a:pt x="1620627" y="917758"/>
                  <a:pt x="1570748" y="879222"/>
                </a:cubicBezTo>
                <a:cubicBezTo>
                  <a:pt x="1544620" y="859037"/>
                  <a:pt x="1513204" y="851834"/>
                  <a:pt x="1483503" y="855912"/>
                </a:cubicBezTo>
                <a:lnTo>
                  <a:pt x="1444684" y="869068"/>
                </a:lnTo>
                <a:lnTo>
                  <a:pt x="1340899" y="788887"/>
                </a:lnTo>
                <a:lnTo>
                  <a:pt x="1246914" y="716278"/>
                </a:lnTo>
                <a:lnTo>
                  <a:pt x="1249341" y="673586"/>
                </a:lnTo>
                <a:cubicBezTo>
                  <a:pt x="1245263" y="643885"/>
                  <a:pt x="1229903" y="615899"/>
                  <a:pt x="1204964" y="596631"/>
                </a:cubicBezTo>
                <a:lnTo>
                  <a:pt x="1168993" y="578975"/>
                </a:lnTo>
                <a:lnTo>
                  <a:pt x="1168993" y="225315"/>
                </a:lnTo>
                <a:lnTo>
                  <a:pt x="1170003" y="225113"/>
                </a:lnTo>
                <a:cubicBezTo>
                  <a:pt x="1211789" y="207666"/>
                  <a:pt x="1242179" y="166584"/>
                  <a:pt x="1242179" y="117058"/>
                </a:cubicBezTo>
                <a:cubicBezTo>
                  <a:pt x="1242179" y="54028"/>
                  <a:pt x="1191154" y="0"/>
                  <a:pt x="1125121" y="1"/>
                </a:cubicBezTo>
                <a:cubicBezTo>
                  <a:pt x="1062090" y="1"/>
                  <a:pt x="1008063" y="51026"/>
                  <a:pt x="1008063" y="117059"/>
                </a:cubicBezTo>
                <a:cubicBezTo>
                  <a:pt x="1008063" y="164333"/>
                  <a:pt x="1036765" y="206541"/>
                  <a:pt x="1078973" y="224691"/>
                </a:cubicBezTo>
                <a:lnTo>
                  <a:pt x="1094946" y="227954"/>
                </a:lnTo>
                <a:lnTo>
                  <a:pt x="1094946" y="580718"/>
                </a:lnTo>
                <a:lnTo>
                  <a:pt x="1086671" y="583843"/>
                </a:lnTo>
                <a:lnTo>
                  <a:pt x="1075329" y="587687"/>
                </a:lnTo>
                <a:lnTo>
                  <a:pt x="1040783" y="617683"/>
                </a:lnTo>
                <a:lnTo>
                  <a:pt x="1040763" y="617700"/>
                </a:lnTo>
                <a:cubicBezTo>
                  <a:pt x="1031588" y="629576"/>
                  <a:pt x="1025281" y="642956"/>
                  <a:pt x="1021723" y="656920"/>
                </a:cubicBezTo>
                <a:lnTo>
                  <a:pt x="1021715" y="657057"/>
                </a:lnTo>
                <a:lnTo>
                  <a:pt x="1020784" y="658980"/>
                </a:lnTo>
                <a:lnTo>
                  <a:pt x="1019460" y="681579"/>
                </a:lnTo>
                <a:lnTo>
                  <a:pt x="901080" y="729772"/>
                </a:lnTo>
                <a:lnTo>
                  <a:pt x="783553" y="777618"/>
                </a:lnTo>
                <a:lnTo>
                  <a:pt x="778015" y="771240"/>
                </a:lnTo>
                <a:cubicBezTo>
                  <a:pt x="725760" y="730869"/>
                  <a:pt x="652351" y="742428"/>
                  <a:pt x="613815" y="792308"/>
                </a:cubicBezTo>
                <a:cubicBezTo>
                  <a:pt x="575280" y="842187"/>
                  <a:pt x="582629" y="916137"/>
                  <a:pt x="634884" y="956507"/>
                </a:cubicBezTo>
                <a:lnTo>
                  <a:pt x="645314" y="961627"/>
                </a:lnTo>
                <a:lnTo>
                  <a:pt x="629499" y="1081304"/>
                </a:lnTo>
                <a:lnTo>
                  <a:pt x="614430" y="1195319"/>
                </a:lnTo>
                <a:lnTo>
                  <a:pt x="577174" y="1207946"/>
                </a:lnTo>
                <a:cubicBezTo>
                  <a:pt x="564056" y="1215413"/>
                  <a:pt x="552242" y="1225488"/>
                  <a:pt x="542608" y="1237958"/>
                </a:cubicBezTo>
                <a:cubicBezTo>
                  <a:pt x="532516" y="1251022"/>
                  <a:pt x="525669" y="1265407"/>
                  <a:pt x="521855" y="1280240"/>
                </a:cubicBezTo>
                <a:lnTo>
                  <a:pt x="520493" y="1304200"/>
                </a:lnTo>
                <a:lnTo>
                  <a:pt x="205439" y="1411522"/>
                </a:lnTo>
                <a:lnTo>
                  <a:pt x="204922" y="1410631"/>
                </a:lnTo>
                <a:cubicBezTo>
                  <a:pt x="174933" y="1376702"/>
                  <a:pt x="126246" y="1361182"/>
                  <a:pt x="79366" y="1377152"/>
                </a:cubicBezTo>
                <a:cubicBezTo>
                  <a:pt x="19701" y="1397476"/>
                  <a:pt x="-14987" y="1463197"/>
                  <a:pt x="6306" y="1525703"/>
                </a:cubicBezTo>
                <a:cubicBezTo>
                  <a:pt x="17738" y="1559264"/>
                  <a:pt x="43535" y="1584923"/>
                  <a:pt x="75043" y="159716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33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0" name="Freeform: Shape 140">
            <a:extLst>
              <a:ext uri="{FF2B5EF4-FFF2-40B4-BE49-F238E27FC236}">
                <a16:creationId xmlns:a16="http://schemas.microsoft.com/office/drawing/2014/main" id="{F4047434-A391-4559-B3B3-EAA2BFA87140}"/>
              </a:ext>
            </a:extLst>
          </p:cNvPr>
          <p:cNvSpPr/>
          <p:nvPr userDrawn="1"/>
        </p:nvSpPr>
        <p:spPr>
          <a:xfrm rot="1022389">
            <a:off x="10763367" y="3963200"/>
            <a:ext cx="1025410" cy="838256"/>
          </a:xfrm>
          <a:custGeom>
            <a:avLst/>
            <a:gdLst>
              <a:gd name="connsiteX0" fmla="*/ 618123 w 1077492"/>
              <a:gd name="connsiteY0" fmla="*/ 5091 h 880832"/>
              <a:gd name="connsiteX1" fmla="*/ 649515 w 1077492"/>
              <a:gd name="connsiteY1" fmla="*/ 48 h 880832"/>
              <a:gd name="connsiteX2" fmla="*/ 706766 w 1077492"/>
              <a:gd name="connsiteY2" fmla="*/ 25655 h 880832"/>
              <a:gd name="connsiteX3" fmla="*/ 703831 w 1077492"/>
              <a:gd name="connsiteY3" fmla="*/ 142493 h 880832"/>
              <a:gd name="connsiteX4" fmla="*/ 665641 w 1077492"/>
              <a:gd name="connsiteY4" fmla="*/ 157025 h 880832"/>
              <a:gd name="connsiteX5" fmla="*/ 665641 w 1077492"/>
              <a:gd name="connsiteY5" fmla="*/ 352605 h 880832"/>
              <a:gd name="connsiteX6" fmla="*/ 684786 w 1077492"/>
              <a:gd name="connsiteY6" fmla="*/ 356972 h 880832"/>
              <a:gd name="connsiteX7" fmla="*/ 718689 w 1077492"/>
              <a:gd name="connsiteY7" fmla="*/ 380793 h 880832"/>
              <a:gd name="connsiteX8" fmla="*/ 738749 w 1077492"/>
              <a:gd name="connsiteY8" fmla="*/ 496690 h 880832"/>
              <a:gd name="connsiteX9" fmla="*/ 735230 w 1077492"/>
              <a:gd name="connsiteY9" fmla="*/ 501698 h 880832"/>
              <a:gd name="connsiteX10" fmla="*/ 845060 w 1077492"/>
              <a:gd name="connsiteY10" fmla="*/ 617186 h 880832"/>
              <a:gd name="connsiteX11" fmla="*/ 879258 w 1077492"/>
              <a:gd name="connsiteY11" fmla="*/ 595803 h 880832"/>
              <a:gd name="connsiteX12" fmla="*/ 1037048 w 1077492"/>
              <a:gd name="connsiteY12" fmla="*/ 632408 h 880832"/>
              <a:gd name="connsiteX13" fmla="*/ 1031825 w 1077492"/>
              <a:gd name="connsiteY13" fmla="*/ 840388 h 880832"/>
              <a:gd name="connsiteX14" fmla="*/ 823846 w 1077492"/>
              <a:gd name="connsiteY14" fmla="*/ 835165 h 880832"/>
              <a:gd name="connsiteX15" fmla="*/ 795994 w 1077492"/>
              <a:gd name="connsiteY15" fmla="*/ 674255 h 880832"/>
              <a:gd name="connsiteX16" fmla="*/ 803191 w 1077492"/>
              <a:gd name="connsiteY16" fmla="*/ 664013 h 880832"/>
              <a:gd name="connsiteX17" fmla="*/ 690708 w 1077492"/>
              <a:gd name="connsiteY17" fmla="*/ 545736 h 880832"/>
              <a:gd name="connsiteX18" fmla="*/ 678778 w 1077492"/>
              <a:gd name="connsiteY18" fmla="*/ 553196 h 880832"/>
              <a:gd name="connsiteX19" fmla="*/ 565128 w 1077492"/>
              <a:gd name="connsiteY19" fmla="*/ 526831 h 880832"/>
              <a:gd name="connsiteX20" fmla="*/ 562479 w 1077492"/>
              <a:gd name="connsiteY20" fmla="*/ 522594 h 880832"/>
              <a:gd name="connsiteX21" fmla="*/ 207664 w 1077492"/>
              <a:gd name="connsiteY21" fmla="*/ 608151 h 880832"/>
              <a:gd name="connsiteX22" fmla="*/ 203307 w 1077492"/>
              <a:gd name="connsiteY22" fmla="*/ 628640 h 880832"/>
              <a:gd name="connsiteX23" fmla="*/ 178918 w 1077492"/>
              <a:gd name="connsiteY23" fmla="*/ 663609 h 880832"/>
              <a:gd name="connsiteX24" fmla="*/ 29119 w 1077492"/>
              <a:gd name="connsiteY24" fmla="*/ 659847 h 880832"/>
              <a:gd name="connsiteX25" fmla="*/ 32881 w 1077492"/>
              <a:gd name="connsiteY25" fmla="*/ 510048 h 880832"/>
              <a:gd name="connsiteX26" fmla="*/ 67936 w 1077492"/>
              <a:gd name="connsiteY26" fmla="*/ 487958 h 880832"/>
              <a:gd name="connsiteX27" fmla="*/ 182679 w 1077492"/>
              <a:gd name="connsiteY27" fmla="*/ 513810 h 880832"/>
              <a:gd name="connsiteX28" fmla="*/ 199867 w 1077492"/>
              <a:gd name="connsiteY28" fmla="*/ 541086 h 880832"/>
              <a:gd name="connsiteX29" fmla="*/ 537541 w 1077492"/>
              <a:gd name="connsiteY29" fmla="*/ 459661 h 880832"/>
              <a:gd name="connsiteX30" fmla="*/ 536059 w 1077492"/>
              <a:gd name="connsiteY30" fmla="*/ 450434 h 880832"/>
              <a:gd name="connsiteX31" fmla="*/ 568890 w 1077492"/>
              <a:gd name="connsiteY31" fmla="*/ 377032 h 880832"/>
              <a:gd name="connsiteX32" fmla="*/ 605039 w 1077492"/>
              <a:gd name="connsiteY32" fmla="*/ 354429 h 880832"/>
              <a:gd name="connsiteX33" fmla="*/ 624516 w 1077492"/>
              <a:gd name="connsiteY33" fmla="*/ 351300 h 880832"/>
              <a:gd name="connsiteX34" fmla="*/ 624516 w 1077492"/>
              <a:gd name="connsiteY34" fmla="*/ 160667 h 880832"/>
              <a:gd name="connsiteX35" fmla="*/ 613436 w 1077492"/>
              <a:gd name="connsiteY35" fmla="*/ 158139 h 880832"/>
              <a:gd name="connsiteX36" fmla="*/ 586993 w 1077492"/>
              <a:gd name="connsiteY36" fmla="*/ 139559 h 880832"/>
              <a:gd name="connsiteX37" fmla="*/ 589927 w 1077492"/>
              <a:gd name="connsiteY37" fmla="*/ 22721 h 880832"/>
              <a:gd name="connsiteX38" fmla="*/ 618123 w 1077492"/>
              <a:gd name="connsiteY38" fmla="*/ 5091 h 88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077492" h="880832">
                <a:moveTo>
                  <a:pt x="618123" y="5091"/>
                </a:moveTo>
                <a:cubicBezTo>
                  <a:pt x="628264" y="1341"/>
                  <a:pt x="638938" y="-311"/>
                  <a:pt x="649515" y="48"/>
                </a:cubicBezTo>
                <a:cubicBezTo>
                  <a:pt x="670668" y="767"/>
                  <a:pt x="691432" y="9532"/>
                  <a:pt x="706766" y="25655"/>
                </a:cubicBezTo>
                <a:cubicBezTo>
                  <a:pt x="738893" y="59437"/>
                  <a:pt x="736078" y="111827"/>
                  <a:pt x="703831" y="142493"/>
                </a:cubicBezTo>
                <a:lnTo>
                  <a:pt x="665641" y="157025"/>
                </a:lnTo>
                <a:lnTo>
                  <a:pt x="665641" y="352605"/>
                </a:lnTo>
                <a:lnTo>
                  <a:pt x="684786" y="356972"/>
                </a:lnTo>
                <a:cubicBezTo>
                  <a:pt x="697289" y="362480"/>
                  <a:pt x="708859" y="370458"/>
                  <a:pt x="718689" y="380793"/>
                </a:cubicBezTo>
                <a:cubicBezTo>
                  <a:pt x="749581" y="413278"/>
                  <a:pt x="755275" y="459181"/>
                  <a:pt x="738749" y="496690"/>
                </a:cubicBezTo>
                <a:lnTo>
                  <a:pt x="735230" y="501698"/>
                </a:lnTo>
                <a:lnTo>
                  <a:pt x="845060" y="617186"/>
                </a:lnTo>
                <a:lnTo>
                  <a:pt x="879258" y="595803"/>
                </a:lnTo>
                <a:cubicBezTo>
                  <a:pt x="933414" y="575777"/>
                  <a:pt x="996107" y="589357"/>
                  <a:pt x="1037048" y="632408"/>
                </a:cubicBezTo>
                <a:cubicBezTo>
                  <a:pt x="1094236" y="692542"/>
                  <a:pt x="1089226" y="785799"/>
                  <a:pt x="1031825" y="840388"/>
                </a:cubicBezTo>
                <a:cubicBezTo>
                  <a:pt x="971691" y="897576"/>
                  <a:pt x="878434" y="892566"/>
                  <a:pt x="823846" y="835165"/>
                </a:cubicBezTo>
                <a:cubicBezTo>
                  <a:pt x="780955" y="790064"/>
                  <a:pt x="773050" y="726332"/>
                  <a:pt x="795994" y="674255"/>
                </a:cubicBezTo>
                <a:lnTo>
                  <a:pt x="803191" y="664013"/>
                </a:lnTo>
                <a:lnTo>
                  <a:pt x="690708" y="545736"/>
                </a:lnTo>
                <a:lnTo>
                  <a:pt x="678778" y="553196"/>
                </a:lnTo>
                <a:cubicBezTo>
                  <a:pt x="639771" y="567620"/>
                  <a:pt x="594617" y="557839"/>
                  <a:pt x="565128" y="526831"/>
                </a:cubicBezTo>
                <a:lnTo>
                  <a:pt x="562479" y="522594"/>
                </a:lnTo>
                <a:lnTo>
                  <a:pt x="207664" y="608151"/>
                </a:lnTo>
                <a:lnTo>
                  <a:pt x="203307" y="628640"/>
                </a:lnTo>
                <a:cubicBezTo>
                  <a:pt x="197853" y="641384"/>
                  <a:pt x="189746" y="653311"/>
                  <a:pt x="178918" y="663609"/>
                </a:cubicBezTo>
                <a:cubicBezTo>
                  <a:pt x="137575" y="702927"/>
                  <a:pt x="70309" y="703160"/>
                  <a:pt x="29119" y="659847"/>
                </a:cubicBezTo>
                <a:cubicBezTo>
                  <a:pt x="-10199" y="618504"/>
                  <a:pt x="-10431" y="551239"/>
                  <a:pt x="32881" y="510048"/>
                </a:cubicBezTo>
                <a:cubicBezTo>
                  <a:pt x="43217" y="500219"/>
                  <a:pt x="55173" y="492832"/>
                  <a:pt x="67936" y="487958"/>
                </a:cubicBezTo>
                <a:cubicBezTo>
                  <a:pt x="106227" y="473336"/>
                  <a:pt x="151787" y="481326"/>
                  <a:pt x="182679" y="513810"/>
                </a:cubicBezTo>
                <a:lnTo>
                  <a:pt x="199867" y="541086"/>
                </a:lnTo>
                <a:lnTo>
                  <a:pt x="537541" y="459661"/>
                </a:lnTo>
                <a:lnTo>
                  <a:pt x="536059" y="450434"/>
                </a:lnTo>
                <a:cubicBezTo>
                  <a:pt x="536980" y="423313"/>
                  <a:pt x="548218" y="396691"/>
                  <a:pt x="568890" y="377032"/>
                </a:cubicBezTo>
                <a:cubicBezTo>
                  <a:pt x="579718" y="366735"/>
                  <a:pt x="592037" y="359237"/>
                  <a:pt x="605039" y="354429"/>
                </a:cubicBezTo>
                <a:lnTo>
                  <a:pt x="624516" y="351300"/>
                </a:lnTo>
                <a:lnTo>
                  <a:pt x="624516" y="160667"/>
                </a:lnTo>
                <a:lnTo>
                  <a:pt x="613436" y="158139"/>
                </a:lnTo>
                <a:cubicBezTo>
                  <a:pt x="603685" y="153843"/>
                  <a:pt x="594660" y="147621"/>
                  <a:pt x="586993" y="139559"/>
                </a:cubicBezTo>
                <a:cubicBezTo>
                  <a:pt x="554867" y="105778"/>
                  <a:pt x="557681" y="53388"/>
                  <a:pt x="589927" y="22721"/>
                </a:cubicBezTo>
                <a:cubicBezTo>
                  <a:pt x="598373" y="14690"/>
                  <a:pt x="607982" y="8842"/>
                  <a:pt x="618123" y="509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1" name="Group 212">
            <a:extLst>
              <a:ext uri="{FF2B5EF4-FFF2-40B4-BE49-F238E27FC236}">
                <a16:creationId xmlns:a16="http://schemas.microsoft.com/office/drawing/2014/main" id="{0A4DA7A5-BE9C-4D16-8F3D-49C61AF1D01F}"/>
              </a:ext>
            </a:extLst>
          </p:cNvPr>
          <p:cNvGrpSpPr/>
          <p:nvPr userDrawn="1"/>
        </p:nvGrpSpPr>
        <p:grpSpPr>
          <a:xfrm>
            <a:off x="501570" y="1642689"/>
            <a:ext cx="1891725" cy="1331151"/>
            <a:chOff x="579703" y="1481608"/>
            <a:chExt cx="2452930" cy="1726055"/>
          </a:xfrm>
        </p:grpSpPr>
        <p:grpSp>
          <p:nvGrpSpPr>
            <p:cNvPr id="142" name="그룹 26">
              <a:extLst>
                <a:ext uri="{FF2B5EF4-FFF2-40B4-BE49-F238E27FC236}">
                  <a16:creationId xmlns:a16="http://schemas.microsoft.com/office/drawing/2014/main" id="{82FAEADB-08EA-4262-943B-304E3A9FDEF8}"/>
                </a:ext>
              </a:extLst>
            </p:cNvPr>
            <p:cNvGrpSpPr/>
            <p:nvPr/>
          </p:nvGrpSpPr>
          <p:grpSpPr>
            <a:xfrm>
              <a:off x="1886687" y="1481608"/>
              <a:ext cx="1145946" cy="1726055"/>
              <a:chOff x="6150565" y="3254095"/>
              <a:chExt cx="979312" cy="1475068"/>
            </a:xfrm>
          </p:grpSpPr>
          <p:sp>
            <p:nvSpPr>
              <p:cNvPr id="149" name="자유형: 도형 5">
                <a:extLst>
                  <a:ext uri="{FF2B5EF4-FFF2-40B4-BE49-F238E27FC236}">
                    <a16:creationId xmlns:a16="http://schemas.microsoft.com/office/drawing/2014/main" id="{44C346CC-4453-473D-B764-96FB30579257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0" name="자유형: 도형 12">
                <a:extLst>
                  <a:ext uri="{FF2B5EF4-FFF2-40B4-BE49-F238E27FC236}">
                    <a16:creationId xmlns:a16="http://schemas.microsoft.com/office/drawing/2014/main" id="{996923B0-8B25-4B00-84AC-1939A69985B0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1" name="자유형: 도형 13">
                <a:extLst>
                  <a:ext uri="{FF2B5EF4-FFF2-40B4-BE49-F238E27FC236}">
                    <a16:creationId xmlns:a16="http://schemas.microsoft.com/office/drawing/2014/main" id="{7C29BC78-5408-48EA-8594-0D87CE7E30A9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2" name="자유형: 도형 14">
                <a:extLst>
                  <a:ext uri="{FF2B5EF4-FFF2-40B4-BE49-F238E27FC236}">
                    <a16:creationId xmlns:a16="http://schemas.microsoft.com/office/drawing/2014/main" id="{B451D8E0-12A6-4EC2-AC3C-5E3672BAB4F1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cxnSp>
            <p:nvCxnSpPr>
              <p:cNvPr id="153" name="직선 연결선 19">
                <a:extLst>
                  <a:ext uri="{FF2B5EF4-FFF2-40B4-BE49-F238E27FC236}">
                    <a16:creationId xmlns:a16="http://schemas.microsoft.com/office/drawing/2014/main" id="{F9ECD890-EF78-4C74-ADF5-2C32378D1C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그룹 67">
              <a:extLst>
                <a:ext uri="{FF2B5EF4-FFF2-40B4-BE49-F238E27FC236}">
                  <a16:creationId xmlns:a16="http://schemas.microsoft.com/office/drawing/2014/main" id="{9CC04B16-776C-43AC-ACF7-55669FF02B67}"/>
                </a:ext>
              </a:extLst>
            </p:cNvPr>
            <p:cNvGrpSpPr/>
            <p:nvPr/>
          </p:nvGrpSpPr>
          <p:grpSpPr>
            <a:xfrm flipH="1">
              <a:off x="579703" y="1481608"/>
              <a:ext cx="1145946" cy="1726055"/>
              <a:chOff x="6150565" y="3254095"/>
              <a:chExt cx="979312" cy="1475068"/>
            </a:xfrm>
          </p:grpSpPr>
          <p:sp>
            <p:nvSpPr>
              <p:cNvPr id="144" name="자유형: 도형 68">
                <a:extLst>
                  <a:ext uri="{FF2B5EF4-FFF2-40B4-BE49-F238E27FC236}">
                    <a16:creationId xmlns:a16="http://schemas.microsoft.com/office/drawing/2014/main" id="{E5E794FB-55C1-40C5-8D0F-E4D3EBC78C54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5" name="자유형: 도형 69">
                <a:extLst>
                  <a:ext uri="{FF2B5EF4-FFF2-40B4-BE49-F238E27FC236}">
                    <a16:creationId xmlns:a16="http://schemas.microsoft.com/office/drawing/2014/main" id="{9EE9C70F-BE88-4A6C-B419-5AEB70A23FA2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6" name="자유형: 도형 70">
                <a:extLst>
                  <a:ext uri="{FF2B5EF4-FFF2-40B4-BE49-F238E27FC236}">
                    <a16:creationId xmlns:a16="http://schemas.microsoft.com/office/drawing/2014/main" id="{0D592488-C8FF-4C53-A3A2-1C43BF2D7D66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7" name="자유형: 도형 71">
                <a:extLst>
                  <a:ext uri="{FF2B5EF4-FFF2-40B4-BE49-F238E27FC236}">
                    <a16:creationId xmlns:a16="http://schemas.microsoft.com/office/drawing/2014/main" id="{703B15DD-E311-426D-9802-8B6C51BBC393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cxnSp>
            <p:nvCxnSpPr>
              <p:cNvPr id="148" name="직선 연결선 72">
                <a:extLst>
                  <a:ext uri="{FF2B5EF4-FFF2-40B4-BE49-F238E27FC236}">
                    <a16:creationId xmlns:a16="http://schemas.microsoft.com/office/drawing/2014/main" id="{96446FFE-0DED-42EA-91AF-BB33CCBCE9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그룹 31">
            <a:extLst>
              <a:ext uri="{FF2B5EF4-FFF2-40B4-BE49-F238E27FC236}">
                <a16:creationId xmlns:a16="http://schemas.microsoft.com/office/drawing/2014/main" id="{70B94C9C-1BFA-42AD-BB25-2FD3247E9E60}"/>
              </a:ext>
            </a:extLst>
          </p:cNvPr>
          <p:cNvGrpSpPr/>
          <p:nvPr userDrawn="1"/>
        </p:nvGrpSpPr>
        <p:grpSpPr>
          <a:xfrm>
            <a:off x="2428634" y="1107111"/>
            <a:ext cx="1809131" cy="1850987"/>
            <a:chOff x="9087273" y="2875432"/>
            <a:chExt cx="2303626" cy="2356921"/>
          </a:xfrm>
          <a:solidFill>
            <a:schemeClr val="accent1"/>
          </a:solidFill>
        </p:grpSpPr>
        <p:sp>
          <p:nvSpPr>
            <p:cNvPr id="155" name="Rounded Rectangle 7">
              <a:extLst>
                <a:ext uri="{FF2B5EF4-FFF2-40B4-BE49-F238E27FC236}">
                  <a16:creationId xmlns:a16="http://schemas.microsoft.com/office/drawing/2014/main" id="{A860B3D6-AC1E-4EA6-BAE1-9A4E1D3DBFE5}"/>
                </a:ext>
              </a:extLst>
            </p:cNvPr>
            <p:cNvSpPr/>
            <p:nvPr/>
          </p:nvSpPr>
          <p:spPr>
            <a:xfrm>
              <a:off x="10019157" y="4810446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6" name="Rounded Rectangle 8">
              <a:extLst>
                <a:ext uri="{FF2B5EF4-FFF2-40B4-BE49-F238E27FC236}">
                  <a16:creationId xmlns:a16="http://schemas.microsoft.com/office/drawing/2014/main" id="{9A276E63-440D-41A6-A1AA-4D796B22C38D}"/>
                </a:ext>
              </a:extLst>
            </p:cNvPr>
            <p:cNvSpPr/>
            <p:nvPr/>
          </p:nvSpPr>
          <p:spPr>
            <a:xfrm>
              <a:off x="10019157" y="4908581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7" name="Rounded Rectangle 9">
              <a:extLst>
                <a:ext uri="{FF2B5EF4-FFF2-40B4-BE49-F238E27FC236}">
                  <a16:creationId xmlns:a16="http://schemas.microsoft.com/office/drawing/2014/main" id="{FDF88A8B-376D-43C9-876A-8CA79C18B290}"/>
                </a:ext>
              </a:extLst>
            </p:cNvPr>
            <p:cNvSpPr/>
            <p:nvPr/>
          </p:nvSpPr>
          <p:spPr>
            <a:xfrm>
              <a:off x="10019157" y="5006715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8" name="Chord 8">
              <a:extLst>
                <a:ext uri="{FF2B5EF4-FFF2-40B4-BE49-F238E27FC236}">
                  <a16:creationId xmlns:a16="http://schemas.microsoft.com/office/drawing/2014/main" id="{D5441F95-7B59-4C91-8036-58C15482EADA}"/>
                </a:ext>
              </a:extLst>
            </p:cNvPr>
            <p:cNvSpPr/>
            <p:nvPr/>
          </p:nvSpPr>
          <p:spPr>
            <a:xfrm rot="19366553">
              <a:off x="10104241" y="5001620"/>
              <a:ext cx="279977" cy="230733"/>
            </a:xfrm>
            <a:custGeom>
              <a:avLst/>
              <a:gdLst/>
              <a:ahLst/>
              <a:cxnLst/>
              <a:rect l="l" t="t" r="r" b="b"/>
              <a:pathLst>
                <a:path w="808567" h="666352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9" name="Freeform 19">
              <a:extLst>
                <a:ext uri="{FF2B5EF4-FFF2-40B4-BE49-F238E27FC236}">
                  <a16:creationId xmlns:a16="http://schemas.microsoft.com/office/drawing/2014/main" id="{290AD40C-74DF-4429-9256-2FAECC8EE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5953" y="3562517"/>
              <a:ext cx="1039477" cy="1222505"/>
            </a:xfrm>
            <a:custGeom>
              <a:avLst/>
              <a:gdLst>
                <a:gd name="T0" fmla="*/ 1239 w 2141"/>
                <a:gd name="T1" fmla="*/ 16 h 2665"/>
                <a:gd name="T2" fmla="*/ 1465 w 2141"/>
                <a:gd name="T3" fmla="*/ 82 h 2665"/>
                <a:gd name="T4" fmla="*/ 1673 w 2141"/>
                <a:gd name="T5" fmla="*/ 194 h 2665"/>
                <a:gd name="T6" fmla="*/ 1855 w 2141"/>
                <a:gd name="T7" fmla="*/ 349 h 2665"/>
                <a:gd name="T8" fmla="*/ 2000 w 2141"/>
                <a:gd name="T9" fmla="*/ 546 h 2665"/>
                <a:gd name="T10" fmla="*/ 2099 w 2141"/>
                <a:gd name="T11" fmla="*/ 777 h 2665"/>
                <a:gd name="T12" fmla="*/ 2141 w 2141"/>
                <a:gd name="T13" fmla="*/ 1039 h 2665"/>
                <a:gd name="T14" fmla="*/ 2119 w 2141"/>
                <a:gd name="T15" fmla="*/ 1331 h 2665"/>
                <a:gd name="T16" fmla="*/ 2051 w 2141"/>
                <a:gd name="T17" fmla="*/ 1562 h 2665"/>
                <a:gd name="T18" fmla="*/ 1959 w 2141"/>
                <a:gd name="T19" fmla="*/ 1722 h 2665"/>
                <a:gd name="T20" fmla="*/ 1853 w 2141"/>
                <a:gd name="T21" fmla="*/ 1859 h 2665"/>
                <a:gd name="T22" fmla="*/ 1743 w 2141"/>
                <a:gd name="T23" fmla="*/ 1990 h 2665"/>
                <a:gd name="T24" fmla="*/ 1644 w 2141"/>
                <a:gd name="T25" fmla="*/ 2133 h 2665"/>
                <a:gd name="T26" fmla="*/ 1578 w 2141"/>
                <a:gd name="T27" fmla="*/ 2265 h 2665"/>
                <a:gd name="T28" fmla="*/ 1542 w 2141"/>
                <a:gd name="T29" fmla="*/ 2384 h 2665"/>
                <a:gd name="T30" fmla="*/ 1535 w 2141"/>
                <a:gd name="T31" fmla="*/ 2512 h 2665"/>
                <a:gd name="T32" fmla="*/ 1495 w 2141"/>
                <a:gd name="T33" fmla="*/ 2608 h 2665"/>
                <a:gd name="T34" fmla="*/ 1430 w 2141"/>
                <a:gd name="T35" fmla="*/ 2661 h 2665"/>
                <a:gd name="T36" fmla="*/ 1302 w 2141"/>
                <a:gd name="T37" fmla="*/ 2665 h 2665"/>
                <a:gd name="T38" fmla="*/ 1103 w 2141"/>
                <a:gd name="T39" fmla="*/ 2664 h 2665"/>
                <a:gd name="T40" fmla="*/ 893 w 2141"/>
                <a:gd name="T41" fmla="*/ 2664 h 2665"/>
                <a:gd name="T42" fmla="*/ 736 w 2141"/>
                <a:gd name="T43" fmla="*/ 2664 h 2665"/>
                <a:gd name="T44" fmla="*/ 668 w 2141"/>
                <a:gd name="T45" fmla="*/ 2629 h 2665"/>
                <a:gd name="T46" fmla="*/ 633 w 2141"/>
                <a:gd name="T47" fmla="*/ 2573 h 2665"/>
                <a:gd name="T48" fmla="*/ 621 w 2141"/>
                <a:gd name="T49" fmla="*/ 2514 h 2665"/>
                <a:gd name="T50" fmla="*/ 621 w 2141"/>
                <a:gd name="T51" fmla="*/ 2441 h 2665"/>
                <a:gd name="T52" fmla="*/ 615 w 2141"/>
                <a:gd name="T53" fmla="*/ 2358 h 2665"/>
                <a:gd name="T54" fmla="*/ 589 w 2141"/>
                <a:gd name="T55" fmla="*/ 2258 h 2665"/>
                <a:gd name="T56" fmla="*/ 522 w 2141"/>
                <a:gd name="T57" fmla="*/ 2136 h 2665"/>
                <a:gd name="T58" fmla="*/ 429 w 2141"/>
                <a:gd name="T59" fmla="*/ 2015 h 2665"/>
                <a:gd name="T60" fmla="*/ 351 w 2141"/>
                <a:gd name="T61" fmla="*/ 1917 h 2665"/>
                <a:gd name="T62" fmla="*/ 250 w 2141"/>
                <a:gd name="T63" fmla="*/ 1794 h 2665"/>
                <a:gd name="T64" fmla="*/ 145 w 2141"/>
                <a:gd name="T65" fmla="*/ 1641 h 2665"/>
                <a:gd name="T66" fmla="*/ 58 w 2141"/>
                <a:gd name="T67" fmla="*/ 1458 h 2665"/>
                <a:gd name="T68" fmla="*/ 6 w 2141"/>
                <a:gd name="T69" fmla="*/ 1244 h 2665"/>
                <a:gd name="T70" fmla="*/ 7 w 2141"/>
                <a:gd name="T71" fmla="*/ 988 h 2665"/>
                <a:gd name="T72" fmla="*/ 58 w 2141"/>
                <a:gd name="T73" fmla="*/ 742 h 2665"/>
                <a:gd name="T74" fmla="*/ 145 w 2141"/>
                <a:gd name="T75" fmla="*/ 540 h 2665"/>
                <a:gd name="T76" fmla="*/ 260 w 2141"/>
                <a:gd name="T77" fmla="*/ 376 h 2665"/>
                <a:gd name="T78" fmla="*/ 394 w 2141"/>
                <a:gd name="T79" fmla="*/ 249 h 2665"/>
                <a:gd name="T80" fmla="*/ 537 w 2141"/>
                <a:gd name="T81" fmla="*/ 152 h 2665"/>
                <a:gd name="T82" fmla="*/ 679 w 2141"/>
                <a:gd name="T83" fmla="*/ 83 h 2665"/>
                <a:gd name="T84" fmla="*/ 813 w 2141"/>
                <a:gd name="T85" fmla="*/ 37 h 2665"/>
                <a:gd name="T86" fmla="*/ 928 w 2141"/>
                <a:gd name="T87" fmla="*/ 9 h 2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41" h="2665">
                  <a:moveTo>
                    <a:pt x="1084" y="0"/>
                  </a:moveTo>
                  <a:lnTo>
                    <a:pt x="1162" y="6"/>
                  </a:lnTo>
                  <a:lnTo>
                    <a:pt x="1239" y="16"/>
                  </a:lnTo>
                  <a:lnTo>
                    <a:pt x="1316" y="32"/>
                  </a:lnTo>
                  <a:lnTo>
                    <a:pt x="1391" y="54"/>
                  </a:lnTo>
                  <a:lnTo>
                    <a:pt x="1465" y="82"/>
                  </a:lnTo>
                  <a:lnTo>
                    <a:pt x="1537" y="114"/>
                  </a:lnTo>
                  <a:lnTo>
                    <a:pt x="1606" y="152"/>
                  </a:lnTo>
                  <a:lnTo>
                    <a:pt x="1673" y="194"/>
                  </a:lnTo>
                  <a:lnTo>
                    <a:pt x="1737" y="242"/>
                  </a:lnTo>
                  <a:lnTo>
                    <a:pt x="1798" y="293"/>
                  </a:lnTo>
                  <a:lnTo>
                    <a:pt x="1855" y="349"/>
                  </a:lnTo>
                  <a:lnTo>
                    <a:pt x="1907" y="410"/>
                  </a:lnTo>
                  <a:lnTo>
                    <a:pt x="1956" y="476"/>
                  </a:lnTo>
                  <a:lnTo>
                    <a:pt x="2000" y="546"/>
                  </a:lnTo>
                  <a:lnTo>
                    <a:pt x="2038" y="618"/>
                  </a:lnTo>
                  <a:lnTo>
                    <a:pt x="2071" y="696"/>
                  </a:lnTo>
                  <a:lnTo>
                    <a:pt x="2099" y="777"/>
                  </a:lnTo>
                  <a:lnTo>
                    <a:pt x="2119" y="861"/>
                  </a:lnTo>
                  <a:lnTo>
                    <a:pt x="2134" y="949"/>
                  </a:lnTo>
                  <a:lnTo>
                    <a:pt x="2141" y="1039"/>
                  </a:lnTo>
                  <a:lnTo>
                    <a:pt x="2141" y="1133"/>
                  </a:lnTo>
                  <a:lnTo>
                    <a:pt x="2135" y="1231"/>
                  </a:lnTo>
                  <a:lnTo>
                    <a:pt x="2119" y="1331"/>
                  </a:lnTo>
                  <a:lnTo>
                    <a:pt x="2096" y="1433"/>
                  </a:lnTo>
                  <a:lnTo>
                    <a:pt x="2076" y="1500"/>
                  </a:lnTo>
                  <a:lnTo>
                    <a:pt x="2051" y="1562"/>
                  </a:lnTo>
                  <a:lnTo>
                    <a:pt x="2023" y="1619"/>
                  </a:lnTo>
                  <a:lnTo>
                    <a:pt x="1993" y="1672"/>
                  </a:lnTo>
                  <a:lnTo>
                    <a:pt x="1959" y="1722"/>
                  </a:lnTo>
                  <a:lnTo>
                    <a:pt x="1926" y="1769"/>
                  </a:lnTo>
                  <a:lnTo>
                    <a:pt x="1889" y="1816"/>
                  </a:lnTo>
                  <a:lnTo>
                    <a:pt x="1853" y="1859"/>
                  </a:lnTo>
                  <a:lnTo>
                    <a:pt x="1815" y="1903"/>
                  </a:lnTo>
                  <a:lnTo>
                    <a:pt x="1779" y="1945"/>
                  </a:lnTo>
                  <a:lnTo>
                    <a:pt x="1743" y="1990"/>
                  </a:lnTo>
                  <a:lnTo>
                    <a:pt x="1708" y="2035"/>
                  </a:lnTo>
                  <a:lnTo>
                    <a:pt x="1676" y="2082"/>
                  </a:lnTo>
                  <a:lnTo>
                    <a:pt x="1644" y="2133"/>
                  </a:lnTo>
                  <a:lnTo>
                    <a:pt x="1616" y="2185"/>
                  </a:lnTo>
                  <a:lnTo>
                    <a:pt x="1597" y="2226"/>
                  </a:lnTo>
                  <a:lnTo>
                    <a:pt x="1578" y="2265"/>
                  </a:lnTo>
                  <a:lnTo>
                    <a:pt x="1564" y="2304"/>
                  </a:lnTo>
                  <a:lnTo>
                    <a:pt x="1551" y="2344"/>
                  </a:lnTo>
                  <a:lnTo>
                    <a:pt x="1542" y="2384"/>
                  </a:lnTo>
                  <a:lnTo>
                    <a:pt x="1536" y="2428"/>
                  </a:lnTo>
                  <a:lnTo>
                    <a:pt x="1536" y="2473"/>
                  </a:lnTo>
                  <a:lnTo>
                    <a:pt x="1535" y="2512"/>
                  </a:lnTo>
                  <a:lnTo>
                    <a:pt x="1526" y="2549"/>
                  </a:lnTo>
                  <a:lnTo>
                    <a:pt x="1513" y="2581"/>
                  </a:lnTo>
                  <a:lnTo>
                    <a:pt x="1495" y="2608"/>
                  </a:lnTo>
                  <a:lnTo>
                    <a:pt x="1475" y="2632"/>
                  </a:lnTo>
                  <a:lnTo>
                    <a:pt x="1453" y="2649"/>
                  </a:lnTo>
                  <a:lnTo>
                    <a:pt x="1430" y="2661"/>
                  </a:lnTo>
                  <a:lnTo>
                    <a:pt x="1408" y="2665"/>
                  </a:lnTo>
                  <a:lnTo>
                    <a:pt x="1359" y="2665"/>
                  </a:lnTo>
                  <a:lnTo>
                    <a:pt x="1302" y="2665"/>
                  </a:lnTo>
                  <a:lnTo>
                    <a:pt x="1239" y="2665"/>
                  </a:lnTo>
                  <a:lnTo>
                    <a:pt x="1172" y="2665"/>
                  </a:lnTo>
                  <a:lnTo>
                    <a:pt x="1103" y="2664"/>
                  </a:lnTo>
                  <a:lnTo>
                    <a:pt x="1031" y="2664"/>
                  </a:lnTo>
                  <a:lnTo>
                    <a:pt x="961" y="2664"/>
                  </a:lnTo>
                  <a:lnTo>
                    <a:pt x="893" y="2664"/>
                  </a:lnTo>
                  <a:lnTo>
                    <a:pt x="828" y="2664"/>
                  </a:lnTo>
                  <a:lnTo>
                    <a:pt x="768" y="2665"/>
                  </a:lnTo>
                  <a:lnTo>
                    <a:pt x="736" y="2664"/>
                  </a:lnTo>
                  <a:lnTo>
                    <a:pt x="708" y="2656"/>
                  </a:lnTo>
                  <a:lnTo>
                    <a:pt x="687" y="2645"/>
                  </a:lnTo>
                  <a:lnTo>
                    <a:pt x="668" y="2629"/>
                  </a:lnTo>
                  <a:lnTo>
                    <a:pt x="652" y="2611"/>
                  </a:lnTo>
                  <a:lnTo>
                    <a:pt x="640" y="2592"/>
                  </a:lnTo>
                  <a:lnTo>
                    <a:pt x="633" y="2573"/>
                  </a:lnTo>
                  <a:lnTo>
                    <a:pt x="627" y="2554"/>
                  </a:lnTo>
                  <a:lnTo>
                    <a:pt x="624" y="2537"/>
                  </a:lnTo>
                  <a:lnTo>
                    <a:pt x="621" y="2514"/>
                  </a:lnTo>
                  <a:lnTo>
                    <a:pt x="621" y="2490"/>
                  </a:lnTo>
                  <a:lnTo>
                    <a:pt x="621" y="2467"/>
                  </a:lnTo>
                  <a:lnTo>
                    <a:pt x="621" y="2441"/>
                  </a:lnTo>
                  <a:lnTo>
                    <a:pt x="621" y="2415"/>
                  </a:lnTo>
                  <a:lnTo>
                    <a:pt x="620" y="2387"/>
                  </a:lnTo>
                  <a:lnTo>
                    <a:pt x="615" y="2358"/>
                  </a:lnTo>
                  <a:lnTo>
                    <a:pt x="609" y="2326"/>
                  </a:lnTo>
                  <a:lnTo>
                    <a:pt x="601" y="2293"/>
                  </a:lnTo>
                  <a:lnTo>
                    <a:pt x="589" y="2258"/>
                  </a:lnTo>
                  <a:lnTo>
                    <a:pt x="572" y="2220"/>
                  </a:lnTo>
                  <a:lnTo>
                    <a:pt x="550" y="2179"/>
                  </a:lnTo>
                  <a:lnTo>
                    <a:pt x="522" y="2136"/>
                  </a:lnTo>
                  <a:lnTo>
                    <a:pt x="489" y="2090"/>
                  </a:lnTo>
                  <a:lnTo>
                    <a:pt x="448" y="2041"/>
                  </a:lnTo>
                  <a:lnTo>
                    <a:pt x="429" y="2015"/>
                  </a:lnTo>
                  <a:lnTo>
                    <a:pt x="407" y="1984"/>
                  </a:lnTo>
                  <a:lnTo>
                    <a:pt x="380" y="1952"/>
                  </a:lnTo>
                  <a:lnTo>
                    <a:pt x="351" y="1917"/>
                  </a:lnTo>
                  <a:lnTo>
                    <a:pt x="319" y="1878"/>
                  </a:lnTo>
                  <a:lnTo>
                    <a:pt x="285" y="1837"/>
                  </a:lnTo>
                  <a:lnTo>
                    <a:pt x="250" y="1794"/>
                  </a:lnTo>
                  <a:lnTo>
                    <a:pt x="214" y="1746"/>
                  </a:lnTo>
                  <a:lnTo>
                    <a:pt x="179" y="1695"/>
                  </a:lnTo>
                  <a:lnTo>
                    <a:pt x="145" y="1641"/>
                  </a:lnTo>
                  <a:lnTo>
                    <a:pt x="113" y="1583"/>
                  </a:lnTo>
                  <a:lnTo>
                    <a:pt x="84" y="1523"/>
                  </a:lnTo>
                  <a:lnTo>
                    <a:pt x="58" y="1458"/>
                  </a:lnTo>
                  <a:lnTo>
                    <a:pt x="36" y="1391"/>
                  </a:lnTo>
                  <a:lnTo>
                    <a:pt x="19" y="1318"/>
                  </a:lnTo>
                  <a:lnTo>
                    <a:pt x="6" y="1244"/>
                  </a:lnTo>
                  <a:lnTo>
                    <a:pt x="0" y="1164"/>
                  </a:lnTo>
                  <a:lnTo>
                    <a:pt x="0" y="1081"/>
                  </a:lnTo>
                  <a:lnTo>
                    <a:pt x="7" y="988"/>
                  </a:lnTo>
                  <a:lnTo>
                    <a:pt x="19" y="901"/>
                  </a:lnTo>
                  <a:lnTo>
                    <a:pt x="36" y="819"/>
                  </a:lnTo>
                  <a:lnTo>
                    <a:pt x="58" y="742"/>
                  </a:lnTo>
                  <a:lnTo>
                    <a:pt x="83" y="669"/>
                  </a:lnTo>
                  <a:lnTo>
                    <a:pt x="112" y="602"/>
                  </a:lnTo>
                  <a:lnTo>
                    <a:pt x="145" y="540"/>
                  </a:lnTo>
                  <a:lnTo>
                    <a:pt x="180" y="480"/>
                  </a:lnTo>
                  <a:lnTo>
                    <a:pt x="220" y="426"/>
                  </a:lnTo>
                  <a:lnTo>
                    <a:pt x="260" y="376"/>
                  </a:lnTo>
                  <a:lnTo>
                    <a:pt x="304" y="330"/>
                  </a:lnTo>
                  <a:lnTo>
                    <a:pt x="348" y="287"/>
                  </a:lnTo>
                  <a:lnTo>
                    <a:pt x="394" y="249"/>
                  </a:lnTo>
                  <a:lnTo>
                    <a:pt x="441" y="213"/>
                  </a:lnTo>
                  <a:lnTo>
                    <a:pt x="489" y="181"/>
                  </a:lnTo>
                  <a:lnTo>
                    <a:pt x="537" y="152"/>
                  </a:lnTo>
                  <a:lnTo>
                    <a:pt x="585" y="125"/>
                  </a:lnTo>
                  <a:lnTo>
                    <a:pt x="633" y="104"/>
                  </a:lnTo>
                  <a:lnTo>
                    <a:pt x="679" y="83"/>
                  </a:lnTo>
                  <a:lnTo>
                    <a:pt x="726" y="64"/>
                  </a:lnTo>
                  <a:lnTo>
                    <a:pt x="769" y="50"/>
                  </a:lnTo>
                  <a:lnTo>
                    <a:pt x="813" y="37"/>
                  </a:lnTo>
                  <a:lnTo>
                    <a:pt x="854" y="25"/>
                  </a:lnTo>
                  <a:lnTo>
                    <a:pt x="892" y="16"/>
                  </a:lnTo>
                  <a:lnTo>
                    <a:pt x="928" y="9"/>
                  </a:lnTo>
                  <a:lnTo>
                    <a:pt x="1007" y="2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/>
            </a:p>
          </p:txBody>
        </p:sp>
        <p:sp>
          <p:nvSpPr>
            <p:cNvPr id="160" name="Rectangle 204">
              <a:extLst>
                <a:ext uri="{FF2B5EF4-FFF2-40B4-BE49-F238E27FC236}">
                  <a16:creationId xmlns:a16="http://schemas.microsoft.com/office/drawing/2014/main" id="{AF1BDA5C-5A65-423D-8868-569AF0116A19}"/>
                </a:ext>
              </a:extLst>
            </p:cNvPr>
            <p:cNvSpPr/>
            <p:nvPr/>
          </p:nvSpPr>
          <p:spPr>
            <a:xfrm>
              <a:off x="10199168" y="2875432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1" name="Rectangle 205">
              <a:extLst>
                <a:ext uri="{FF2B5EF4-FFF2-40B4-BE49-F238E27FC236}">
                  <a16:creationId xmlns:a16="http://schemas.microsoft.com/office/drawing/2014/main" id="{9610FA19-3F25-4EAF-81B9-C9C926400559}"/>
                </a:ext>
              </a:extLst>
            </p:cNvPr>
            <p:cNvSpPr/>
            <p:nvPr/>
          </p:nvSpPr>
          <p:spPr>
            <a:xfrm rot="8100000">
              <a:off x="9613374" y="3081280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2" name="Rectangle 206">
              <a:extLst>
                <a:ext uri="{FF2B5EF4-FFF2-40B4-BE49-F238E27FC236}">
                  <a16:creationId xmlns:a16="http://schemas.microsoft.com/office/drawing/2014/main" id="{383E7C6D-1D8A-43B4-BFD9-361088C04A43}"/>
                </a:ext>
              </a:extLst>
            </p:cNvPr>
            <p:cNvSpPr/>
            <p:nvPr/>
          </p:nvSpPr>
          <p:spPr>
            <a:xfrm rot="16800000">
              <a:off x="9294239" y="3582372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3" name="Freeform 4103">
              <a:extLst>
                <a:ext uri="{FF2B5EF4-FFF2-40B4-BE49-F238E27FC236}">
                  <a16:creationId xmlns:a16="http://schemas.microsoft.com/office/drawing/2014/main" id="{A2831EBE-1B1F-4CCF-98F4-F22AF50C6EA3}"/>
                </a:ext>
              </a:extLst>
            </p:cNvPr>
            <p:cNvSpPr/>
            <p:nvPr/>
          </p:nvSpPr>
          <p:spPr>
            <a:xfrm rot="18900000" flipV="1">
              <a:off x="10108452" y="4097750"/>
              <a:ext cx="475605" cy="267050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4" name="Freeform 123">
              <a:extLst>
                <a:ext uri="{FF2B5EF4-FFF2-40B4-BE49-F238E27FC236}">
                  <a16:creationId xmlns:a16="http://schemas.microsoft.com/office/drawing/2014/main" id="{270141F2-AC2E-4370-A986-A0BE0D4E69AB}"/>
                </a:ext>
              </a:extLst>
            </p:cNvPr>
            <p:cNvSpPr/>
            <p:nvPr/>
          </p:nvSpPr>
          <p:spPr>
            <a:xfrm rot="13284775">
              <a:off x="9960891" y="4191599"/>
              <a:ext cx="350851" cy="197003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5" name="Rectangle 209">
              <a:extLst>
                <a:ext uri="{FF2B5EF4-FFF2-40B4-BE49-F238E27FC236}">
                  <a16:creationId xmlns:a16="http://schemas.microsoft.com/office/drawing/2014/main" id="{230F18DF-074D-443F-8D7F-58FFDFEF195D}"/>
                </a:ext>
              </a:extLst>
            </p:cNvPr>
            <p:cNvSpPr/>
            <p:nvPr/>
          </p:nvSpPr>
          <p:spPr>
            <a:xfrm>
              <a:off x="10201256" y="4404900"/>
              <a:ext cx="61845" cy="2922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6" name="Rectangle 116">
              <a:extLst>
                <a:ext uri="{FF2B5EF4-FFF2-40B4-BE49-F238E27FC236}">
                  <a16:creationId xmlns:a16="http://schemas.microsoft.com/office/drawing/2014/main" id="{74D23FF7-2662-45EE-86DB-35498C819492}"/>
                </a:ext>
              </a:extLst>
            </p:cNvPr>
            <p:cNvSpPr/>
            <p:nvPr/>
          </p:nvSpPr>
          <p:spPr>
            <a:xfrm rot="13500000" flipH="1">
              <a:off x="10791750" y="3081280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7" name="Rectangle 118">
              <a:extLst>
                <a:ext uri="{FF2B5EF4-FFF2-40B4-BE49-F238E27FC236}">
                  <a16:creationId xmlns:a16="http://schemas.microsoft.com/office/drawing/2014/main" id="{2C0C3276-47F4-4491-9C61-0A943DD3165A}"/>
                </a:ext>
              </a:extLst>
            </p:cNvPr>
            <p:cNvSpPr/>
            <p:nvPr/>
          </p:nvSpPr>
          <p:spPr>
            <a:xfrm rot="4800000" flipH="1">
              <a:off x="11110885" y="3582372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68" name="Group 226">
            <a:extLst>
              <a:ext uri="{FF2B5EF4-FFF2-40B4-BE49-F238E27FC236}">
                <a16:creationId xmlns:a16="http://schemas.microsoft.com/office/drawing/2014/main" id="{39751AC7-D3EE-45EC-9ECA-9F952FE78495}"/>
              </a:ext>
            </a:extLst>
          </p:cNvPr>
          <p:cNvGrpSpPr/>
          <p:nvPr userDrawn="1"/>
        </p:nvGrpSpPr>
        <p:grpSpPr>
          <a:xfrm>
            <a:off x="4552001" y="1246164"/>
            <a:ext cx="2563070" cy="2046102"/>
            <a:chOff x="481157" y="2167303"/>
            <a:chExt cx="4949776" cy="3951413"/>
          </a:xfrm>
        </p:grpSpPr>
        <p:sp>
          <p:nvSpPr>
            <p:cNvPr id="169" name="Freeform 2">
              <a:extLst>
                <a:ext uri="{FF2B5EF4-FFF2-40B4-BE49-F238E27FC236}">
                  <a16:creationId xmlns:a16="http://schemas.microsoft.com/office/drawing/2014/main" id="{A16B4080-862E-4117-82A4-6BD59AD3FC9E}"/>
                </a:ext>
              </a:extLst>
            </p:cNvPr>
            <p:cNvSpPr/>
            <p:nvPr/>
          </p:nvSpPr>
          <p:spPr>
            <a:xfrm>
              <a:off x="1904423" y="2721764"/>
              <a:ext cx="3526510" cy="2462068"/>
            </a:xfrm>
            <a:custGeom>
              <a:avLst/>
              <a:gdLst>
                <a:gd name="connsiteX0" fmla="*/ 0 w 4637314"/>
                <a:gd name="connsiteY0" fmla="*/ 468086 h 2906486"/>
                <a:gd name="connsiteX1" fmla="*/ 65314 w 4637314"/>
                <a:gd name="connsiteY1" fmla="*/ 2906486 h 2906486"/>
                <a:gd name="connsiteX2" fmla="*/ 4637314 w 4637314"/>
                <a:gd name="connsiteY2" fmla="*/ 2862943 h 2906486"/>
                <a:gd name="connsiteX3" fmla="*/ 729343 w 4637314"/>
                <a:gd name="connsiteY3" fmla="*/ 0 h 2906486"/>
                <a:gd name="connsiteX4" fmla="*/ 141514 w 4637314"/>
                <a:gd name="connsiteY4" fmla="*/ 304800 h 2906486"/>
                <a:gd name="connsiteX5" fmla="*/ 0 w 4637314"/>
                <a:gd name="connsiteY5" fmla="*/ 468086 h 2906486"/>
                <a:gd name="connsiteX0" fmla="*/ 0 w 4637314"/>
                <a:gd name="connsiteY0" fmla="*/ 468086 h 2906486"/>
                <a:gd name="connsiteX1" fmla="*/ 65314 w 4637314"/>
                <a:gd name="connsiteY1" fmla="*/ 2906486 h 2906486"/>
                <a:gd name="connsiteX2" fmla="*/ 4637314 w 4637314"/>
                <a:gd name="connsiteY2" fmla="*/ 2862943 h 2906486"/>
                <a:gd name="connsiteX3" fmla="*/ 729343 w 4637314"/>
                <a:gd name="connsiteY3" fmla="*/ 0 h 2906486"/>
                <a:gd name="connsiteX4" fmla="*/ 0 w 4637314"/>
                <a:gd name="connsiteY4" fmla="*/ 468086 h 2906486"/>
                <a:gd name="connsiteX0" fmla="*/ 0 w 4637314"/>
                <a:gd name="connsiteY0" fmla="*/ 468086 h 2906486"/>
                <a:gd name="connsiteX1" fmla="*/ 13507 w 4637314"/>
                <a:gd name="connsiteY1" fmla="*/ 2906486 h 2906486"/>
                <a:gd name="connsiteX2" fmla="*/ 4637314 w 4637314"/>
                <a:gd name="connsiteY2" fmla="*/ 2862943 h 2906486"/>
                <a:gd name="connsiteX3" fmla="*/ 729343 w 4637314"/>
                <a:gd name="connsiteY3" fmla="*/ 0 h 2906486"/>
                <a:gd name="connsiteX4" fmla="*/ 0 w 4637314"/>
                <a:gd name="connsiteY4" fmla="*/ 468086 h 2906486"/>
                <a:gd name="connsiteX0" fmla="*/ 13023 w 4650337"/>
                <a:gd name="connsiteY0" fmla="*/ 468086 h 2915120"/>
                <a:gd name="connsiteX1" fmla="*/ 626 w 4650337"/>
                <a:gd name="connsiteY1" fmla="*/ 2915120 h 2915120"/>
                <a:gd name="connsiteX2" fmla="*/ 4650337 w 4650337"/>
                <a:gd name="connsiteY2" fmla="*/ 2862943 h 2915120"/>
                <a:gd name="connsiteX3" fmla="*/ 742366 w 4650337"/>
                <a:gd name="connsiteY3" fmla="*/ 0 h 2915120"/>
                <a:gd name="connsiteX4" fmla="*/ 13023 w 4650337"/>
                <a:gd name="connsiteY4" fmla="*/ 468086 h 2915120"/>
                <a:gd name="connsiteX0" fmla="*/ 13023 w 4417204"/>
                <a:gd name="connsiteY0" fmla="*/ 468086 h 2915120"/>
                <a:gd name="connsiteX1" fmla="*/ 626 w 4417204"/>
                <a:gd name="connsiteY1" fmla="*/ 2915120 h 2915120"/>
                <a:gd name="connsiteX2" fmla="*/ 4417204 w 4417204"/>
                <a:gd name="connsiteY2" fmla="*/ 2871577 h 2915120"/>
                <a:gd name="connsiteX3" fmla="*/ 742366 w 4417204"/>
                <a:gd name="connsiteY3" fmla="*/ 0 h 2915120"/>
                <a:gd name="connsiteX4" fmla="*/ 13023 w 4417204"/>
                <a:gd name="connsiteY4" fmla="*/ 468086 h 2915120"/>
                <a:gd name="connsiteX0" fmla="*/ 13023 w 4175437"/>
                <a:gd name="connsiteY0" fmla="*/ 468086 h 2915120"/>
                <a:gd name="connsiteX1" fmla="*/ 626 w 4175437"/>
                <a:gd name="connsiteY1" fmla="*/ 2915120 h 2915120"/>
                <a:gd name="connsiteX2" fmla="*/ 4175437 w 4175437"/>
                <a:gd name="connsiteY2" fmla="*/ 2897481 h 2915120"/>
                <a:gd name="connsiteX3" fmla="*/ 742366 w 4175437"/>
                <a:gd name="connsiteY3" fmla="*/ 0 h 2915120"/>
                <a:gd name="connsiteX4" fmla="*/ 13023 w 4175437"/>
                <a:gd name="connsiteY4" fmla="*/ 468086 h 2915120"/>
                <a:gd name="connsiteX0" fmla="*/ 13023 w 4175437"/>
                <a:gd name="connsiteY0" fmla="*/ 468086 h 2915120"/>
                <a:gd name="connsiteX1" fmla="*/ 626 w 4175437"/>
                <a:gd name="connsiteY1" fmla="*/ 2915120 h 2915120"/>
                <a:gd name="connsiteX2" fmla="*/ 4175437 w 4175437"/>
                <a:gd name="connsiteY2" fmla="*/ 2897481 h 2915120"/>
                <a:gd name="connsiteX3" fmla="*/ 742366 w 4175437"/>
                <a:gd name="connsiteY3" fmla="*/ 0 h 2915120"/>
                <a:gd name="connsiteX4" fmla="*/ 13023 w 4175437"/>
                <a:gd name="connsiteY4" fmla="*/ 468086 h 291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75437" h="2915120">
                  <a:moveTo>
                    <a:pt x="13023" y="468086"/>
                  </a:moveTo>
                  <a:cubicBezTo>
                    <a:pt x="17525" y="1280886"/>
                    <a:pt x="-3876" y="2102320"/>
                    <a:pt x="626" y="2915120"/>
                  </a:cubicBezTo>
                  <a:lnTo>
                    <a:pt x="4175437" y="2897481"/>
                  </a:lnTo>
                  <a:lnTo>
                    <a:pt x="742366" y="0"/>
                  </a:lnTo>
                  <a:lnTo>
                    <a:pt x="13023" y="468086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20000"/>
                  </a:schemeClr>
                </a:gs>
                <a:gs pos="27000">
                  <a:schemeClr val="bg1">
                    <a:alpha val="8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170" name="Group 228">
              <a:extLst>
                <a:ext uri="{FF2B5EF4-FFF2-40B4-BE49-F238E27FC236}">
                  <a16:creationId xmlns:a16="http://schemas.microsoft.com/office/drawing/2014/main" id="{B453DC68-036A-493B-BCFF-326C1A620FC2}"/>
                </a:ext>
              </a:extLst>
            </p:cNvPr>
            <p:cNvGrpSpPr/>
            <p:nvPr/>
          </p:nvGrpSpPr>
          <p:grpSpPr>
            <a:xfrm rot="2664022">
              <a:off x="1392551" y="2167303"/>
              <a:ext cx="160620" cy="1522482"/>
              <a:chOff x="1039691" y="2468855"/>
              <a:chExt cx="190176" cy="1802639"/>
            </a:xfrm>
          </p:grpSpPr>
          <p:sp>
            <p:nvSpPr>
              <p:cNvPr id="179" name="Rectangle 237">
                <a:extLst>
                  <a:ext uri="{FF2B5EF4-FFF2-40B4-BE49-F238E27FC236}">
                    <a16:creationId xmlns:a16="http://schemas.microsoft.com/office/drawing/2014/main" id="{E7C88B34-4F74-4FA4-8F2A-9168B14CFEA9}"/>
                  </a:ext>
                </a:extLst>
              </p:cNvPr>
              <p:cNvSpPr/>
              <p:nvPr/>
            </p:nvSpPr>
            <p:spPr>
              <a:xfrm>
                <a:off x="1039691" y="2471295"/>
                <a:ext cx="72008" cy="1800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0" name="Rectangle 238">
                <a:extLst>
                  <a:ext uri="{FF2B5EF4-FFF2-40B4-BE49-F238E27FC236}">
                    <a16:creationId xmlns:a16="http://schemas.microsoft.com/office/drawing/2014/main" id="{00618638-83B7-4BFD-AD2F-909FCD4A6792}"/>
                  </a:ext>
                </a:extLst>
              </p:cNvPr>
              <p:cNvSpPr/>
              <p:nvPr/>
            </p:nvSpPr>
            <p:spPr>
              <a:xfrm>
                <a:off x="1157859" y="2468855"/>
                <a:ext cx="72008" cy="18002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171" name="Group 229">
              <a:extLst>
                <a:ext uri="{FF2B5EF4-FFF2-40B4-BE49-F238E27FC236}">
                  <a16:creationId xmlns:a16="http://schemas.microsoft.com/office/drawing/2014/main" id="{314D5BB6-C315-4903-9F30-103985729878}"/>
                </a:ext>
              </a:extLst>
            </p:cNvPr>
            <p:cNvGrpSpPr/>
            <p:nvPr/>
          </p:nvGrpSpPr>
          <p:grpSpPr>
            <a:xfrm>
              <a:off x="830015" y="3642996"/>
              <a:ext cx="194605" cy="1727022"/>
              <a:chOff x="1093356" y="2490394"/>
              <a:chExt cx="230413" cy="1802702"/>
            </a:xfrm>
          </p:grpSpPr>
          <p:sp>
            <p:nvSpPr>
              <p:cNvPr id="177" name="Rectangle 235">
                <a:extLst>
                  <a:ext uri="{FF2B5EF4-FFF2-40B4-BE49-F238E27FC236}">
                    <a16:creationId xmlns:a16="http://schemas.microsoft.com/office/drawing/2014/main" id="{525AF3B4-405C-43AA-9201-AB16EE282DE0}"/>
                  </a:ext>
                </a:extLst>
              </p:cNvPr>
              <p:cNvSpPr/>
              <p:nvPr/>
            </p:nvSpPr>
            <p:spPr>
              <a:xfrm>
                <a:off x="1093356" y="2492897"/>
                <a:ext cx="72008" cy="1800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8" name="Rectangle 236">
                <a:extLst>
                  <a:ext uri="{FF2B5EF4-FFF2-40B4-BE49-F238E27FC236}">
                    <a16:creationId xmlns:a16="http://schemas.microsoft.com/office/drawing/2014/main" id="{83EE8C98-B9D4-4368-A1EE-37197C71EE0C}"/>
                  </a:ext>
                </a:extLst>
              </p:cNvPr>
              <p:cNvSpPr/>
              <p:nvPr/>
            </p:nvSpPr>
            <p:spPr>
              <a:xfrm>
                <a:off x="1251762" y="2490394"/>
                <a:ext cx="72007" cy="1800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172" name="Group 230">
              <a:extLst>
                <a:ext uri="{FF2B5EF4-FFF2-40B4-BE49-F238E27FC236}">
                  <a16:creationId xmlns:a16="http://schemas.microsoft.com/office/drawing/2014/main" id="{442768FE-3477-4922-83AB-5BCCDE170C70}"/>
                </a:ext>
              </a:extLst>
            </p:cNvPr>
            <p:cNvGrpSpPr/>
            <p:nvPr/>
          </p:nvGrpSpPr>
          <p:grpSpPr>
            <a:xfrm>
              <a:off x="727959" y="3322360"/>
              <a:ext cx="399622" cy="399622"/>
              <a:chOff x="3275856" y="4077072"/>
              <a:chExt cx="504056" cy="504056"/>
            </a:xfrm>
          </p:grpSpPr>
          <p:sp>
            <p:nvSpPr>
              <p:cNvPr id="175" name="Oval 233">
                <a:extLst>
                  <a:ext uri="{FF2B5EF4-FFF2-40B4-BE49-F238E27FC236}">
                    <a16:creationId xmlns:a16="http://schemas.microsoft.com/office/drawing/2014/main" id="{A5623F15-7120-4715-8B17-B14754AAA3EA}"/>
                  </a:ext>
                </a:extLst>
              </p:cNvPr>
              <p:cNvSpPr/>
              <p:nvPr/>
            </p:nvSpPr>
            <p:spPr>
              <a:xfrm>
                <a:off x="3275856" y="4077072"/>
                <a:ext cx="504056" cy="50405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6" name="Oval 234">
                <a:extLst>
                  <a:ext uri="{FF2B5EF4-FFF2-40B4-BE49-F238E27FC236}">
                    <a16:creationId xmlns:a16="http://schemas.microsoft.com/office/drawing/2014/main" id="{BB67F4C5-E342-4933-A25E-AF5FD7ECFE43}"/>
                  </a:ext>
                </a:extLst>
              </p:cNvPr>
              <p:cNvSpPr/>
              <p:nvPr/>
            </p:nvSpPr>
            <p:spPr>
              <a:xfrm>
                <a:off x="3375484" y="4176700"/>
                <a:ext cx="304800" cy="3048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173" name="Rounded Rectangle 14">
              <a:extLst>
                <a:ext uri="{FF2B5EF4-FFF2-40B4-BE49-F238E27FC236}">
                  <a16:creationId xmlns:a16="http://schemas.microsoft.com/office/drawing/2014/main" id="{39CDED29-610D-4F6D-8771-1A04A5BF36C5}"/>
                </a:ext>
              </a:extLst>
            </p:cNvPr>
            <p:cNvSpPr/>
            <p:nvPr/>
          </p:nvSpPr>
          <p:spPr>
            <a:xfrm rot="19957432">
              <a:off x="1660321" y="2205562"/>
              <a:ext cx="855933" cy="812432"/>
            </a:xfrm>
            <a:custGeom>
              <a:avLst/>
              <a:gdLst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8917" h="568478">
                  <a:moveTo>
                    <a:pt x="298603" y="2"/>
                  </a:moveTo>
                  <a:cubicBezTo>
                    <a:pt x="324583" y="-145"/>
                    <a:pt x="350602" y="6408"/>
                    <a:pt x="373918" y="19676"/>
                  </a:cubicBezTo>
                  <a:cubicBezTo>
                    <a:pt x="421176" y="46569"/>
                    <a:pt x="449886" y="96804"/>
                    <a:pt x="448829" y="150752"/>
                  </a:cubicBezTo>
                  <a:lnTo>
                    <a:pt x="446328" y="150767"/>
                  </a:lnTo>
                  <a:lnTo>
                    <a:pt x="446328" y="252762"/>
                  </a:lnTo>
                  <a:lnTo>
                    <a:pt x="446478" y="252762"/>
                  </a:lnTo>
                  <a:lnTo>
                    <a:pt x="598917" y="565068"/>
                  </a:lnTo>
                  <a:lnTo>
                    <a:pt x="0" y="568478"/>
                  </a:lnTo>
                  <a:lnTo>
                    <a:pt x="142510" y="252762"/>
                  </a:lnTo>
                  <a:lnTo>
                    <a:pt x="143217" y="252762"/>
                  </a:lnTo>
                  <a:lnTo>
                    <a:pt x="143217" y="134244"/>
                  </a:lnTo>
                  <a:cubicBezTo>
                    <a:pt x="143445" y="138297"/>
                    <a:pt x="164730" y="39613"/>
                    <a:pt x="223520" y="20528"/>
                  </a:cubicBezTo>
                  <a:cubicBezTo>
                    <a:pt x="249418" y="-1846"/>
                    <a:pt x="272623" y="149"/>
                    <a:pt x="298603" y="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74" name="Diagonal Stripe 232">
              <a:extLst>
                <a:ext uri="{FF2B5EF4-FFF2-40B4-BE49-F238E27FC236}">
                  <a16:creationId xmlns:a16="http://schemas.microsoft.com/office/drawing/2014/main" id="{9AF225B1-5E63-43BD-A960-17370EC9AD1E}"/>
                </a:ext>
              </a:extLst>
            </p:cNvPr>
            <p:cNvSpPr/>
            <p:nvPr/>
          </p:nvSpPr>
          <p:spPr>
            <a:xfrm rot="2700000">
              <a:off x="481157" y="5226394"/>
              <a:ext cx="892322" cy="892322"/>
            </a:xfrm>
            <a:prstGeom prst="diagStrip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81" name="Group 260">
            <a:extLst>
              <a:ext uri="{FF2B5EF4-FFF2-40B4-BE49-F238E27FC236}">
                <a16:creationId xmlns:a16="http://schemas.microsoft.com/office/drawing/2014/main" id="{114AE347-1B56-442B-A95E-E71649EC5BD1}"/>
              </a:ext>
            </a:extLst>
          </p:cNvPr>
          <p:cNvGrpSpPr/>
          <p:nvPr userDrawn="1"/>
        </p:nvGrpSpPr>
        <p:grpSpPr>
          <a:xfrm>
            <a:off x="6778910" y="909149"/>
            <a:ext cx="1954036" cy="2400980"/>
            <a:chOff x="5094895" y="2639865"/>
            <a:chExt cx="2149967" cy="2641726"/>
          </a:xfrm>
        </p:grpSpPr>
        <p:grpSp>
          <p:nvGrpSpPr>
            <p:cNvPr id="182" name="Group 261">
              <a:extLst>
                <a:ext uri="{FF2B5EF4-FFF2-40B4-BE49-F238E27FC236}">
                  <a16:creationId xmlns:a16="http://schemas.microsoft.com/office/drawing/2014/main" id="{8DF46A6A-8C1F-4BE5-83E6-C31611F74668}"/>
                </a:ext>
              </a:extLst>
            </p:cNvPr>
            <p:cNvGrpSpPr/>
            <p:nvPr/>
          </p:nvGrpSpPr>
          <p:grpSpPr>
            <a:xfrm>
              <a:off x="5094895" y="3711725"/>
              <a:ext cx="2113260" cy="1375670"/>
              <a:chOff x="5094895" y="3711725"/>
              <a:chExt cx="2113260" cy="1375670"/>
            </a:xfrm>
          </p:grpSpPr>
          <p:grpSp>
            <p:nvGrpSpPr>
              <p:cNvPr id="196" name="Group 275">
                <a:extLst>
                  <a:ext uri="{FF2B5EF4-FFF2-40B4-BE49-F238E27FC236}">
                    <a16:creationId xmlns:a16="http://schemas.microsoft.com/office/drawing/2014/main" id="{07EAB79F-881C-4F7A-B3A4-1D77F512361F}"/>
                  </a:ext>
                </a:extLst>
              </p:cNvPr>
              <p:cNvGrpSpPr/>
              <p:nvPr/>
            </p:nvGrpSpPr>
            <p:grpSpPr>
              <a:xfrm>
                <a:off x="5094895" y="3711725"/>
                <a:ext cx="2113260" cy="628134"/>
                <a:chOff x="5094895" y="3711725"/>
                <a:chExt cx="2113260" cy="628134"/>
              </a:xfrm>
            </p:grpSpPr>
            <p:sp>
              <p:nvSpPr>
                <p:cNvPr id="199" name="Freeform: Shape 278">
                  <a:extLst>
                    <a:ext uri="{FF2B5EF4-FFF2-40B4-BE49-F238E27FC236}">
                      <a16:creationId xmlns:a16="http://schemas.microsoft.com/office/drawing/2014/main" id="{38F308D6-829A-4988-89DE-515752294D01}"/>
                    </a:ext>
                  </a:extLst>
                </p:cNvPr>
                <p:cNvSpPr/>
                <p:nvPr/>
              </p:nvSpPr>
              <p:spPr>
                <a:xfrm>
                  <a:off x="5094895" y="3863696"/>
                  <a:ext cx="336036" cy="476163"/>
                </a:xfrm>
                <a:custGeom>
                  <a:avLst/>
                  <a:gdLst>
                    <a:gd name="connsiteX0" fmla="*/ 218675 w 336036"/>
                    <a:gd name="connsiteY0" fmla="*/ 0 h 476163"/>
                    <a:gd name="connsiteX1" fmla="*/ 336036 w 336036"/>
                    <a:gd name="connsiteY1" fmla="*/ 0 h 476163"/>
                    <a:gd name="connsiteX2" fmla="*/ 336036 w 336036"/>
                    <a:gd name="connsiteY2" fmla="*/ 476163 h 476163"/>
                    <a:gd name="connsiteX3" fmla="*/ 218675 w 336036"/>
                    <a:gd name="connsiteY3" fmla="*/ 476163 h 476163"/>
                    <a:gd name="connsiteX4" fmla="*/ 218675 w 336036"/>
                    <a:gd name="connsiteY4" fmla="*/ 375461 h 476163"/>
                    <a:gd name="connsiteX5" fmla="*/ 0 w 336036"/>
                    <a:gd name="connsiteY5" fmla="*/ 375461 h 476163"/>
                    <a:gd name="connsiteX6" fmla="*/ 0 w 336036"/>
                    <a:gd name="connsiteY6" fmla="*/ 96603 h 476163"/>
                    <a:gd name="connsiteX7" fmla="*/ 218675 w 336036"/>
                    <a:gd name="connsiteY7" fmla="*/ 96603 h 476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6036" h="476163">
                      <a:moveTo>
                        <a:pt x="218675" y="0"/>
                      </a:moveTo>
                      <a:lnTo>
                        <a:pt x="336036" y="0"/>
                      </a:lnTo>
                      <a:lnTo>
                        <a:pt x="336036" y="476163"/>
                      </a:lnTo>
                      <a:lnTo>
                        <a:pt x="218675" y="476163"/>
                      </a:lnTo>
                      <a:lnTo>
                        <a:pt x="218675" y="375461"/>
                      </a:lnTo>
                      <a:lnTo>
                        <a:pt x="0" y="375461"/>
                      </a:lnTo>
                      <a:lnTo>
                        <a:pt x="0" y="96603"/>
                      </a:lnTo>
                      <a:lnTo>
                        <a:pt x="218675" y="96603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 279">
                  <a:extLst>
                    <a:ext uri="{FF2B5EF4-FFF2-40B4-BE49-F238E27FC236}">
                      <a16:creationId xmlns:a16="http://schemas.microsoft.com/office/drawing/2014/main" id="{3A98F069-CC5E-404D-8D17-140C555648C0}"/>
                    </a:ext>
                  </a:extLst>
                </p:cNvPr>
                <p:cNvSpPr/>
                <p:nvPr/>
              </p:nvSpPr>
              <p:spPr>
                <a:xfrm>
                  <a:off x="5477203" y="3837325"/>
                  <a:ext cx="1730952" cy="4571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Freeform: Shape 280">
                  <a:extLst>
                    <a:ext uri="{FF2B5EF4-FFF2-40B4-BE49-F238E27FC236}">
                      <a16:creationId xmlns:a16="http://schemas.microsoft.com/office/drawing/2014/main" id="{5F82051F-7696-40EE-9C5E-43A88B3CCE3F}"/>
                    </a:ext>
                  </a:extLst>
                </p:cNvPr>
                <p:cNvSpPr/>
                <p:nvPr/>
              </p:nvSpPr>
              <p:spPr>
                <a:xfrm>
                  <a:off x="6157841" y="3711725"/>
                  <a:ext cx="300038" cy="442408"/>
                </a:xfrm>
                <a:custGeom>
                  <a:avLst/>
                  <a:gdLst>
                    <a:gd name="connsiteX0" fmla="*/ 53611 w 300038"/>
                    <a:gd name="connsiteY0" fmla="*/ 0 h 442408"/>
                    <a:gd name="connsiteX1" fmla="*/ 246428 w 300038"/>
                    <a:gd name="connsiteY1" fmla="*/ 0 h 442408"/>
                    <a:gd name="connsiteX2" fmla="*/ 246428 w 300038"/>
                    <a:gd name="connsiteY2" fmla="*/ 239398 h 442408"/>
                    <a:gd name="connsiteX3" fmla="*/ 248641 w 300038"/>
                    <a:gd name="connsiteY3" fmla="*/ 239398 h 442408"/>
                    <a:gd name="connsiteX4" fmla="*/ 300038 w 300038"/>
                    <a:gd name="connsiteY4" fmla="*/ 391590 h 442408"/>
                    <a:gd name="connsiteX5" fmla="*/ 201048 w 300038"/>
                    <a:gd name="connsiteY5" fmla="*/ 391590 h 442408"/>
                    <a:gd name="connsiteX6" fmla="*/ 201048 w 300038"/>
                    <a:gd name="connsiteY6" fmla="*/ 408574 h 442408"/>
                    <a:gd name="connsiteX7" fmla="*/ 167214 w 300038"/>
                    <a:gd name="connsiteY7" fmla="*/ 442408 h 442408"/>
                    <a:gd name="connsiteX8" fmla="*/ 132826 w 300038"/>
                    <a:gd name="connsiteY8" fmla="*/ 442408 h 442408"/>
                    <a:gd name="connsiteX9" fmla="*/ 98992 w 300038"/>
                    <a:gd name="connsiteY9" fmla="*/ 408574 h 442408"/>
                    <a:gd name="connsiteX10" fmla="*/ 98992 w 300038"/>
                    <a:gd name="connsiteY10" fmla="*/ 391590 h 442408"/>
                    <a:gd name="connsiteX11" fmla="*/ 0 w 300038"/>
                    <a:gd name="connsiteY11" fmla="*/ 391590 h 442408"/>
                    <a:gd name="connsiteX12" fmla="*/ 51397 w 300038"/>
                    <a:gd name="connsiteY12" fmla="*/ 239398 h 442408"/>
                    <a:gd name="connsiteX13" fmla="*/ 53611 w 300038"/>
                    <a:gd name="connsiteY13" fmla="*/ 239398 h 442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00038" h="442408">
                      <a:moveTo>
                        <a:pt x="53611" y="0"/>
                      </a:moveTo>
                      <a:lnTo>
                        <a:pt x="246428" y="0"/>
                      </a:lnTo>
                      <a:lnTo>
                        <a:pt x="246428" y="239398"/>
                      </a:lnTo>
                      <a:lnTo>
                        <a:pt x="248641" y="239398"/>
                      </a:lnTo>
                      <a:lnTo>
                        <a:pt x="300038" y="391590"/>
                      </a:lnTo>
                      <a:lnTo>
                        <a:pt x="201048" y="391590"/>
                      </a:lnTo>
                      <a:lnTo>
                        <a:pt x="201048" y="408574"/>
                      </a:lnTo>
                      <a:cubicBezTo>
                        <a:pt x="201048" y="427260"/>
                        <a:pt x="185900" y="442408"/>
                        <a:pt x="167214" y="442408"/>
                      </a:cubicBezTo>
                      <a:lnTo>
                        <a:pt x="132826" y="442408"/>
                      </a:lnTo>
                      <a:cubicBezTo>
                        <a:pt x="114140" y="442408"/>
                        <a:pt x="98992" y="427260"/>
                        <a:pt x="98992" y="408574"/>
                      </a:cubicBezTo>
                      <a:lnTo>
                        <a:pt x="98992" y="391590"/>
                      </a:lnTo>
                      <a:lnTo>
                        <a:pt x="0" y="391590"/>
                      </a:lnTo>
                      <a:lnTo>
                        <a:pt x="51397" y="239398"/>
                      </a:lnTo>
                      <a:lnTo>
                        <a:pt x="53611" y="239398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7" name="Rectangle: Top Corners Rounded 276">
                <a:extLst>
                  <a:ext uri="{FF2B5EF4-FFF2-40B4-BE49-F238E27FC236}">
                    <a16:creationId xmlns:a16="http://schemas.microsoft.com/office/drawing/2014/main" id="{622C4369-75DB-44FF-B177-A185BD6F96AF}"/>
                  </a:ext>
                </a:extLst>
              </p:cNvPr>
              <p:cNvSpPr/>
              <p:nvPr/>
            </p:nvSpPr>
            <p:spPr>
              <a:xfrm rot="10800000">
                <a:off x="5773715" y="4944366"/>
                <a:ext cx="1128366" cy="45719"/>
              </a:xfrm>
              <a:prstGeom prst="round2SameRect">
                <a:avLst>
                  <a:gd name="adj1" fmla="val 33152"/>
                  <a:gd name="adj2" fmla="val 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277">
                <a:extLst>
                  <a:ext uri="{FF2B5EF4-FFF2-40B4-BE49-F238E27FC236}">
                    <a16:creationId xmlns:a16="http://schemas.microsoft.com/office/drawing/2014/main" id="{D59FD6CA-3C9E-45CC-BB6C-9C3E1BBEF80C}"/>
                  </a:ext>
                </a:extLst>
              </p:cNvPr>
              <p:cNvSpPr/>
              <p:nvPr/>
            </p:nvSpPr>
            <p:spPr>
              <a:xfrm>
                <a:off x="6164691" y="4965793"/>
                <a:ext cx="346413" cy="12160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262">
              <a:extLst>
                <a:ext uri="{FF2B5EF4-FFF2-40B4-BE49-F238E27FC236}">
                  <a16:creationId xmlns:a16="http://schemas.microsoft.com/office/drawing/2014/main" id="{54CF2C5C-7E14-4EBB-A7DA-5C6F4B24BA05}"/>
                </a:ext>
              </a:extLst>
            </p:cNvPr>
            <p:cNvGrpSpPr/>
            <p:nvPr/>
          </p:nvGrpSpPr>
          <p:grpSpPr>
            <a:xfrm>
              <a:off x="5176309" y="2639865"/>
              <a:ext cx="1156513" cy="1833233"/>
              <a:chOff x="5176309" y="2639865"/>
              <a:chExt cx="1156513" cy="1833233"/>
            </a:xfrm>
          </p:grpSpPr>
          <p:sp>
            <p:nvSpPr>
              <p:cNvPr id="192" name="Rectangle 271">
                <a:extLst>
                  <a:ext uri="{FF2B5EF4-FFF2-40B4-BE49-F238E27FC236}">
                    <a16:creationId xmlns:a16="http://schemas.microsoft.com/office/drawing/2014/main" id="{125F9235-1DDA-4038-AABC-4E88A9283FC1}"/>
                  </a:ext>
                </a:extLst>
              </p:cNvPr>
              <p:cNvSpPr/>
              <p:nvPr/>
            </p:nvSpPr>
            <p:spPr>
              <a:xfrm>
                <a:off x="5176309" y="3763758"/>
                <a:ext cx="194549" cy="7093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Block Arc 272">
                <a:extLst>
                  <a:ext uri="{FF2B5EF4-FFF2-40B4-BE49-F238E27FC236}">
                    <a16:creationId xmlns:a16="http://schemas.microsoft.com/office/drawing/2014/main" id="{7DBB10BC-931C-42E9-81AD-772C83D68FF9}"/>
                  </a:ext>
                </a:extLst>
              </p:cNvPr>
              <p:cNvSpPr/>
              <p:nvPr/>
            </p:nvSpPr>
            <p:spPr>
              <a:xfrm>
                <a:off x="5333128" y="2639865"/>
                <a:ext cx="999694" cy="999694"/>
              </a:xfrm>
              <a:prstGeom prst="blockArc">
                <a:avLst>
                  <a:gd name="adj1" fmla="val 10800000"/>
                  <a:gd name="adj2" fmla="val 21545197"/>
                  <a:gd name="adj3" fmla="val 3668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Rectangle 273">
                <a:extLst>
                  <a:ext uri="{FF2B5EF4-FFF2-40B4-BE49-F238E27FC236}">
                    <a16:creationId xmlns:a16="http://schemas.microsoft.com/office/drawing/2014/main" id="{178E7152-D22A-4693-BF79-05C0D71F69A5}"/>
                  </a:ext>
                </a:extLst>
              </p:cNvPr>
              <p:cNvSpPr/>
              <p:nvPr/>
            </p:nvSpPr>
            <p:spPr>
              <a:xfrm>
                <a:off x="5334282" y="3118735"/>
                <a:ext cx="36576" cy="7093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274">
                <a:extLst>
                  <a:ext uri="{FF2B5EF4-FFF2-40B4-BE49-F238E27FC236}">
                    <a16:creationId xmlns:a16="http://schemas.microsoft.com/office/drawing/2014/main" id="{17342F94-198D-4944-BE2B-F89CB216ECDA}"/>
                  </a:ext>
                </a:extLst>
              </p:cNvPr>
              <p:cNvSpPr/>
              <p:nvPr/>
            </p:nvSpPr>
            <p:spPr>
              <a:xfrm>
                <a:off x="6296246" y="3118317"/>
                <a:ext cx="36576" cy="6155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4" name="Group 263">
              <a:extLst>
                <a:ext uri="{FF2B5EF4-FFF2-40B4-BE49-F238E27FC236}">
                  <a16:creationId xmlns:a16="http://schemas.microsoft.com/office/drawing/2014/main" id="{E53F5F8C-0B97-4BB2-9922-5291F05CA273}"/>
                </a:ext>
              </a:extLst>
            </p:cNvPr>
            <p:cNvGrpSpPr/>
            <p:nvPr/>
          </p:nvGrpSpPr>
          <p:grpSpPr>
            <a:xfrm>
              <a:off x="5981094" y="4134870"/>
              <a:ext cx="733628" cy="784146"/>
              <a:chOff x="5724251" y="3033712"/>
              <a:chExt cx="733628" cy="784146"/>
            </a:xfrm>
            <a:solidFill>
              <a:schemeClr val="accent4"/>
            </a:solidFill>
          </p:grpSpPr>
          <p:sp>
            <p:nvSpPr>
              <p:cNvPr id="189" name="Freeform: Shape 268">
                <a:extLst>
                  <a:ext uri="{FF2B5EF4-FFF2-40B4-BE49-F238E27FC236}">
                    <a16:creationId xmlns:a16="http://schemas.microsoft.com/office/drawing/2014/main" id="{69CBFB8A-8A12-4FFE-88BB-AB499BFCA18F}"/>
                  </a:ext>
                </a:extLst>
              </p:cNvPr>
              <p:cNvSpPr/>
              <p:nvPr/>
            </p:nvSpPr>
            <p:spPr>
              <a:xfrm>
                <a:off x="5731996" y="3033712"/>
                <a:ext cx="600075" cy="342900"/>
              </a:xfrm>
              <a:custGeom>
                <a:avLst/>
                <a:gdLst>
                  <a:gd name="connsiteX0" fmla="*/ 562124 w 600075"/>
                  <a:gd name="connsiteY0" fmla="*/ 244793 h 342900"/>
                  <a:gd name="connsiteX1" fmla="*/ 503069 w 600075"/>
                  <a:gd name="connsiteY1" fmla="*/ 225743 h 342900"/>
                  <a:gd name="connsiteX2" fmla="*/ 55394 w 600075"/>
                  <a:gd name="connsiteY2" fmla="*/ 226695 h 342900"/>
                  <a:gd name="connsiteX3" fmla="*/ 149 w 600075"/>
                  <a:gd name="connsiteY3" fmla="*/ 173355 h 342900"/>
                  <a:gd name="connsiteX4" fmla="*/ 81112 w 600075"/>
                  <a:gd name="connsiteY4" fmla="*/ 93345 h 342900"/>
                  <a:gd name="connsiteX5" fmla="*/ 252562 w 600075"/>
                  <a:gd name="connsiteY5" fmla="*/ 94298 h 342900"/>
                  <a:gd name="connsiteX6" fmla="*/ 290662 w 600075"/>
                  <a:gd name="connsiteY6" fmla="*/ 57150 h 342900"/>
                  <a:gd name="connsiteX7" fmla="*/ 290662 w 600075"/>
                  <a:gd name="connsiteY7" fmla="*/ 28575 h 342900"/>
                  <a:gd name="connsiteX8" fmla="*/ 317332 w 600075"/>
                  <a:gd name="connsiteY8" fmla="*/ 0 h 342900"/>
                  <a:gd name="connsiteX9" fmla="*/ 343049 w 600075"/>
                  <a:gd name="connsiteY9" fmla="*/ 28575 h 342900"/>
                  <a:gd name="connsiteX10" fmla="*/ 343049 w 600075"/>
                  <a:gd name="connsiteY10" fmla="*/ 114300 h 342900"/>
                  <a:gd name="connsiteX11" fmla="*/ 294472 w 600075"/>
                  <a:gd name="connsiteY11" fmla="*/ 146685 h 342900"/>
                  <a:gd name="connsiteX12" fmla="*/ 84922 w 600075"/>
                  <a:gd name="connsiteY12" fmla="*/ 146685 h 342900"/>
                  <a:gd name="connsiteX13" fmla="*/ 52537 w 600075"/>
                  <a:gd name="connsiteY13" fmla="*/ 161925 h 342900"/>
                  <a:gd name="connsiteX14" fmla="*/ 85874 w 600075"/>
                  <a:gd name="connsiteY14" fmla="*/ 176213 h 342900"/>
                  <a:gd name="connsiteX15" fmla="*/ 547837 w 600075"/>
                  <a:gd name="connsiteY15" fmla="*/ 175260 h 342900"/>
                  <a:gd name="connsiteX16" fmla="*/ 604987 w 600075"/>
                  <a:gd name="connsiteY16" fmla="*/ 232410 h 342900"/>
                  <a:gd name="connsiteX17" fmla="*/ 548789 w 600075"/>
                  <a:gd name="connsiteY17" fmla="*/ 294323 h 342900"/>
                  <a:gd name="connsiteX18" fmla="*/ 467827 w 600075"/>
                  <a:gd name="connsiteY18" fmla="*/ 293370 h 342900"/>
                  <a:gd name="connsiteX19" fmla="*/ 409724 w 600075"/>
                  <a:gd name="connsiteY19" fmla="*/ 331470 h 342900"/>
                  <a:gd name="connsiteX20" fmla="*/ 372577 w 600075"/>
                  <a:gd name="connsiteY20" fmla="*/ 343853 h 342900"/>
                  <a:gd name="connsiteX21" fmla="*/ 364957 w 600075"/>
                  <a:gd name="connsiteY21" fmla="*/ 266700 h 342900"/>
                  <a:gd name="connsiteX22" fmla="*/ 404962 w 600075"/>
                  <a:gd name="connsiteY22" fmla="*/ 243840 h 342900"/>
                  <a:gd name="connsiteX23" fmla="*/ 562124 w 600075"/>
                  <a:gd name="connsiteY23" fmla="*/ 24479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0075" h="342900">
                    <a:moveTo>
                      <a:pt x="562124" y="244793"/>
                    </a:moveTo>
                    <a:cubicBezTo>
                      <a:pt x="537359" y="219075"/>
                      <a:pt x="519262" y="226695"/>
                      <a:pt x="503069" y="225743"/>
                    </a:cubicBezTo>
                    <a:cubicBezTo>
                      <a:pt x="353527" y="224790"/>
                      <a:pt x="204937" y="223838"/>
                      <a:pt x="55394" y="226695"/>
                    </a:cubicBezTo>
                    <a:cubicBezTo>
                      <a:pt x="14437" y="227648"/>
                      <a:pt x="-1756" y="216218"/>
                      <a:pt x="149" y="173355"/>
                    </a:cubicBezTo>
                    <a:cubicBezTo>
                      <a:pt x="2054" y="93345"/>
                      <a:pt x="149" y="93345"/>
                      <a:pt x="81112" y="93345"/>
                    </a:cubicBezTo>
                    <a:cubicBezTo>
                      <a:pt x="138262" y="93345"/>
                      <a:pt x="195412" y="92393"/>
                      <a:pt x="252562" y="94298"/>
                    </a:cubicBezTo>
                    <a:cubicBezTo>
                      <a:pt x="280184" y="95250"/>
                      <a:pt x="295424" y="88583"/>
                      <a:pt x="290662" y="57150"/>
                    </a:cubicBezTo>
                    <a:cubicBezTo>
                      <a:pt x="289709" y="47625"/>
                      <a:pt x="289709" y="38100"/>
                      <a:pt x="290662" y="28575"/>
                    </a:cubicBezTo>
                    <a:cubicBezTo>
                      <a:pt x="292567" y="12383"/>
                      <a:pt x="300187" y="0"/>
                      <a:pt x="317332" y="0"/>
                    </a:cubicBezTo>
                    <a:cubicBezTo>
                      <a:pt x="334477" y="0"/>
                      <a:pt x="343049" y="13335"/>
                      <a:pt x="343049" y="28575"/>
                    </a:cubicBezTo>
                    <a:cubicBezTo>
                      <a:pt x="344002" y="57150"/>
                      <a:pt x="344954" y="85725"/>
                      <a:pt x="343049" y="114300"/>
                    </a:cubicBezTo>
                    <a:cubicBezTo>
                      <a:pt x="341144" y="143828"/>
                      <a:pt x="318284" y="146685"/>
                      <a:pt x="294472" y="146685"/>
                    </a:cubicBezTo>
                    <a:cubicBezTo>
                      <a:pt x="224939" y="146685"/>
                      <a:pt x="154454" y="146685"/>
                      <a:pt x="84922" y="146685"/>
                    </a:cubicBezTo>
                    <a:cubicBezTo>
                      <a:pt x="72539" y="146685"/>
                      <a:pt x="51584" y="140018"/>
                      <a:pt x="52537" y="161925"/>
                    </a:cubicBezTo>
                    <a:cubicBezTo>
                      <a:pt x="53489" y="183833"/>
                      <a:pt x="73492" y="176213"/>
                      <a:pt x="85874" y="176213"/>
                    </a:cubicBezTo>
                    <a:cubicBezTo>
                      <a:pt x="240179" y="177165"/>
                      <a:pt x="393532" y="178118"/>
                      <a:pt x="547837" y="175260"/>
                    </a:cubicBezTo>
                    <a:cubicBezTo>
                      <a:pt x="592604" y="174308"/>
                      <a:pt x="605939" y="188595"/>
                      <a:pt x="604987" y="232410"/>
                    </a:cubicBezTo>
                    <a:cubicBezTo>
                      <a:pt x="604034" y="274320"/>
                      <a:pt x="598319" y="300038"/>
                      <a:pt x="548789" y="294323"/>
                    </a:cubicBezTo>
                    <a:cubicBezTo>
                      <a:pt x="522119" y="291465"/>
                      <a:pt x="494497" y="294323"/>
                      <a:pt x="467827" y="293370"/>
                    </a:cubicBezTo>
                    <a:cubicBezTo>
                      <a:pt x="440204" y="293370"/>
                      <a:pt x="410677" y="285750"/>
                      <a:pt x="409724" y="331470"/>
                    </a:cubicBezTo>
                    <a:cubicBezTo>
                      <a:pt x="409724" y="349568"/>
                      <a:pt x="384959" y="356235"/>
                      <a:pt x="372577" y="343853"/>
                    </a:cubicBezTo>
                    <a:cubicBezTo>
                      <a:pt x="352574" y="321945"/>
                      <a:pt x="362099" y="292418"/>
                      <a:pt x="364957" y="266700"/>
                    </a:cubicBezTo>
                    <a:cubicBezTo>
                      <a:pt x="366862" y="242888"/>
                      <a:pt x="387817" y="243840"/>
                      <a:pt x="404962" y="243840"/>
                    </a:cubicBezTo>
                    <a:cubicBezTo>
                      <a:pt x="454492" y="244793"/>
                      <a:pt x="503069" y="244793"/>
                      <a:pt x="562124" y="24479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269">
                <a:extLst>
                  <a:ext uri="{FF2B5EF4-FFF2-40B4-BE49-F238E27FC236}">
                    <a16:creationId xmlns:a16="http://schemas.microsoft.com/office/drawing/2014/main" id="{67D1F54E-AA46-4DA9-A152-5982055C36A9}"/>
                  </a:ext>
                </a:extLst>
              </p:cNvPr>
              <p:cNvSpPr/>
              <p:nvPr/>
            </p:nvSpPr>
            <p:spPr>
              <a:xfrm>
                <a:off x="5724251" y="3427333"/>
                <a:ext cx="285750" cy="390525"/>
              </a:xfrm>
              <a:custGeom>
                <a:avLst/>
                <a:gdLst>
                  <a:gd name="connsiteX0" fmla="*/ 2179 w 285750"/>
                  <a:gd name="connsiteY0" fmla="*/ 302657 h 390525"/>
                  <a:gd name="connsiteX1" fmla="*/ 126004 w 285750"/>
                  <a:gd name="connsiteY1" fmla="*/ 326469 h 390525"/>
                  <a:gd name="connsiteX2" fmla="*/ 190774 w 285750"/>
                  <a:gd name="connsiteY2" fmla="*/ 276939 h 390525"/>
                  <a:gd name="connsiteX3" fmla="*/ 130767 w 285750"/>
                  <a:gd name="connsiteY3" fmla="*/ 222647 h 390525"/>
                  <a:gd name="connsiteX4" fmla="*/ 92667 w 285750"/>
                  <a:gd name="connsiteY4" fmla="*/ 221694 h 390525"/>
                  <a:gd name="connsiteX5" fmla="*/ 67902 w 285750"/>
                  <a:gd name="connsiteY5" fmla="*/ 192167 h 390525"/>
                  <a:gd name="connsiteX6" fmla="*/ 92667 w 285750"/>
                  <a:gd name="connsiteY6" fmla="*/ 156924 h 390525"/>
                  <a:gd name="connsiteX7" fmla="*/ 140292 w 285750"/>
                  <a:gd name="connsiteY7" fmla="*/ 155019 h 390525"/>
                  <a:gd name="connsiteX8" fmla="*/ 182202 w 285750"/>
                  <a:gd name="connsiteY8" fmla="*/ 112157 h 390525"/>
                  <a:gd name="connsiteX9" fmla="*/ 141244 w 285750"/>
                  <a:gd name="connsiteY9" fmla="*/ 68342 h 390525"/>
                  <a:gd name="connsiteX10" fmla="*/ 25039 w 285750"/>
                  <a:gd name="connsiteY10" fmla="*/ 81677 h 390525"/>
                  <a:gd name="connsiteX11" fmla="*/ 84094 w 285750"/>
                  <a:gd name="connsiteY11" fmla="*/ 1667 h 390525"/>
                  <a:gd name="connsiteX12" fmla="*/ 187917 w 285750"/>
                  <a:gd name="connsiteY12" fmla="*/ 2619 h 390525"/>
                  <a:gd name="connsiteX13" fmla="*/ 277452 w 285750"/>
                  <a:gd name="connsiteY13" fmla="*/ 73104 h 390525"/>
                  <a:gd name="connsiteX14" fmla="*/ 221254 w 285750"/>
                  <a:gd name="connsiteY14" fmla="*/ 178832 h 390525"/>
                  <a:gd name="connsiteX15" fmla="*/ 285072 w 285750"/>
                  <a:gd name="connsiteY15" fmla="*/ 245507 h 390525"/>
                  <a:gd name="connsiteX16" fmla="*/ 216492 w 285750"/>
                  <a:gd name="connsiteY16" fmla="*/ 378857 h 390525"/>
                  <a:gd name="connsiteX17" fmla="*/ 25039 w 285750"/>
                  <a:gd name="connsiteY17" fmla="*/ 380762 h 390525"/>
                  <a:gd name="connsiteX18" fmla="*/ 2179 w 285750"/>
                  <a:gd name="connsiteY18" fmla="*/ 302657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85750" h="390525">
                    <a:moveTo>
                      <a:pt x="2179" y="302657"/>
                    </a:moveTo>
                    <a:cubicBezTo>
                      <a:pt x="45994" y="316944"/>
                      <a:pt x="84094" y="331232"/>
                      <a:pt x="126004" y="326469"/>
                    </a:cubicBezTo>
                    <a:cubicBezTo>
                      <a:pt x="157437" y="322659"/>
                      <a:pt x="187917" y="315039"/>
                      <a:pt x="190774" y="276939"/>
                    </a:cubicBezTo>
                    <a:cubicBezTo>
                      <a:pt x="193632" y="236934"/>
                      <a:pt x="160294" y="229314"/>
                      <a:pt x="130767" y="222647"/>
                    </a:cubicBezTo>
                    <a:cubicBezTo>
                      <a:pt x="118384" y="219789"/>
                      <a:pt x="105049" y="220742"/>
                      <a:pt x="92667" y="221694"/>
                    </a:cubicBezTo>
                    <a:cubicBezTo>
                      <a:pt x="69807" y="223599"/>
                      <a:pt x="66949" y="210264"/>
                      <a:pt x="67902" y="192167"/>
                    </a:cubicBezTo>
                    <a:cubicBezTo>
                      <a:pt x="68854" y="175022"/>
                      <a:pt x="64092" y="155972"/>
                      <a:pt x="92667" y="156924"/>
                    </a:cubicBezTo>
                    <a:cubicBezTo>
                      <a:pt x="108859" y="157877"/>
                      <a:pt x="124099" y="156924"/>
                      <a:pt x="140292" y="155019"/>
                    </a:cubicBezTo>
                    <a:cubicBezTo>
                      <a:pt x="165057" y="152162"/>
                      <a:pt x="182202" y="139779"/>
                      <a:pt x="182202" y="112157"/>
                    </a:cubicBezTo>
                    <a:cubicBezTo>
                      <a:pt x="182202" y="85487"/>
                      <a:pt x="166009" y="72152"/>
                      <a:pt x="141244" y="68342"/>
                    </a:cubicBezTo>
                    <a:cubicBezTo>
                      <a:pt x="101239" y="61674"/>
                      <a:pt x="63139" y="71199"/>
                      <a:pt x="25039" y="81677"/>
                    </a:cubicBezTo>
                    <a:cubicBezTo>
                      <a:pt x="14562" y="9287"/>
                      <a:pt x="16467" y="6429"/>
                      <a:pt x="84094" y="1667"/>
                    </a:cubicBezTo>
                    <a:cubicBezTo>
                      <a:pt x="118384" y="-238"/>
                      <a:pt x="153627" y="-1191"/>
                      <a:pt x="187917" y="2619"/>
                    </a:cubicBezTo>
                    <a:cubicBezTo>
                      <a:pt x="230779" y="7382"/>
                      <a:pt x="267927" y="24527"/>
                      <a:pt x="277452" y="73104"/>
                    </a:cubicBezTo>
                    <a:cubicBezTo>
                      <a:pt x="286977" y="122634"/>
                      <a:pt x="273642" y="148352"/>
                      <a:pt x="221254" y="178832"/>
                    </a:cubicBezTo>
                    <a:cubicBezTo>
                      <a:pt x="248877" y="195977"/>
                      <a:pt x="275547" y="212169"/>
                      <a:pt x="285072" y="245507"/>
                    </a:cubicBezTo>
                    <a:cubicBezTo>
                      <a:pt x="301264" y="303609"/>
                      <a:pt x="274594" y="358854"/>
                      <a:pt x="216492" y="378857"/>
                    </a:cubicBezTo>
                    <a:cubicBezTo>
                      <a:pt x="152674" y="400764"/>
                      <a:pt x="87904" y="397907"/>
                      <a:pt x="25039" y="380762"/>
                    </a:cubicBezTo>
                    <a:cubicBezTo>
                      <a:pt x="-17823" y="369332"/>
                      <a:pt x="8847" y="332184"/>
                      <a:pt x="2179" y="30265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270">
                <a:extLst>
                  <a:ext uri="{FF2B5EF4-FFF2-40B4-BE49-F238E27FC236}">
                    <a16:creationId xmlns:a16="http://schemas.microsoft.com/office/drawing/2014/main" id="{A19EA87B-11F5-468A-8DFD-9978D5A71A9C}"/>
                  </a:ext>
                </a:extLst>
              </p:cNvPr>
              <p:cNvSpPr/>
              <p:nvPr/>
            </p:nvSpPr>
            <p:spPr>
              <a:xfrm>
                <a:off x="6105454" y="3430840"/>
                <a:ext cx="352425" cy="381000"/>
              </a:xfrm>
              <a:custGeom>
                <a:avLst/>
                <a:gdLst>
                  <a:gd name="connsiteX0" fmla="*/ 199143 w 352425"/>
                  <a:gd name="connsiteY0" fmla="*/ 7684 h 381000"/>
                  <a:gd name="connsiteX1" fmla="*/ 32456 w 352425"/>
                  <a:gd name="connsiteY1" fmla="*/ 65 h 381000"/>
                  <a:gd name="connsiteX2" fmla="*/ 71 w 352425"/>
                  <a:gd name="connsiteY2" fmla="*/ 33402 h 381000"/>
                  <a:gd name="connsiteX3" fmla="*/ 71 w 352425"/>
                  <a:gd name="connsiteY3" fmla="*/ 190565 h 381000"/>
                  <a:gd name="connsiteX4" fmla="*/ 71 w 352425"/>
                  <a:gd name="connsiteY4" fmla="*/ 352489 h 381000"/>
                  <a:gd name="connsiteX5" fmla="*/ 30551 w 352425"/>
                  <a:gd name="connsiteY5" fmla="*/ 382970 h 381000"/>
                  <a:gd name="connsiteX6" fmla="*/ 192476 w 352425"/>
                  <a:gd name="connsiteY6" fmla="*/ 379160 h 381000"/>
                  <a:gd name="connsiteX7" fmla="*/ 358211 w 352425"/>
                  <a:gd name="connsiteY7" fmla="*/ 199137 h 381000"/>
                  <a:gd name="connsiteX8" fmla="*/ 199143 w 352425"/>
                  <a:gd name="connsiteY8" fmla="*/ 7684 h 381000"/>
                  <a:gd name="connsiteX9" fmla="*/ 257246 w 352425"/>
                  <a:gd name="connsiteY9" fmla="*/ 210567 h 381000"/>
                  <a:gd name="connsiteX10" fmla="*/ 119133 w 352425"/>
                  <a:gd name="connsiteY10" fmla="*/ 307722 h 381000"/>
                  <a:gd name="connsiteX11" fmla="*/ 96273 w 352425"/>
                  <a:gd name="connsiteY11" fmla="*/ 279147 h 381000"/>
                  <a:gd name="connsiteX12" fmla="*/ 96273 w 352425"/>
                  <a:gd name="connsiteY12" fmla="*/ 189612 h 381000"/>
                  <a:gd name="connsiteX13" fmla="*/ 95321 w 352425"/>
                  <a:gd name="connsiteY13" fmla="*/ 127699 h 381000"/>
                  <a:gd name="connsiteX14" fmla="*/ 150566 w 352425"/>
                  <a:gd name="connsiteY14" fmla="*/ 75312 h 381000"/>
                  <a:gd name="connsiteX15" fmla="*/ 257246 w 352425"/>
                  <a:gd name="connsiteY15" fmla="*/ 210567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2425" h="381000">
                    <a:moveTo>
                      <a:pt x="199143" y="7684"/>
                    </a:moveTo>
                    <a:cubicBezTo>
                      <a:pt x="143898" y="-888"/>
                      <a:pt x="88653" y="1970"/>
                      <a:pt x="32456" y="65"/>
                    </a:cubicBezTo>
                    <a:cubicBezTo>
                      <a:pt x="7691" y="-888"/>
                      <a:pt x="-882" y="8637"/>
                      <a:pt x="71" y="33402"/>
                    </a:cubicBezTo>
                    <a:cubicBezTo>
                      <a:pt x="1023" y="85790"/>
                      <a:pt x="71" y="138177"/>
                      <a:pt x="71" y="190565"/>
                    </a:cubicBezTo>
                    <a:cubicBezTo>
                      <a:pt x="71" y="244857"/>
                      <a:pt x="1023" y="298197"/>
                      <a:pt x="71" y="352489"/>
                    </a:cubicBezTo>
                    <a:cubicBezTo>
                      <a:pt x="71" y="374397"/>
                      <a:pt x="7691" y="383922"/>
                      <a:pt x="30551" y="382970"/>
                    </a:cubicBezTo>
                    <a:cubicBezTo>
                      <a:pt x="84843" y="381064"/>
                      <a:pt x="139136" y="383922"/>
                      <a:pt x="192476" y="379160"/>
                    </a:cubicBezTo>
                    <a:cubicBezTo>
                      <a:pt x="293441" y="370587"/>
                      <a:pt x="356306" y="300102"/>
                      <a:pt x="358211" y="199137"/>
                    </a:cubicBezTo>
                    <a:cubicBezTo>
                      <a:pt x="359163" y="90552"/>
                      <a:pt x="302013" y="23877"/>
                      <a:pt x="199143" y="7684"/>
                    </a:cubicBezTo>
                    <a:close/>
                    <a:moveTo>
                      <a:pt x="257246" y="210567"/>
                    </a:moveTo>
                    <a:cubicBezTo>
                      <a:pt x="248673" y="278195"/>
                      <a:pt x="190571" y="318199"/>
                      <a:pt x="119133" y="307722"/>
                    </a:cubicBezTo>
                    <a:cubicBezTo>
                      <a:pt x="100083" y="304864"/>
                      <a:pt x="96273" y="295339"/>
                      <a:pt x="96273" y="279147"/>
                    </a:cubicBezTo>
                    <a:cubicBezTo>
                      <a:pt x="96273" y="249620"/>
                      <a:pt x="96273" y="219139"/>
                      <a:pt x="96273" y="189612"/>
                    </a:cubicBezTo>
                    <a:cubicBezTo>
                      <a:pt x="96273" y="168657"/>
                      <a:pt x="99131" y="148654"/>
                      <a:pt x="95321" y="127699"/>
                    </a:cubicBezTo>
                    <a:cubicBezTo>
                      <a:pt x="88653" y="81979"/>
                      <a:pt x="108656" y="70549"/>
                      <a:pt x="150566" y="75312"/>
                    </a:cubicBezTo>
                    <a:cubicBezTo>
                      <a:pt x="224861" y="84837"/>
                      <a:pt x="266771" y="136272"/>
                      <a:pt x="257246" y="21056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85" name="Group 264">
              <a:extLst>
                <a:ext uri="{FF2B5EF4-FFF2-40B4-BE49-F238E27FC236}">
                  <a16:creationId xmlns:a16="http://schemas.microsoft.com/office/drawing/2014/main" id="{4793FEF3-5C53-4C5E-BD3F-AA16B001BF69}"/>
                </a:ext>
              </a:extLst>
            </p:cNvPr>
            <p:cNvGrpSpPr/>
            <p:nvPr/>
          </p:nvGrpSpPr>
          <p:grpSpPr>
            <a:xfrm>
              <a:off x="5430933" y="3429000"/>
              <a:ext cx="1813929" cy="1852591"/>
              <a:chOff x="5430933" y="3429000"/>
              <a:chExt cx="1813929" cy="1852591"/>
            </a:xfrm>
          </p:grpSpPr>
          <p:sp>
            <p:nvSpPr>
              <p:cNvPr id="186" name="Frame 265">
                <a:extLst>
                  <a:ext uri="{FF2B5EF4-FFF2-40B4-BE49-F238E27FC236}">
                    <a16:creationId xmlns:a16="http://schemas.microsoft.com/office/drawing/2014/main" id="{71152C4E-D4DD-4F33-B5E8-259A5946E0EA}"/>
                  </a:ext>
                </a:extLst>
              </p:cNvPr>
              <p:cNvSpPr/>
              <p:nvPr/>
            </p:nvSpPr>
            <p:spPr>
              <a:xfrm>
                <a:off x="5430933" y="3429000"/>
                <a:ext cx="1813929" cy="1752653"/>
              </a:xfrm>
              <a:prstGeom prst="frame">
                <a:avLst>
                  <a:gd name="adj1" fmla="val 7537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266">
                <a:extLst>
                  <a:ext uri="{FF2B5EF4-FFF2-40B4-BE49-F238E27FC236}">
                    <a16:creationId xmlns:a16="http://schemas.microsoft.com/office/drawing/2014/main" id="{0907C9E8-94ED-4DD2-905A-FF92FFDB55F6}"/>
                  </a:ext>
                </a:extLst>
              </p:cNvPr>
              <p:cNvSpPr/>
              <p:nvPr/>
            </p:nvSpPr>
            <p:spPr>
              <a:xfrm>
                <a:off x="5430933" y="5181653"/>
                <a:ext cx="225668" cy="9993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267">
                <a:extLst>
                  <a:ext uri="{FF2B5EF4-FFF2-40B4-BE49-F238E27FC236}">
                    <a16:creationId xmlns:a16="http://schemas.microsoft.com/office/drawing/2014/main" id="{8E03E586-D078-461B-9F19-466CDB6F4DF1}"/>
                  </a:ext>
                </a:extLst>
              </p:cNvPr>
              <p:cNvSpPr/>
              <p:nvPr/>
            </p:nvSpPr>
            <p:spPr>
              <a:xfrm>
                <a:off x="7019194" y="5181653"/>
                <a:ext cx="225668" cy="9993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9004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Forme [b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Forme completamente modificabili</a:t>
            </a:r>
          </a:p>
        </p:txBody>
      </p:sp>
      <p:grpSp>
        <p:nvGrpSpPr>
          <p:cNvPr id="202" name="Group 34">
            <a:extLst>
              <a:ext uri="{FF2B5EF4-FFF2-40B4-BE49-F238E27FC236}">
                <a16:creationId xmlns:a16="http://schemas.microsoft.com/office/drawing/2014/main" id="{B97AF50E-9E6C-4B8B-A61A-6E96B4B15065}"/>
              </a:ext>
            </a:extLst>
          </p:cNvPr>
          <p:cNvGrpSpPr/>
          <p:nvPr userDrawn="1"/>
        </p:nvGrpSpPr>
        <p:grpSpPr>
          <a:xfrm>
            <a:off x="10483058" y="1702391"/>
            <a:ext cx="1087000" cy="2018714"/>
            <a:chOff x="741800" y="1570966"/>
            <a:chExt cx="2520000" cy="4680000"/>
          </a:xfrm>
        </p:grpSpPr>
        <p:grpSp>
          <p:nvGrpSpPr>
            <p:cNvPr id="203" name="Group 8">
              <a:extLst>
                <a:ext uri="{FF2B5EF4-FFF2-40B4-BE49-F238E27FC236}">
                  <a16:creationId xmlns:a16="http://schemas.microsoft.com/office/drawing/2014/main" id="{F64D194F-0694-4F56-94AC-5E7FF77113B0}"/>
                </a:ext>
              </a:extLst>
            </p:cNvPr>
            <p:cNvGrpSpPr/>
            <p:nvPr/>
          </p:nvGrpSpPr>
          <p:grpSpPr>
            <a:xfrm>
              <a:off x="741800" y="1570966"/>
              <a:ext cx="2520000" cy="4680000"/>
              <a:chOff x="445712" y="1449040"/>
              <a:chExt cx="2520000" cy="4680000"/>
            </a:xfrm>
          </p:grpSpPr>
          <p:sp>
            <p:nvSpPr>
              <p:cNvPr id="205" name="Rounded Rectangle 3">
                <a:extLst>
                  <a:ext uri="{FF2B5EF4-FFF2-40B4-BE49-F238E27FC236}">
                    <a16:creationId xmlns:a16="http://schemas.microsoft.com/office/drawing/2014/main" id="{91E6834F-96D4-4525-937D-23A3565F2B38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520000" cy="4680000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6" name="Rectangle 5">
                <a:extLst>
                  <a:ext uri="{FF2B5EF4-FFF2-40B4-BE49-F238E27FC236}">
                    <a16:creationId xmlns:a16="http://schemas.microsoft.com/office/drawing/2014/main" id="{F2F7FB57-2819-424C-B0B9-0BC3F3801CD7}"/>
                  </a:ext>
                </a:extLst>
              </p:cNvPr>
              <p:cNvSpPr/>
              <p:nvPr userDrawn="1"/>
            </p:nvSpPr>
            <p:spPr>
              <a:xfrm>
                <a:off x="1597700" y="1680321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grpSp>
            <p:nvGrpSpPr>
              <p:cNvPr id="207" name="Group 1">
                <a:extLst>
                  <a:ext uri="{FF2B5EF4-FFF2-40B4-BE49-F238E27FC236}">
                    <a16:creationId xmlns:a16="http://schemas.microsoft.com/office/drawing/2014/main" id="{4C4E5084-F78D-41CA-89AA-A97FE76AEABB}"/>
                  </a:ext>
                </a:extLst>
              </p:cNvPr>
              <p:cNvGrpSpPr/>
              <p:nvPr userDrawn="1"/>
            </p:nvGrpSpPr>
            <p:grpSpPr>
              <a:xfrm>
                <a:off x="1549420" y="5712364"/>
                <a:ext cx="312583" cy="312583"/>
                <a:chOff x="1570727" y="5532687"/>
                <a:chExt cx="312583" cy="312583"/>
              </a:xfrm>
            </p:grpSpPr>
            <p:sp>
              <p:nvSpPr>
                <p:cNvPr id="208" name="Oval 4">
                  <a:extLst>
                    <a:ext uri="{FF2B5EF4-FFF2-40B4-BE49-F238E27FC236}">
                      <a16:creationId xmlns:a16="http://schemas.microsoft.com/office/drawing/2014/main" id="{D6C448DA-F07D-4997-BA5D-D39B0266492F}"/>
                    </a:ext>
                  </a:extLst>
                </p:cNvPr>
                <p:cNvSpPr/>
                <p:nvPr userDrawn="1"/>
              </p:nvSpPr>
              <p:spPr>
                <a:xfrm>
                  <a:off x="1570727" y="5532687"/>
                  <a:ext cx="312583" cy="31258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209" name="Rounded Rectangle 7">
                  <a:extLst>
                    <a:ext uri="{FF2B5EF4-FFF2-40B4-BE49-F238E27FC236}">
                      <a16:creationId xmlns:a16="http://schemas.microsoft.com/office/drawing/2014/main" id="{48A9CAC0-C4E5-4137-9C20-331977C2FDE2}"/>
                    </a:ext>
                  </a:extLst>
                </p:cNvPr>
                <p:cNvSpPr/>
                <p:nvPr userDrawn="1"/>
              </p:nvSpPr>
              <p:spPr>
                <a:xfrm>
                  <a:off x="1655532" y="5616970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</p:grpSp>
        <p:sp>
          <p:nvSpPr>
            <p:cNvPr id="204" name="Picture Placeholder 9">
              <a:extLst>
                <a:ext uri="{FF2B5EF4-FFF2-40B4-BE49-F238E27FC236}">
                  <a16:creationId xmlns:a16="http://schemas.microsoft.com/office/drawing/2014/main" id="{D2A1E162-68D5-4521-826B-994D2937281A}"/>
                </a:ext>
              </a:extLst>
            </p:cNvPr>
            <p:cNvSpPr txBox="1">
              <a:spLocks/>
            </p:cNvSpPr>
            <p:nvPr/>
          </p:nvSpPr>
          <p:spPr>
            <a:xfrm>
              <a:off x="921680" y="1930403"/>
              <a:ext cx="2160240" cy="37444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marR="0" indent="0" algn="ctr" defTabSz="914446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210" name="Group 42">
            <a:extLst>
              <a:ext uri="{FF2B5EF4-FFF2-40B4-BE49-F238E27FC236}">
                <a16:creationId xmlns:a16="http://schemas.microsoft.com/office/drawing/2014/main" id="{11ABAC7E-BC11-42CA-829A-B0C4318442A9}"/>
              </a:ext>
            </a:extLst>
          </p:cNvPr>
          <p:cNvGrpSpPr/>
          <p:nvPr userDrawn="1"/>
        </p:nvGrpSpPr>
        <p:grpSpPr>
          <a:xfrm flipH="1">
            <a:off x="162768" y="808291"/>
            <a:ext cx="2580226" cy="3156179"/>
            <a:chOff x="6446339" y="1280897"/>
            <a:chExt cx="4320717" cy="5285178"/>
          </a:xfrm>
        </p:grpSpPr>
        <p:sp>
          <p:nvSpPr>
            <p:cNvPr id="211" name="Freeform: Shape 43">
              <a:extLst>
                <a:ext uri="{FF2B5EF4-FFF2-40B4-BE49-F238E27FC236}">
                  <a16:creationId xmlns:a16="http://schemas.microsoft.com/office/drawing/2014/main" id="{3EFA3547-24C0-48EB-87F3-8B1B41E2316A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44">
              <a:extLst>
                <a:ext uri="{FF2B5EF4-FFF2-40B4-BE49-F238E27FC236}">
                  <a16:creationId xmlns:a16="http://schemas.microsoft.com/office/drawing/2014/main" id="{D8A1E364-C6D2-435E-BBA8-38CBE3D2A4F0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45">
              <a:extLst>
                <a:ext uri="{FF2B5EF4-FFF2-40B4-BE49-F238E27FC236}">
                  <a16:creationId xmlns:a16="http://schemas.microsoft.com/office/drawing/2014/main" id="{B11A2399-A17E-449C-9765-C734D88AAFAD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46">
              <a:extLst>
                <a:ext uri="{FF2B5EF4-FFF2-40B4-BE49-F238E27FC236}">
                  <a16:creationId xmlns:a16="http://schemas.microsoft.com/office/drawing/2014/main" id="{AEB5E1D0-A32C-43C2-BE06-032EB16088E8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47">
              <a:extLst>
                <a:ext uri="{FF2B5EF4-FFF2-40B4-BE49-F238E27FC236}">
                  <a16:creationId xmlns:a16="http://schemas.microsoft.com/office/drawing/2014/main" id="{847720BB-6942-47D3-8A53-8A5F45ADE6F4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48">
              <a:extLst>
                <a:ext uri="{FF2B5EF4-FFF2-40B4-BE49-F238E27FC236}">
                  <a16:creationId xmlns:a16="http://schemas.microsoft.com/office/drawing/2014/main" id="{ACB1CCA9-DB02-488B-AB0A-5BC33EEC4085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49">
              <a:extLst>
                <a:ext uri="{FF2B5EF4-FFF2-40B4-BE49-F238E27FC236}">
                  <a16:creationId xmlns:a16="http://schemas.microsoft.com/office/drawing/2014/main" id="{D86E65B7-3F26-412A-AC93-4A87ABBC573A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8" name="Graphic 14">
            <a:extLst>
              <a:ext uri="{FF2B5EF4-FFF2-40B4-BE49-F238E27FC236}">
                <a16:creationId xmlns:a16="http://schemas.microsoft.com/office/drawing/2014/main" id="{EE4DA052-54CA-471C-B393-9B01E34B37EE}"/>
              </a:ext>
            </a:extLst>
          </p:cNvPr>
          <p:cNvGrpSpPr/>
          <p:nvPr userDrawn="1"/>
        </p:nvGrpSpPr>
        <p:grpSpPr>
          <a:xfrm>
            <a:off x="3479578" y="1592566"/>
            <a:ext cx="2724617" cy="2142959"/>
            <a:chOff x="2444748" y="555045"/>
            <a:chExt cx="7282048" cy="5727454"/>
          </a:xfrm>
        </p:grpSpPr>
        <p:sp>
          <p:nvSpPr>
            <p:cNvPr id="219" name="Freeform: Shape 61">
              <a:extLst>
                <a:ext uri="{FF2B5EF4-FFF2-40B4-BE49-F238E27FC236}">
                  <a16:creationId xmlns:a16="http://schemas.microsoft.com/office/drawing/2014/main" id="{FBCA1C8C-0130-4393-B3B6-807E42EDCBAA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62">
              <a:extLst>
                <a:ext uri="{FF2B5EF4-FFF2-40B4-BE49-F238E27FC236}">
                  <a16:creationId xmlns:a16="http://schemas.microsoft.com/office/drawing/2014/main" id="{5CA795F2-DB57-46A8-AC54-E3BCFB74D697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63">
              <a:extLst>
                <a:ext uri="{FF2B5EF4-FFF2-40B4-BE49-F238E27FC236}">
                  <a16:creationId xmlns:a16="http://schemas.microsoft.com/office/drawing/2014/main" id="{23657602-9131-43D9-89D8-9629536C6859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64">
              <a:extLst>
                <a:ext uri="{FF2B5EF4-FFF2-40B4-BE49-F238E27FC236}">
                  <a16:creationId xmlns:a16="http://schemas.microsoft.com/office/drawing/2014/main" id="{611A4683-F08A-4E44-A7CB-08B366E896CF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65">
              <a:extLst>
                <a:ext uri="{FF2B5EF4-FFF2-40B4-BE49-F238E27FC236}">
                  <a16:creationId xmlns:a16="http://schemas.microsoft.com/office/drawing/2014/main" id="{7038DA06-7FB0-4F6B-AE8A-F8DD9B2A9421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66">
              <a:extLst>
                <a:ext uri="{FF2B5EF4-FFF2-40B4-BE49-F238E27FC236}">
                  <a16:creationId xmlns:a16="http://schemas.microsoft.com/office/drawing/2014/main" id="{98BE3E96-1220-4E95-A287-D4BB59D2B694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67">
              <a:extLst>
                <a:ext uri="{FF2B5EF4-FFF2-40B4-BE49-F238E27FC236}">
                  <a16:creationId xmlns:a16="http://schemas.microsoft.com/office/drawing/2014/main" id="{DC02CDF8-116D-49CB-9054-57949A0CF581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68">
              <a:extLst>
                <a:ext uri="{FF2B5EF4-FFF2-40B4-BE49-F238E27FC236}">
                  <a16:creationId xmlns:a16="http://schemas.microsoft.com/office/drawing/2014/main" id="{46B13020-B197-43DE-A88E-08DA7C53CCC2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7" name="Group 69">
            <a:extLst>
              <a:ext uri="{FF2B5EF4-FFF2-40B4-BE49-F238E27FC236}">
                <a16:creationId xmlns:a16="http://schemas.microsoft.com/office/drawing/2014/main" id="{146E9D7A-D085-48E5-B074-42076DB8063E}"/>
              </a:ext>
            </a:extLst>
          </p:cNvPr>
          <p:cNvGrpSpPr/>
          <p:nvPr userDrawn="1"/>
        </p:nvGrpSpPr>
        <p:grpSpPr>
          <a:xfrm>
            <a:off x="6851877" y="1688485"/>
            <a:ext cx="3097626" cy="1701936"/>
            <a:chOff x="-548507" y="477868"/>
            <a:chExt cx="11570449" cy="6357177"/>
          </a:xfrm>
        </p:grpSpPr>
        <p:sp>
          <p:nvSpPr>
            <p:cNvPr id="228" name="Freeform: Shape 70">
              <a:extLst>
                <a:ext uri="{FF2B5EF4-FFF2-40B4-BE49-F238E27FC236}">
                  <a16:creationId xmlns:a16="http://schemas.microsoft.com/office/drawing/2014/main" id="{9897B797-8C01-4ED8-87CE-B853BBEB05BF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71">
              <a:extLst>
                <a:ext uri="{FF2B5EF4-FFF2-40B4-BE49-F238E27FC236}">
                  <a16:creationId xmlns:a16="http://schemas.microsoft.com/office/drawing/2014/main" id="{B84E81E7-B0E4-4A43-9EB1-DD429AB45B38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72">
              <a:extLst>
                <a:ext uri="{FF2B5EF4-FFF2-40B4-BE49-F238E27FC236}">
                  <a16:creationId xmlns:a16="http://schemas.microsoft.com/office/drawing/2014/main" id="{54968F7C-F88B-4CBA-A247-DFAF92E9C1DD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73">
              <a:extLst>
                <a:ext uri="{FF2B5EF4-FFF2-40B4-BE49-F238E27FC236}">
                  <a16:creationId xmlns:a16="http://schemas.microsoft.com/office/drawing/2014/main" id="{8C13E6A0-FEBF-43ED-8756-0A86291F558B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74">
              <a:extLst>
                <a:ext uri="{FF2B5EF4-FFF2-40B4-BE49-F238E27FC236}">
                  <a16:creationId xmlns:a16="http://schemas.microsoft.com/office/drawing/2014/main" id="{A3B00489-9875-434B-AB56-B2E46F3F1832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3" name="Group 75">
              <a:extLst>
                <a:ext uri="{FF2B5EF4-FFF2-40B4-BE49-F238E27FC236}">
                  <a16:creationId xmlns:a16="http://schemas.microsoft.com/office/drawing/2014/main" id="{7E889574-556C-4D72-9964-8CE0AACBA65B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38" name="Rectangle: Rounded Corners 80">
                <a:extLst>
                  <a:ext uri="{FF2B5EF4-FFF2-40B4-BE49-F238E27FC236}">
                    <a16:creationId xmlns:a16="http://schemas.microsoft.com/office/drawing/2014/main" id="{7D69B0E2-6EFC-4C71-B785-0EF55590C15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Rectangle: Rounded Corners 81">
                <a:extLst>
                  <a:ext uri="{FF2B5EF4-FFF2-40B4-BE49-F238E27FC236}">
                    <a16:creationId xmlns:a16="http://schemas.microsoft.com/office/drawing/2014/main" id="{E93140F5-DF5B-403A-9A38-0EC70C82F457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76">
              <a:extLst>
                <a:ext uri="{FF2B5EF4-FFF2-40B4-BE49-F238E27FC236}">
                  <a16:creationId xmlns:a16="http://schemas.microsoft.com/office/drawing/2014/main" id="{75E18A9E-E9FC-421B-89F1-C6F54773D5BA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36" name="Rectangle: Rounded Corners 78">
                <a:extLst>
                  <a:ext uri="{FF2B5EF4-FFF2-40B4-BE49-F238E27FC236}">
                    <a16:creationId xmlns:a16="http://schemas.microsoft.com/office/drawing/2014/main" id="{26BAD0AD-57B8-44C5-A1E3-B53A28F7A47D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Rectangle: Rounded Corners 79">
                <a:extLst>
                  <a:ext uri="{FF2B5EF4-FFF2-40B4-BE49-F238E27FC236}">
                    <a16:creationId xmlns:a16="http://schemas.microsoft.com/office/drawing/2014/main" id="{FA16A1C5-AAEC-44BF-A4EE-EC64BB77225B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5" name="Freeform: Shape 77">
              <a:extLst>
                <a:ext uri="{FF2B5EF4-FFF2-40B4-BE49-F238E27FC236}">
                  <a16:creationId xmlns:a16="http://schemas.microsoft.com/office/drawing/2014/main" id="{DCD062F9-641A-44D1-8BDB-1AEE9ACDFCFD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0" name="Freeform 3">
            <a:extLst>
              <a:ext uri="{FF2B5EF4-FFF2-40B4-BE49-F238E27FC236}">
                <a16:creationId xmlns:a16="http://schemas.microsoft.com/office/drawing/2014/main" id="{B9C00F1B-6811-41E7-A0C3-A315456497BB}"/>
              </a:ext>
            </a:extLst>
          </p:cNvPr>
          <p:cNvSpPr/>
          <p:nvPr userDrawn="1"/>
        </p:nvSpPr>
        <p:spPr>
          <a:xfrm>
            <a:off x="19049" y="3564557"/>
            <a:ext cx="12153901" cy="2635034"/>
          </a:xfrm>
          <a:custGeom>
            <a:avLst/>
            <a:gdLst>
              <a:gd name="connsiteX0" fmla="*/ 0 w 9096375"/>
              <a:gd name="connsiteY0" fmla="*/ 2457450 h 2466975"/>
              <a:gd name="connsiteX1" fmla="*/ 6610350 w 9096375"/>
              <a:gd name="connsiteY1" fmla="*/ 2457450 h 2466975"/>
              <a:gd name="connsiteX2" fmla="*/ 6591300 w 9096375"/>
              <a:gd name="connsiteY2" fmla="*/ 2219325 h 2466975"/>
              <a:gd name="connsiteX3" fmla="*/ 6000750 w 9096375"/>
              <a:gd name="connsiteY3" fmla="*/ 1152525 h 2466975"/>
              <a:gd name="connsiteX4" fmla="*/ 6124575 w 9096375"/>
              <a:gd name="connsiteY4" fmla="*/ 1009650 h 2466975"/>
              <a:gd name="connsiteX5" fmla="*/ 6619875 w 9096375"/>
              <a:gd name="connsiteY5" fmla="*/ 1466850 h 2466975"/>
              <a:gd name="connsiteX6" fmla="*/ 6562725 w 9096375"/>
              <a:gd name="connsiteY6" fmla="*/ 0 h 2466975"/>
              <a:gd name="connsiteX7" fmla="*/ 6838950 w 9096375"/>
              <a:gd name="connsiteY7" fmla="*/ 9525 h 2466975"/>
              <a:gd name="connsiteX8" fmla="*/ 6905625 w 9096375"/>
              <a:gd name="connsiteY8" fmla="*/ 981075 h 2466975"/>
              <a:gd name="connsiteX9" fmla="*/ 7239000 w 9096375"/>
              <a:gd name="connsiteY9" fmla="*/ 981075 h 2466975"/>
              <a:gd name="connsiteX10" fmla="*/ 7629525 w 9096375"/>
              <a:gd name="connsiteY10" fmla="*/ 981075 h 2466975"/>
              <a:gd name="connsiteX11" fmla="*/ 7915275 w 9096375"/>
              <a:gd name="connsiteY11" fmla="*/ 981075 h 2466975"/>
              <a:gd name="connsiteX12" fmla="*/ 7896225 w 9096375"/>
              <a:gd name="connsiteY12" fmla="*/ 1781175 h 2466975"/>
              <a:gd name="connsiteX13" fmla="*/ 7658100 w 9096375"/>
              <a:gd name="connsiteY13" fmla="*/ 2466975 h 2466975"/>
              <a:gd name="connsiteX14" fmla="*/ 9096375 w 9096375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57493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553469 h 2562994"/>
              <a:gd name="connsiteX1" fmla="*/ 6592062 w 9144000"/>
              <a:gd name="connsiteY1" fmla="*/ 2560785 h 2562994"/>
              <a:gd name="connsiteX2" fmla="*/ 6591300 w 9144000"/>
              <a:gd name="connsiteY2" fmla="*/ 2315344 h 2562994"/>
              <a:gd name="connsiteX3" fmla="*/ 6000750 w 9144000"/>
              <a:gd name="connsiteY3" fmla="*/ 1248544 h 2562994"/>
              <a:gd name="connsiteX4" fmla="*/ 6197726 w 9144000"/>
              <a:gd name="connsiteY4" fmla="*/ 1080065 h 2562994"/>
              <a:gd name="connsiteX5" fmla="*/ 6619875 w 9144000"/>
              <a:gd name="connsiteY5" fmla="*/ 1562869 h 2562994"/>
              <a:gd name="connsiteX6" fmla="*/ 6562725 w 9144000"/>
              <a:gd name="connsiteY6" fmla="*/ 96019 h 2562994"/>
              <a:gd name="connsiteX7" fmla="*/ 6838950 w 9144000"/>
              <a:gd name="connsiteY7" fmla="*/ 105544 h 2562994"/>
              <a:gd name="connsiteX8" fmla="*/ 6905625 w 9144000"/>
              <a:gd name="connsiteY8" fmla="*/ 1077094 h 2562994"/>
              <a:gd name="connsiteX9" fmla="*/ 7239000 w 9144000"/>
              <a:gd name="connsiteY9" fmla="*/ 1077094 h 2562994"/>
              <a:gd name="connsiteX10" fmla="*/ 7629525 w 9144000"/>
              <a:gd name="connsiteY10" fmla="*/ 1077094 h 2562994"/>
              <a:gd name="connsiteX11" fmla="*/ 7915275 w 9144000"/>
              <a:gd name="connsiteY11" fmla="*/ 1077094 h 2562994"/>
              <a:gd name="connsiteX12" fmla="*/ 7896225 w 9144000"/>
              <a:gd name="connsiteY12" fmla="*/ 1877194 h 2562994"/>
              <a:gd name="connsiteX13" fmla="*/ 7658100 w 9144000"/>
              <a:gd name="connsiteY13" fmla="*/ 2562994 h 2562994"/>
              <a:gd name="connsiteX14" fmla="*/ 9144000 w 9144000"/>
              <a:gd name="connsiteY14" fmla="*/ 2562994 h 2562994"/>
              <a:gd name="connsiteX0" fmla="*/ 0 w 9144000"/>
              <a:gd name="connsiteY0" fmla="*/ 2613374 h 2622899"/>
              <a:gd name="connsiteX1" fmla="*/ 6592062 w 9144000"/>
              <a:gd name="connsiteY1" fmla="*/ 2620690 h 2622899"/>
              <a:gd name="connsiteX2" fmla="*/ 6591300 w 9144000"/>
              <a:gd name="connsiteY2" fmla="*/ 2375249 h 2622899"/>
              <a:gd name="connsiteX3" fmla="*/ 6000750 w 9144000"/>
              <a:gd name="connsiteY3" fmla="*/ 1308449 h 2622899"/>
              <a:gd name="connsiteX4" fmla="*/ 6197726 w 9144000"/>
              <a:gd name="connsiteY4" fmla="*/ 1139970 h 2622899"/>
              <a:gd name="connsiteX5" fmla="*/ 6619875 w 9144000"/>
              <a:gd name="connsiteY5" fmla="*/ 1622774 h 2622899"/>
              <a:gd name="connsiteX6" fmla="*/ 6562725 w 9144000"/>
              <a:gd name="connsiteY6" fmla="*/ 155924 h 2622899"/>
              <a:gd name="connsiteX7" fmla="*/ 6838950 w 9144000"/>
              <a:gd name="connsiteY7" fmla="*/ 165449 h 2622899"/>
              <a:gd name="connsiteX8" fmla="*/ 6905625 w 9144000"/>
              <a:gd name="connsiteY8" fmla="*/ 1136999 h 2622899"/>
              <a:gd name="connsiteX9" fmla="*/ 7239000 w 9144000"/>
              <a:gd name="connsiteY9" fmla="*/ 1136999 h 2622899"/>
              <a:gd name="connsiteX10" fmla="*/ 7629525 w 9144000"/>
              <a:gd name="connsiteY10" fmla="*/ 1136999 h 2622899"/>
              <a:gd name="connsiteX11" fmla="*/ 7915275 w 9144000"/>
              <a:gd name="connsiteY11" fmla="*/ 1136999 h 2622899"/>
              <a:gd name="connsiteX12" fmla="*/ 7896225 w 9144000"/>
              <a:gd name="connsiteY12" fmla="*/ 1937099 h 2622899"/>
              <a:gd name="connsiteX13" fmla="*/ 7658100 w 9144000"/>
              <a:gd name="connsiteY13" fmla="*/ 2622899 h 2622899"/>
              <a:gd name="connsiteX14" fmla="*/ 9144000 w 9144000"/>
              <a:gd name="connsiteY14" fmla="*/ 2622899 h 2622899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22590 w 9144000"/>
              <a:gd name="connsiteY11" fmla="*/ 1167422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22590 w 9144000"/>
              <a:gd name="connsiteY11" fmla="*/ 1167422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732165 w 9144000"/>
              <a:gd name="connsiteY11" fmla="*/ 854927 h 2635034"/>
              <a:gd name="connsiteX12" fmla="*/ 7922590 w 9144000"/>
              <a:gd name="connsiteY12" fmla="*/ 1167422 h 2635034"/>
              <a:gd name="connsiteX13" fmla="*/ 7877937 w 9144000"/>
              <a:gd name="connsiteY13" fmla="*/ 1945576 h 2635034"/>
              <a:gd name="connsiteX14" fmla="*/ 7658100 w 9144000"/>
              <a:gd name="connsiteY14" fmla="*/ 2635034 h 2635034"/>
              <a:gd name="connsiteX15" fmla="*/ 9144000 w 9144000"/>
              <a:gd name="connsiteY15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399324 w 9144000"/>
              <a:gd name="connsiteY10" fmla="*/ 792748 h 2635034"/>
              <a:gd name="connsiteX11" fmla="*/ 7625868 w 9144000"/>
              <a:gd name="connsiteY11" fmla="*/ 1178395 h 2635034"/>
              <a:gd name="connsiteX12" fmla="*/ 7732165 w 9144000"/>
              <a:gd name="connsiteY12" fmla="*/ 854927 h 2635034"/>
              <a:gd name="connsiteX13" fmla="*/ 7922590 w 9144000"/>
              <a:gd name="connsiteY13" fmla="*/ 1167422 h 2635034"/>
              <a:gd name="connsiteX14" fmla="*/ 7877937 w 9144000"/>
              <a:gd name="connsiteY14" fmla="*/ 1945576 h 2635034"/>
              <a:gd name="connsiteX15" fmla="*/ 7658100 w 9144000"/>
              <a:gd name="connsiteY15" fmla="*/ 2635034 h 2635034"/>
              <a:gd name="connsiteX16" fmla="*/ 9144000 w 9144000"/>
              <a:gd name="connsiteY16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56449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5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5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5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106715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83804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83804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83804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723937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723937 w 9144000"/>
              <a:gd name="connsiteY17" fmla="*/ 2635034 h 2635034"/>
              <a:gd name="connsiteX18" fmla="*/ 9144000 w 9144000"/>
              <a:gd name="connsiteY18" fmla="*/ 2635034 h 2635034"/>
              <a:gd name="connsiteX0" fmla="*/ 0 w 9982200"/>
              <a:gd name="connsiteY0" fmla="*/ 2625509 h 2635034"/>
              <a:gd name="connsiteX1" fmla="*/ 6592062 w 9982200"/>
              <a:gd name="connsiteY1" fmla="*/ 2632825 h 2635034"/>
              <a:gd name="connsiteX2" fmla="*/ 6591300 w 9982200"/>
              <a:gd name="connsiteY2" fmla="*/ 2387384 h 2635034"/>
              <a:gd name="connsiteX3" fmla="*/ 6000750 w 9982200"/>
              <a:gd name="connsiteY3" fmla="*/ 1320584 h 2635034"/>
              <a:gd name="connsiteX4" fmla="*/ 6197726 w 9982200"/>
              <a:gd name="connsiteY4" fmla="*/ 1152105 h 2635034"/>
              <a:gd name="connsiteX5" fmla="*/ 6619875 w 9982200"/>
              <a:gd name="connsiteY5" fmla="*/ 1634909 h 2635034"/>
              <a:gd name="connsiteX6" fmla="*/ 6562725 w 9982200"/>
              <a:gd name="connsiteY6" fmla="*/ 168059 h 2635034"/>
              <a:gd name="connsiteX7" fmla="*/ 6838950 w 9982200"/>
              <a:gd name="connsiteY7" fmla="*/ 177584 h 2635034"/>
              <a:gd name="connsiteX8" fmla="*/ 6905625 w 9982200"/>
              <a:gd name="connsiteY8" fmla="*/ 1149134 h 2635034"/>
              <a:gd name="connsiteX9" fmla="*/ 7092084 w 9982200"/>
              <a:gd name="connsiteY9" fmla="*/ 723252 h 2635034"/>
              <a:gd name="connsiteX10" fmla="*/ 7260945 w 9982200"/>
              <a:gd name="connsiteY10" fmla="*/ 1152791 h 2635034"/>
              <a:gd name="connsiteX11" fmla="*/ 7446873 w 9982200"/>
              <a:gd name="connsiteY11" fmla="*/ 763487 h 2635034"/>
              <a:gd name="connsiteX12" fmla="*/ 7622210 w 9982200"/>
              <a:gd name="connsiteY12" fmla="*/ 1178395 h 2635034"/>
              <a:gd name="connsiteX13" fmla="*/ 7776056 w 9982200"/>
              <a:gd name="connsiteY13" fmla="*/ 840297 h 2635034"/>
              <a:gd name="connsiteX14" fmla="*/ 7922590 w 9982200"/>
              <a:gd name="connsiteY14" fmla="*/ 1167422 h 2635034"/>
              <a:gd name="connsiteX15" fmla="*/ 7914513 w 9982200"/>
              <a:gd name="connsiteY15" fmla="*/ 1945576 h 2635034"/>
              <a:gd name="connsiteX16" fmla="*/ 7798002 w 9982200"/>
              <a:gd name="connsiteY16" fmla="*/ 2317968 h 2635034"/>
              <a:gd name="connsiteX17" fmla="*/ 7723937 w 9982200"/>
              <a:gd name="connsiteY17" fmla="*/ 2635034 h 2635034"/>
              <a:gd name="connsiteX18" fmla="*/ 9982200 w 9982200"/>
              <a:gd name="connsiteY18" fmla="*/ 2635034 h 2635034"/>
              <a:gd name="connsiteX0" fmla="*/ 0 w 12220575"/>
              <a:gd name="connsiteY0" fmla="*/ 2615984 h 2635034"/>
              <a:gd name="connsiteX1" fmla="*/ 8830437 w 12220575"/>
              <a:gd name="connsiteY1" fmla="*/ 2632825 h 2635034"/>
              <a:gd name="connsiteX2" fmla="*/ 8829675 w 12220575"/>
              <a:gd name="connsiteY2" fmla="*/ 2387384 h 2635034"/>
              <a:gd name="connsiteX3" fmla="*/ 8239125 w 12220575"/>
              <a:gd name="connsiteY3" fmla="*/ 1320584 h 2635034"/>
              <a:gd name="connsiteX4" fmla="*/ 8436101 w 12220575"/>
              <a:gd name="connsiteY4" fmla="*/ 1152105 h 2635034"/>
              <a:gd name="connsiteX5" fmla="*/ 8858250 w 12220575"/>
              <a:gd name="connsiteY5" fmla="*/ 1634909 h 2635034"/>
              <a:gd name="connsiteX6" fmla="*/ 8801100 w 12220575"/>
              <a:gd name="connsiteY6" fmla="*/ 168059 h 2635034"/>
              <a:gd name="connsiteX7" fmla="*/ 9077325 w 12220575"/>
              <a:gd name="connsiteY7" fmla="*/ 177584 h 2635034"/>
              <a:gd name="connsiteX8" fmla="*/ 9144000 w 12220575"/>
              <a:gd name="connsiteY8" fmla="*/ 1149134 h 2635034"/>
              <a:gd name="connsiteX9" fmla="*/ 9330459 w 12220575"/>
              <a:gd name="connsiteY9" fmla="*/ 723252 h 2635034"/>
              <a:gd name="connsiteX10" fmla="*/ 9499320 w 12220575"/>
              <a:gd name="connsiteY10" fmla="*/ 1152791 h 2635034"/>
              <a:gd name="connsiteX11" fmla="*/ 9685248 w 12220575"/>
              <a:gd name="connsiteY11" fmla="*/ 763487 h 2635034"/>
              <a:gd name="connsiteX12" fmla="*/ 9860585 w 12220575"/>
              <a:gd name="connsiteY12" fmla="*/ 1178395 h 2635034"/>
              <a:gd name="connsiteX13" fmla="*/ 10014431 w 12220575"/>
              <a:gd name="connsiteY13" fmla="*/ 840297 h 2635034"/>
              <a:gd name="connsiteX14" fmla="*/ 10160965 w 12220575"/>
              <a:gd name="connsiteY14" fmla="*/ 1167422 h 2635034"/>
              <a:gd name="connsiteX15" fmla="*/ 10152888 w 12220575"/>
              <a:gd name="connsiteY15" fmla="*/ 1945576 h 2635034"/>
              <a:gd name="connsiteX16" fmla="*/ 10036377 w 12220575"/>
              <a:gd name="connsiteY16" fmla="*/ 2317968 h 2635034"/>
              <a:gd name="connsiteX17" fmla="*/ 9962312 w 12220575"/>
              <a:gd name="connsiteY17" fmla="*/ 2635034 h 2635034"/>
              <a:gd name="connsiteX18" fmla="*/ 12220575 w 12220575"/>
              <a:gd name="connsiteY18" fmla="*/ 2635034 h 2635034"/>
              <a:gd name="connsiteX0" fmla="*/ 0 w 12153900"/>
              <a:gd name="connsiteY0" fmla="*/ 2615984 h 2635034"/>
              <a:gd name="connsiteX1" fmla="*/ 8763762 w 12153900"/>
              <a:gd name="connsiteY1" fmla="*/ 2632825 h 2635034"/>
              <a:gd name="connsiteX2" fmla="*/ 8763000 w 12153900"/>
              <a:gd name="connsiteY2" fmla="*/ 2387384 h 2635034"/>
              <a:gd name="connsiteX3" fmla="*/ 8172450 w 12153900"/>
              <a:gd name="connsiteY3" fmla="*/ 1320584 h 2635034"/>
              <a:gd name="connsiteX4" fmla="*/ 8369426 w 12153900"/>
              <a:gd name="connsiteY4" fmla="*/ 1152105 h 2635034"/>
              <a:gd name="connsiteX5" fmla="*/ 8791575 w 12153900"/>
              <a:gd name="connsiteY5" fmla="*/ 1634909 h 2635034"/>
              <a:gd name="connsiteX6" fmla="*/ 8734425 w 12153900"/>
              <a:gd name="connsiteY6" fmla="*/ 168059 h 2635034"/>
              <a:gd name="connsiteX7" fmla="*/ 9010650 w 12153900"/>
              <a:gd name="connsiteY7" fmla="*/ 177584 h 2635034"/>
              <a:gd name="connsiteX8" fmla="*/ 9077325 w 12153900"/>
              <a:gd name="connsiteY8" fmla="*/ 1149134 h 2635034"/>
              <a:gd name="connsiteX9" fmla="*/ 9263784 w 12153900"/>
              <a:gd name="connsiteY9" fmla="*/ 723252 h 2635034"/>
              <a:gd name="connsiteX10" fmla="*/ 9432645 w 12153900"/>
              <a:gd name="connsiteY10" fmla="*/ 1152791 h 2635034"/>
              <a:gd name="connsiteX11" fmla="*/ 9618573 w 12153900"/>
              <a:gd name="connsiteY11" fmla="*/ 763487 h 2635034"/>
              <a:gd name="connsiteX12" fmla="*/ 9793910 w 12153900"/>
              <a:gd name="connsiteY12" fmla="*/ 1178395 h 2635034"/>
              <a:gd name="connsiteX13" fmla="*/ 9947756 w 12153900"/>
              <a:gd name="connsiteY13" fmla="*/ 840297 h 2635034"/>
              <a:gd name="connsiteX14" fmla="*/ 10094290 w 12153900"/>
              <a:gd name="connsiteY14" fmla="*/ 1167422 h 2635034"/>
              <a:gd name="connsiteX15" fmla="*/ 10086213 w 12153900"/>
              <a:gd name="connsiteY15" fmla="*/ 1945576 h 2635034"/>
              <a:gd name="connsiteX16" fmla="*/ 9969702 w 12153900"/>
              <a:gd name="connsiteY16" fmla="*/ 2317968 h 2635034"/>
              <a:gd name="connsiteX17" fmla="*/ 9895637 w 12153900"/>
              <a:gd name="connsiteY17" fmla="*/ 2635034 h 2635034"/>
              <a:gd name="connsiteX18" fmla="*/ 12153900 w 12153900"/>
              <a:gd name="connsiteY18" fmla="*/ 2635034 h 2635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53900" h="2635034">
                <a:moveTo>
                  <a:pt x="0" y="2615984"/>
                </a:moveTo>
                <a:lnTo>
                  <a:pt x="8763762" y="2632825"/>
                </a:lnTo>
                <a:cubicBezTo>
                  <a:pt x="8819592" y="2637574"/>
                  <a:pt x="8831529" y="2455787"/>
                  <a:pt x="8763000" y="2387384"/>
                </a:cubicBezTo>
                <a:cubicBezTo>
                  <a:pt x="8427160" y="2024470"/>
                  <a:pt x="8486344" y="1782254"/>
                  <a:pt x="8172450" y="1320584"/>
                </a:cubicBezTo>
                <a:cubicBezTo>
                  <a:pt x="7992591" y="1069504"/>
                  <a:pt x="8236712" y="1013193"/>
                  <a:pt x="8369426" y="1152105"/>
                </a:cubicBezTo>
                <a:cubicBezTo>
                  <a:pt x="8468689" y="1271587"/>
                  <a:pt x="8633790" y="1380096"/>
                  <a:pt x="8791575" y="1634909"/>
                </a:cubicBezTo>
                <a:lnTo>
                  <a:pt x="8734425" y="168059"/>
                </a:lnTo>
                <a:cubicBezTo>
                  <a:pt x="8724087" y="-51879"/>
                  <a:pt x="8999042" y="-63335"/>
                  <a:pt x="9010650" y="177584"/>
                </a:cubicBezTo>
                <a:lnTo>
                  <a:pt x="9077325" y="1149134"/>
                </a:lnTo>
                <a:cubicBezTo>
                  <a:pt x="9059774" y="1014527"/>
                  <a:pt x="9105809" y="723252"/>
                  <a:pt x="9263784" y="723252"/>
                </a:cubicBezTo>
                <a:cubicBezTo>
                  <a:pt x="9451019" y="730567"/>
                  <a:pt x="9431427" y="1003438"/>
                  <a:pt x="9432645" y="1152791"/>
                </a:cubicBezTo>
                <a:cubicBezTo>
                  <a:pt x="9445434" y="965376"/>
                  <a:pt x="9477286" y="758611"/>
                  <a:pt x="9618573" y="763487"/>
                </a:cubicBezTo>
                <a:cubicBezTo>
                  <a:pt x="9785465" y="761048"/>
                  <a:pt x="9789642" y="977838"/>
                  <a:pt x="9793910" y="1178395"/>
                </a:cubicBezTo>
                <a:cubicBezTo>
                  <a:pt x="9791980" y="1019633"/>
                  <a:pt x="9792232" y="838468"/>
                  <a:pt x="9947756" y="840297"/>
                </a:cubicBezTo>
                <a:cubicBezTo>
                  <a:pt x="10059388" y="849440"/>
                  <a:pt x="10069995" y="985647"/>
                  <a:pt x="10094290" y="1167422"/>
                </a:cubicBezTo>
                <a:cubicBezTo>
                  <a:pt x="10120859" y="1474356"/>
                  <a:pt x="10114508" y="1624012"/>
                  <a:pt x="10086213" y="1945576"/>
                </a:cubicBezTo>
                <a:cubicBezTo>
                  <a:pt x="10065448" y="2148306"/>
                  <a:pt x="10012438" y="2203058"/>
                  <a:pt x="9969702" y="2317968"/>
                </a:cubicBezTo>
                <a:cubicBezTo>
                  <a:pt x="9897706" y="2425562"/>
                  <a:pt x="9876129" y="2424913"/>
                  <a:pt x="9895637" y="2635034"/>
                </a:cubicBezTo>
                <a:lnTo>
                  <a:pt x="12153900" y="2635034"/>
                </a:lnTo>
              </a:path>
            </a:pathLst>
          </a:custGeom>
          <a:ln w="508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</p:spTree>
    <p:extLst>
      <p:ext uri="{BB962C8B-B14F-4D97-AF65-F5344CB8AC3E}">
        <p14:creationId xmlns:p14="http://schemas.microsoft.com/office/powerpoint/2010/main" val="3964253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Forme [c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Forme completamente modificabili</a:t>
            </a:r>
          </a:p>
        </p:txBody>
      </p:sp>
      <p:grpSp>
        <p:nvGrpSpPr>
          <p:cNvPr id="241" name="Group 31">
            <a:extLst>
              <a:ext uri="{FF2B5EF4-FFF2-40B4-BE49-F238E27FC236}">
                <a16:creationId xmlns:a16="http://schemas.microsoft.com/office/drawing/2014/main" id="{5423A24C-B92E-4C9E-B933-C4A416F05C0D}"/>
              </a:ext>
            </a:extLst>
          </p:cNvPr>
          <p:cNvGrpSpPr/>
          <p:nvPr userDrawn="1"/>
        </p:nvGrpSpPr>
        <p:grpSpPr>
          <a:xfrm>
            <a:off x="4570118" y="1476000"/>
            <a:ext cx="3170998" cy="2578199"/>
            <a:chOff x="1914525" y="1276351"/>
            <a:chExt cx="5333999" cy="4336841"/>
          </a:xfrm>
        </p:grpSpPr>
        <p:sp>
          <p:nvSpPr>
            <p:cNvPr id="242" name="Freeform 3">
              <a:extLst>
                <a:ext uri="{FF2B5EF4-FFF2-40B4-BE49-F238E27FC236}">
                  <a16:creationId xmlns:a16="http://schemas.microsoft.com/office/drawing/2014/main" id="{E4E1F326-7C39-44F4-B7D0-940BF955C826}"/>
                </a:ext>
              </a:extLst>
            </p:cNvPr>
            <p:cNvSpPr/>
            <p:nvPr/>
          </p:nvSpPr>
          <p:spPr>
            <a:xfrm>
              <a:off x="3587126" y="1400175"/>
              <a:ext cx="3661398" cy="3028950"/>
            </a:xfrm>
            <a:custGeom>
              <a:avLst/>
              <a:gdLst>
                <a:gd name="connsiteX0" fmla="*/ 3695700 w 3695700"/>
                <a:gd name="connsiteY0" fmla="*/ 0 h 3067050"/>
                <a:gd name="connsiteX1" fmla="*/ 2667000 w 3695700"/>
                <a:gd name="connsiteY1" fmla="*/ 7334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724150 w 3695700"/>
                <a:gd name="connsiteY1" fmla="*/ 79057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562350 w 3695700"/>
                <a:gd name="connsiteY16" fmla="*/ 252412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381000 w 3695700"/>
                <a:gd name="connsiteY8" fmla="*/ 1552575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60392 w 3660392"/>
                <a:gd name="connsiteY0" fmla="*/ 0 h 3067050"/>
                <a:gd name="connsiteX1" fmla="*/ 2403092 w 3660392"/>
                <a:gd name="connsiteY1" fmla="*/ 962025 h 3067050"/>
                <a:gd name="connsiteX2" fmla="*/ 2517392 w 3660392"/>
                <a:gd name="connsiteY2" fmla="*/ 1085850 h 3067050"/>
                <a:gd name="connsiteX3" fmla="*/ 2250692 w 3660392"/>
                <a:gd name="connsiteY3" fmla="*/ 1247775 h 3067050"/>
                <a:gd name="connsiteX4" fmla="*/ 2317367 w 3660392"/>
                <a:gd name="connsiteY4" fmla="*/ 1362075 h 3067050"/>
                <a:gd name="connsiteX5" fmla="*/ 1964942 w 3660392"/>
                <a:gd name="connsiteY5" fmla="*/ 1590675 h 3067050"/>
                <a:gd name="connsiteX6" fmla="*/ 1183892 w 3660392"/>
                <a:gd name="connsiteY6" fmla="*/ 1371600 h 3067050"/>
                <a:gd name="connsiteX7" fmla="*/ 345692 w 3660392"/>
                <a:gd name="connsiteY7" fmla="*/ 1552575 h 3067050"/>
                <a:gd name="connsiteX8" fmla="*/ 12317 w 3660392"/>
                <a:gd name="connsiteY8" fmla="*/ 2162175 h 3067050"/>
                <a:gd name="connsiteX9" fmla="*/ 850517 w 3660392"/>
                <a:gd name="connsiteY9" fmla="*/ 1990725 h 3067050"/>
                <a:gd name="connsiteX10" fmla="*/ 1155317 w 3660392"/>
                <a:gd name="connsiteY10" fmla="*/ 2019300 h 3067050"/>
                <a:gd name="connsiteX11" fmla="*/ 2584067 w 3660392"/>
                <a:gd name="connsiteY11" fmla="*/ 3067050 h 3067050"/>
                <a:gd name="connsiteX12" fmla="*/ 3088892 w 3660392"/>
                <a:gd name="connsiteY12" fmla="*/ 2609850 h 3067050"/>
                <a:gd name="connsiteX13" fmla="*/ 3184142 w 3660392"/>
                <a:gd name="connsiteY13" fmla="*/ 2686050 h 3067050"/>
                <a:gd name="connsiteX14" fmla="*/ 3507992 w 3660392"/>
                <a:gd name="connsiteY14" fmla="*/ 2466975 h 3067050"/>
                <a:gd name="connsiteX0" fmla="*/ 3661041 w 3661041"/>
                <a:gd name="connsiteY0" fmla="*/ 0 h 3067050"/>
                <a:gd name="connsiteX1" fmla="*/ 2403741 w 3661041"/>
                <a:gd name="connsiteY1" fmla="*/ 962025 h 3067050"/>
                <a:gd name="connsiteX2" fmla="*/ 2518041 w 3661041"/>
                <a:gd name="connsiteY2" fmla="*/ 1085850 h 3067050"/>
                <a:gd name="connsiteX3" fmla="*/ 2251341 w 3661041"/>
                <a:gd name="connsiteY3" fmla="*/ 1247775 h 3067050"/>
                <a:gd name="connsiteX4" fmla="*/ 2318016 w 3661041"/>
                <a:gd name="connsiteY4" fmla="*/ 1362075 h 3067050"/>
                <a:gd name="connsiteX5" fmla="*/ 1965591 w 3661041"/>
                <a:gd name="connsiteY5" fmla="*/ 1590675 h 3067050"/>
                <a:gd name="connsiteX6" fmla="*/ 1184541 w 3661041"/>
                <a:gd name="connsiteY6" fmla="*/ 1371600 h 3067050"/>
                <a:gd name="connsiteX7" fmla="*/ 346341 w 3661041"/>
                <a:gd name="connsiteY7" fmla="*/ 1552575 h 3067050"/>
                <a:gd name="connsiteX8" fmla="*/ 12966 w 3661041"/>
                <a:gd name="connsiteY8" fmla="*/ 2162175 h 3067050"/>
                <a:gd name="connsiteX9" fmla="*/ 813066 w 3661041"/>
                <a:gd name="connsiteY9" fmla="*/ 1905000 h 3067050"/>
                <a:gd name="connsiteX10" fmla="*/ 1155966 w 3661041"/>
                <a:gd name="connsiteY10" fmla="*/ 2019300 h 3067050"/>
                <a:gd name="connsiteX11" fmla="*/ 2584716 w 3661041"/>
                <a:gd name="connsiteY11" fmla="*/ 3067050 h 3067050"/>
                <a:gd name="connsiteX12" fmla="*/ 3089541 w 3661041"/>
                <a:gd name="connsiteY12" fmla="*/ 2609850 h 3067050"/>
                <a:gd name="connsiteX13" fmla="*/ 3184791 w 3661041"/>
                <a:gd name="connsiteY13" fmla="*/ 2686050 h 3067050"/>
                <a:gd name="connsiteX14" fmla="*/ 3508641 w 3661041"/>
                <a:gd name="connsiteY14" fmla="*/ 2466975 h 3067050"/>
                <a:gd name="connsiteX0" fmla="*/ 3662719 w 3662719"/>
                <a:gd name="connsiteY0" fmla="*/ 0 h 3067050"/>
                <a:gd name="connsiteX1" fmla="*/ 2405419 w 3662719"/>
                <a:gd name="connsiteY1" fmla="*/ 962025 h 3067050"/>
                <a:gd name="connsiteX2" fmla="*/ 2519719 w 3662719"/>
                <a:gd name="connsiteY2" fmla="*/ 1085850 h 3067050"/>
                <a:gd name="connsiteX3" fmla="*/ 2253019 w 3662719"/>
                <a:gd name="connsiteY3" fmla="*/ 1247775 h 3067050"/>
                <a:gd name="connsiteX4" fmla="*/ 2319694 w 3662719"/>
                <a:gd name="connsiteY4" fmla="*/ 1362075 h 3067050"/>
                <a:gd name="connsiteX5" fmla="*/ 1967269 w 3662719"/>
                <a:gd name="connsiteY5" fmla="*/ 1590675 h 3067050"/>
                <a:gd name="connsiteX6" fmla="*/ 1186219 w 3662719"/>
                <a:gd name="connsiteY6" fmla="*/ 1371600 h 3067050"/>
                <a:gd name="connsiteX7" fmla="*/ 348019 w 3662719"/>
                <a:gd name="connsiteY7" fmla="*/ 1552575 h 3067050"/>
                <a:gd name="connsiteX8" fmla="*/ 14644 w 3662719"/>
                <a:gd name="connsiteY8" fmla="*/ 2162175 h 3067050"/>
                <a:gd name="connsiteX9" fmla="*/ 814744 w 3662719"/>
                <a:gd name="connsiteY9" fmla="*/ 1905000 h 3067050"/>
                <a:gd name="connsiteX10" fmla="*/ 1157644 w 3662719"/>
                <a:gd name="connsiteY10" fmla="*/ 2019300 h 3067050"/>
                <a:gd name="connsiteX11" fmla="*/ 2586394 w 3662719"/>
                <a:gd name="connsiteY11" fmla="*/ 3067050 h 3067050"/>
                <a:gd name="connsiteX12" fmla="*/ 3091219 w 3662719"/>
                <a:gd name="connsiteY12" fmla="*/ 2609850 h 3067050"/>
                <a:gd name="connsiteX13" fmla="*/ 3186469 w 3662719"/>
                <a:gd name="connsiteY13" fmla="*/ 2686050 h 3067050"/>
                <a:gd name="connsiteX14" fmla="*/ 3510319 w 3662719"/>
                <a:gd name="connsiteY14" fmla="*/ 2466975 h 3067050"/>
                <a:gd name="connsiteX0" fmla="*/ 3663396 w 3663396"/>
                <a:gd name="connsiteY0" fmla="*/ 0 h 3067050"/>
                <a:gd name="connsiteX1" fmla="*/ 2406096 w 3663396"/>
                <a:gd name="connsiteY1" fmla="*/ 962025 h 3067050"/>
                <a:gd name="connsiteX2" fmla="*/ 2520396 w 3663396"/>
                <a:gd name="connsiteY2" fmla="*/ 1085850 h 3067050"/>
                <a:gd name="connsiteX3" fmla="*/ 2253696 w 3663396"/>
                <a:gd name="connsiteY3" fmla="*/ 1247775 h 3067050"/>
                <a:gd name="connsiteX4" fmla="*/ 2320371 w 3663396"/>
                <a:gd name="connsiteY4" fmla="*/ 1362075 h 3067050"/>
                <a:gd name="connsiteX5" fmla="*/ 1967946 w 3663396"/>
                <a:gd name="connsiteY5" fmla="*/ 1590675 h 3067050"/>
                <a:gd name="connsiteX6" fmla="*/ 1186896 w 3663396"/>
                <a:gd name="connsiteY6" fmla="*/ 1371600 h 3067050"/>
                <a:gd name="connsiteX7" fmla="*/ 348696 w 3663396"/>
                <a:gd name="connsiteY7" fmla="*/ 1552575 h 3067050"/>
                <a:gd name="connsiteX8" fmla="*/ 15321 w 3663396"/>
                <a:gd name="connsiteY8" fmla="*/ 2162175 h 3067050"/>
                <a:gd name="connsiteX9" fmla="*/ 786846 w 3663396"/>
                <a:gd name="connsiteY9" fmla="*/ 1905000 h 3067050"/>
                <a:gd name="connsiteX10" fmla="*/ 1158321 w 3663396"/>
                <a:gd name="connsiteY10" fmla="*/ 2019300 h 3067050"/>
                <a:gd name="connsiteX11" fmla="*/ 2587071 w 3663396"/>
                <a:gd name="connsiteY11" fmla="*/ 3067050 h 3067050"/>
                <a:gd name="connsiteX12" fmla="*/ 3091896 w 3663396"/>
                <a:gd name="connsiteY12" fmla="*/ 2609850 h 3067050"/>
                <a:gd name="connsiteX13" fmla="*/ 3187146 w 3663396"/>
                <a:gd name="connsiteY13" fmla="*/ 2686050 h 3067050"/>
                <a:gd name="connsiteX14" fmla="*/ 3510996 w 3663396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28950"/>
                <a:gd name="connsiteX1" fmla="*/ 2404098 w 3661398"/>
                <a:gd name="connsiteY1" fmla="*/ 962025 h 3028950"/>
                <a:gd name="connsiteX2" fmla="*/ 2518398 w 3661398"/>
                <a:gd name="connsiteY2" fmla="*/ 1085850 h 3028950"/>
                <a:gd name="connsiteX3" fmla="*/ 2251698 w 3661398"/>
                <a:gd name="connsiteY3" fmla="*/ 1247775 h 3028950"/>
                <a:gd name="connsiteX4" fmla="*/ 2318373 w 3661398"/>
                <a:gd name="connsiteY4" fmla="*/ 1362075 h 3028950"/>
                <a:gd name="connsiteX5" fmla="*/ 1965948 w 3661398"/>
                <a:gd name="connsiteY5" fmla="*/ 1590675 h 3028950"/>
                <a:gd name="connsiteX6" fmla="*/ 1184898 w 3661398"/>
                <a:gd name="connsiteY6" fmla="*/ 1371600 h 3028950"/>
                <a:gd name="connsiteX7" fmla="*/ 346698 w 3661398"/>
                <a:gd name="connsiteY7" fmla="*/ 1552575 h 3028950"/>
                <a:gd name="connsiteX8" fmla="*/ 13323 w 3661398"/>
                <a:gd name="connsiteY8" fmla="*/ 2162175 h 3028950"/>
                <a:gd name="connsiteX9" fmla="*/ 784848 w 3661398"/>
                <a:gd name="connsiteY9" fmla="*/ 1905000 h 3028950"/>
                <a:gd name="connsiteX10" fmla="*/ 1156323 w 3661398"/>
                <a:gd name="connsiteY10" fmla="*/ 2019300 h 3028950"/>
                <a:gd name="connsiteX11" fmla="*/ 2613648 w 3661398"/>
                <a:gd name="connsiteY11" fmla="*/ 3028950 h 3028950"/>
                <a:gd name="connsiteX12" fmla="*/ 3089898 w 3661398"/>
                <a:gd name="connsiteY12" fmla="*/ 2609850 h 3028950"/>
                <a:gd name="connsiteX13" fmla="*/ 3185148 w 3661398"/>
                <a:gd name="connsiteY13" fmla="*/ 2686050 h 3028950"/>
                <a:gd name="connsiteX14" fmla="*/ 3508998 w 3661398"/>
                <a:gd name="connsiteY14" fmla="*/ 2466975 h 302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61398" h="3028950">
                  <a:moveTo>
                    <a:pt x="3661398" y="0"/>
                  </a:moveTo>
                  <a:lnTo>
                    <a:pt x="2404098" y="962025"/>
                  </a:lnTo>
                  <a:lnTo>
                    <a:pt x="2518398" y="1085850"/>
                  </a:lnTo>
                  <a:lnTo>
                    <a:pt x="2251698" y="1247775"/>
                  </a:lnTo>
                  <a:lnTo>
                    <a:pt x="2318373" y="1362075"/>
                  </a:lnTo>
                  <a:lnTo>
                    <a:pt x="1965948" y="1590675"/>
                  </a:lnTo>
                  <a:cubicBezTo>
                    <a:pt x="1838948" y="1676400"/>
                    <a:pt x="1273798" y="1371600"/>
                    <a:pt x="1184898" y="1371600"/>
                  </a:cubicBezTo>
                  <a:cubicBezTo>
                    <a:pt x="905498" y="1431925"/>
                    <a:pt x="473698" y="1395413"/>
                    <a:pt x="346698" y="1552575"/>
                  </a:cubicBezTo>
                  <a:cubicBezTo>
                    <a:pt x="219698" y="1787525"/>
                    <a:pt x="130798" y="1917700"/>
                    <a:pt x="13323" y="2162175"/>
                  </a:cubicBezTo>
                  <a:cubicBezTo>
                    <a:pt x="-97802" y="2400300"/>
                    <a:pt x="514973" y="2390775"/>
                    <a:pt x="784848" y="1905000"/>
                  </a:cubicBezTo>
                  <a:lnTo>
                    <a:pt x="1156323" y="2019300"/>
                  </a:lnTo>
                  <a:cubicBezTo>
                    <a:pt x="1689723" y="2330450"/>
                    <a:pt x="2137398" y="2679700"/>
                    <a:pt x="2613648" y="3028950"/>
                  </a:cubicBezTo>
                  <a:lnTo>
                    <a:pt x="3089898" y="2609850"/>
                  </a:lnTo>
                  <a:lnTo>
                    <a:pt x="3185148" y="2686050"/>
                  </a:lnTo>
                  <a:lnTo>
                    <a:pt x="3508998" y="2466975"/>
                  </a:lnTo>
                </a:path>
              </a:pathLst>
            </a:cu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43" name="Freeform 4">
              <a:extLst>
                <a:ext uri="{FF2B5EF4-FFF2-40B4-BE49-F238E27FC236}">
                  <a16:creationId xmlns:a16="http://schemas.microsoft.com/office/drawing/2014/main" id="{90D97B95-E04D-4753-9AFB-40A47F750470}"/>
                </a:ext>
              </a:extLst>
            </p:cNvPr>
            <p:cNvSpPr/>
            <p:nvPr/>
          </p:nvSpPr>
          <p:spPr>
            <a:xfrm>
              <a:off x="1914525" y="1276351"/>
              <a:ext cx="4300729" cy="4336841"/>
            </a:xfrm>
            <a:custGeom>
              <a:avLst/>
              <a:gdLst>
                <a:gd name="connsiteX0" fmla="*/ 0 w 4276725"/>
                <a:gd name="connsiteY0" fmla="*/ 0 h 4114800"/>
                <a:gd name="connsiteX1" fmla="*/ 1028700 w 4276725"/>
                <a:gd name="connsiteY1" fmla="*/ 866775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4478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857500 w 4276725"/>
                <a:gd name="connsiteY8" fmla="*/ 221932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302473"/>
                <a:gd name="connsiteY0" fmla="*/ 0 h 4114800"/>
                <a:gd name="connsiteX1" fmla="*/ 1190625 w 4302473"/>
                <a:gd name="connsiteY1" fmla="*/ 990600 h 4114800"/>
                <a:gd name="connsiteX2" fmla="*/ 1095375 w 4302473"/>
                <a:gd name="connsiteY2" fmla="*/ 1152525 h 4114800"/>
                <a:gd name="connsiteX3" fmla="*/ 1371600 w 4302473"/>
                <a:gd name="connsiteY3" fmla="*/ 1390650 h 4114800"/>
                <a:gd name="connsiteX4" fmla="*/ 1276350 w 4302473"/>
                <a:gd name="connsiteY4" fmla="*/ 1552575 h 4114800"/>
                <a:gd name="connsiteX5" fmla="*/ 1590675 w 4302473"/>
                <a:gd name="connsiteY5" fmla="*/ 1762125 h 4114800"/>
                <a:gd name="connsiteX6" fmla="*/ 1885950 w 4302473"/>
                <a:gd name="connsiteY6" fmla="*/ 1743075 h 4114800"/>
                <a:gd name="connsiteX7" fmla="*/ 1562100 w 4302473"/>
                <a:gd name="connsiteY7" fmla="*/ 2362200 h 4114800"/>
                <a:gd name="connsiteX8" fmla="*/ 2524125 w 4302473"/>
                <a:gd name="connsiteY8" fmla="*/ 2162175 h 4114800"/>
                <a:gd name="connsiteX9" fmla="*/ 2838450 w 4302473"/>
                <a:gd name="connsiteY9" fmla="*/ 2228850 h 4114800"/>
                <a:gd name="connsiteX10" fmla="*/ 4276725 w 4302473"/>
                <a:gd name="connsiteY10" fmla="*/ 3314700 h 4114800"/>
                <a:gd name="connsiteX11" fmla="*/ 3952875 w 4302473"/>
                <a:gd name="connsiteY11" fmla="*/ 3590925 h 4114800"/>
                <a:gd name="connsiteX12" fmla="*/ 3524250 w 4302473"/>
                <a:gd name="connsiteY12" fmla="*/ 3914775 h 4114800"/>
                <a:gd name="connsiteX13" fmla="*/ 3124200 w 4302473"/>
                <a:gd name="connsiteY13" fmla="*/ 4114800 h 4114800"/>
                <a:gd name="connsiteX14" fmla="*/ 2514600 w 4302473"/>
                <a:gd name="connsiteY14" fmla="*/ 4114800 h 4114800"/>
                <a:gd name="connsiteX15" fmla="*/ 2257425 w 4302473"/>
                <a:gd name="connsiteY15" fmla="*/ 3695700 h 4114800"/>
                <a:gd name="connsiteX16" fmla="*/ 1828800 w 4302473"/>
                <a:gd name="connsiteY16" fmla="*/ 3409950 h 4114800"/>
                <a:gd name="connsiteX17" fmla="*/ 1476375 w 4302473"/>
                <a:gd name="connsiteY17" fmla="*/ 3171825 h 4114800"/>
                <a:gd name="connsiteX18" fmla="*/ 1114425 w 4302473"/>
                <a:gd name="connsiteY18" fmla="*/ 3019425 h 4114800"/>
                <a:gd name="connsiteX19" fmla="*/ 933450 w 4302473"/>
                <a:gd name="connsiteY19" fmla="*/ 2733675 h 4114800"/>
                <a:gd name="connsiteX20" fmla="*/ 619125 w 4302473"/>
                <a:gd name="connsiteY20" fmla="*/ 2476500 h 4114800"/>
                <a:gd name="connsiteX21" fmla="*/ 447675 w 4302473"/>
                <a:gd name="connsiteY21" fmla="*/ 2571750 h 4114800"/>
                <a:gd name="connsiteX22" fmla="*/ 152400 w 4302473"/>
                <a:gd name="connsiteY22" fmla="*/ 2333625 h 4114800"/>
                <a:gd name="connsiteX23" fmla="*/ 142875 w 4302473"/>
                <a:gd name="connsiteY23" fmla="*/ 2305050 h 4114800"/>
                <a:gd name="connsiteX0" fmla="*/ 0 w 4315610"/>
                <a:gd name="connsiteY0" fmla="*/ 0 h 4114800"/>
                <a:gd name="connsiteX1" fmla="*/ 1190625 w 4315610"/>
                <a:gd name="connsiteY1" fmla="*/ 990600 h 4114800"/>
                <a:gd name="connsiteX2" fmla="*/ 1095375 w 4315610"/>
                <a:gd name="connsiteY2" fmla="*/ 1152525 h 4114800"/>
                <a:gd name="connsiteX3" fmla="*/ 1371600 w 4315610"/>
                <a:gd name="connsiteY3" fmla="*/ 1390650 h 4114800"/>
                <a:gd name="connsiteX4" fmla="*/ 1276350 w 4315610"/>
                <a:gd name="connsiteY4" fmla="*/ 1552575 h 4114800"/>
                <a:gd name="connsiteX5" fmla="*/ 1590675 w 4315610"/>
                <a:gd name="connsiteY5" fmla="*/ 1762125 h 4114800"/>
                <a:gd name="connsiteX6" fmla="*/ 1885950 w 4315610"/>
                <a:gd name="connsiteY6" fmla="*/ 1743075 h 4114800"/>
                <a:gd name="connsiteX7" fmla="*/ 1562100 w 4315610"/>
                <a:gd name="connsiteY7" fmla="*/ 2362200 h 4114800"/>
                <a:gd name="connsiteX8" fmla="*/ 2524125 w 4315610"/>
                <a:gd name="connsiteY8" fmla="*/ 2162175 h 4114800"/>
                <a:gd name="connsiteX9" fmla="*/ 2838450 w 4315610"/>
                <a:gd name="connsiteY9" fmla="*/ 2228850 h 4114800"/>
                <a:gd name="connsiteX10" fmla="*/ 4276725 w 4315610"/>
                <a:gd name="connsiteY10" fmla="*/ 3314700 h 4114800"/>
                <a:gd name="connsiteX11" fmla="*/ 3952875 w 4315610"/>
                <a:gd name="connsiteY11" fmla="*/ 3590925 h 4114800"/>
                <a:gd name="connsiteX12" fmla="*/ 3524250 w 4315610"/>
                <a:gd name="connsiteY12" fmla="*/ 3914775 h 4114800"/>
                <a:gd name="connsiteX13" fmla="*/ 3124200 w 4315610"/>
                <a:gd name="connsiteY13" fmla="*/ 4114800 h 4114800"/>
                <a:gd name="connsiteX14" fmla="*/ 2514600 w 4315610"/>
                <a:gd name="connsiteY14" fmla="*/ 4114800 h 4114800"/>
                <a:gd name="connsiteX15" fmla="*/ 2257425 w 4315610"/>
                <a:gd name="connsiteY15" fmla="*/ 3695700 h 4114800"/>
                <a:gd name="connsiteX16" fmla="*/ 1828800 w 4315610"/>
                <a:gd name="connsiteY16" fmla="*/ 3409950 h 4114800"/>
                <a:gd name="connsiteX17" fmla="*/ 1476375 w 4315610"/>
                <a:gd name="connsiteY17" fmla="*/ 3171825 h 4114800"/>
                <a:gd name="connsiteX18" fmla="*/ 1114425 w 4315610"/>
                <a:gd name="connsiteY18" fmla="*/ 3019425 h 4114800"/>
                <a:gd name="connsiteX19" fmla="*/ 933450 w 4315610"/>
                <a:gd name="connsiteY19" fmla="*/ 2733675 h 4114800"/>
                <a:gd name="connsiteX20" fmla="*/ 619125 w 4315610"/>
                <a:gd name="connsiteY20" fmla="*/ 2476500 h 4114800"/>
                <a:gd name="connsiteX21" fmla="*/ 447675 w 4315610"/>
                <a:gd name="connsiteY21" fmla="*/ 2571750 h 4114800"/>
                <a:gd name="connsiteX22" fmla="*/ 152400 w 4315610"/>
                <a:gd name="connsiteY22" fmla="*/ 2333625 h 4114800"/>
                <a:gd name="connsiteX23" fmla="*/ 142875 w 4315610"/>
                <a:gd name="connsiteY23" fmla="*/ 2305050 h 4114800"/>
                <a:gd name="connsiteX0" fmla="*/ 0 w 4251400"/>
                <a:gd name="connsiteY0" fmla="*/ 0 h 4114800"/>
                <a:gd name="connsiteX1" fmla="*/ 1190625 w 4251400"/>
                <a:gd name="connsiteY1" fmla="*/ 990600 h 4114800"/>
                <a:gd name="connsiteX2" fmla="*/ 1095375 w 4251400"/>
                <a:gd name="connsiteY2" fmla="*/ 1152525 h 4114800"/>
                <a:gd name="connsiteX3" fmla="*/ 1371600 w 4251400"/>
                <a:gd name="connsiteY3" fmla="*/ 1390650 h 4114800"/>
                <a:gd name="connsiteX4" fmla="*/ 1276350 w 4251400"/>
                <a:gd name="connsiteY4" fmla="*/ 1552575 h 4114800"/>
                <a:gd name="connsiteX5" fmla="*/ 1590675 w 4251400"/>
                <a:gd name="connsiteY5" fmla="*/ 1762125 h 4114800"/>
                <a:gd name="connsiteX6" fmla="*/ 1885950 w 4251400"/>
                <a:gd name="connsiteY6" fmla="*/ 1743075 h 4114800"/>
                <a:gd name="connsiteX7" fmla="*/ 1562100 w 4251400"/>
                <a:gd name="connsiteY7" fmla="*/ 2362200 h 4114800"/>
                <a:gd name="connsiteX8" fmla="*/ 2524125 w 4251400"/>
                <a:gd name="connsiteY8" fmla="*/ 2162175 h 4114800"/>
                <a:gd name="connsiteX9" fmla="*/ 2838450 w 4251400"/>
                <a:gd name="connsiteY9" fmla="*/ 2228850 h 4114800"/>
                <a:gd name="connsiteX10" fmla="*/ 4200525 w 4251400"/>
                <a:gd name="connsiteY10" fmla="*/ 3267075 h 4114800"/>
                <a:gd name="connsiteX11" fmla="*/ 3952875 w 4251400"/>
                <a:gd name="connsiteY11" fmla="*/ 3590925 h 4114800"/>
                <a:gd name="connsiteX12" fmla="*/ 3524250 w 4251400"/>
                <a:gd name="connsiteY12" fmla="*/ 3914775 h 4114800"/>
                <a:gd name="connsiteX13" fmla="*/ 3124200 w 4251400"/>
                <a:gd name="connsiteY13" fmla="*/ 4114800 h 4114800"/>
                <a:gd name="connsiteX14" fmla="*/ 2514600 w 4251400"/>
                <a:gd name="connsiteY14" fmla="*/ 4114800 h 4114800"/>
                <a:gd name="connsiteX15" fmla="*/ 2257425 w 4251400"/>
                <a:gd name="connsiteY15" fmla="*/ 3695700 h 4114800"/>
                <a:gd name="connsiteX16" fmla="*/ 1828800 w 4251400"/>
                <a:gd name="connsiteY16" fmla="*/ 3409950 h 4114800"/>
                <a:gd name="connsiteX17" fmla="*/ 1476375 w 4251400"/>
                <a:gd name="connsiteY17" fmla="*/ 3171825 h 4114800"/>
                <a:gd name="connsiteX18" fmla="*/ 1114425 w 4251400"/>
                <a:gd name="connsiteY18" fmla="*/ 3019425 h 4114800"/>
                <a:gd name="connsiteX19" fmla="*/ 933450 w 4251400"/>
                <a:gd name="connsiteY19" fmla="*/ 2733675 h 4114800"/>
                <a:gd name="connsiteX20" fmla="*/ 619125 w 4251400"/>
                <a:gd name="connsiteY20" fmla="*/ 2476500 h 4114800"/>
                <a:gd name="connsiteX21" fmla="*/ 447675 w 4251400"/>
                <a:gd name="connsiteY21" fmla="*/ 2571750 h 4114800"/>
                <a:gd name="connsiteX22" fmla="*/ 152400 w 4251400"/>
                <a:gd name="connsiteY22" fmla="*/ 2333625 h 4114800"/>
                <a:gd name="connsiteX23" fmla="*/ 142875 w 4251400"/>
                <a:gd name="connsiteY23" fmla="*/ 2305050 h 4114800"/>
                <a:gd name="connsiteX0" fmla="*/ 0 w 4305862"/>
                <a:gd name="connsiteY0" fmla="*/ 0 h 4114800"/>
                <a:gd name="connsiteX1" fmla="*/ 1190625 w 4305862"/>
                <a:gd name="connsiteY1" fmla="*/ 990600 h 4114800"/>
                <a:gd name="connsiteX2" fmla="*/ 1095375 w 4305862"/>
                <a:gd name="connsiteY2" fmla="*/ 1152525 h 4114800"/>
                <a:gd name="connsiteX3" fmla="*/ 1371600 w 4305862"/>
                <a:gd name="connsiteY3" fmla="*/ 1390650 h 4114800"/>
                <a:gd name="connsiteX4" fmla="*/ 1276350 w 4305862"/>
                <a:gd name="connsiteY4" fmla="*/ 1552575 h 4114800"/>
                <a:gd name="connsiteX5" fmla="*/ 1590675 w 4305862"/>
                <a:gd name="connsiteY5" fmla="*/ 1762125 h 4114800"/>
                <a:gd name="connsiteX6" fmla="*/ 1885950 w 4305862"/>
                <a:gd name="connsiteY6" fmla="*/ 1743075 h 4114800"/>
                <a:gd name="connsiteX7" fmla="*/ 1562100 w 4305862"/>
                <a:gd name="connsiteY7" fmla="*/ 2362200 h 4114800"/>
                <a:gd name="connsiteX8" fmla="*/ 2524125 w 4305862"/>
                <a:gd name="connsiteY8" fmla="*/ 2162175 h 4114800"/>
                <a:gd name="connsiteX9" fmla="*/ 2838450 w 4305862"/>
                <a:gd name="connsiteY9" fmla="*/ 2228850 h 4114800"/>
                <a:gd name="connsiteX10" fmla="*/ 4200525 w 4305862"/>
                <a:gd name="connsiteY10" fmla="*/ 3267075 h 4114800"/>
                <a:gd name="connsiteX11" fmla="*/ 3952875 w 4305862"/>
                <a:gd name="connsiteY11" fmla="*/ 3590925 h 4114800"/>
                <a:gd name="connsiteX12" fmla="*/ 3524250 w 4305862"/>
                <a:gd name="connsiteY12" fmla="*/ 3914775 h 4114800"/>
                <a:gd name="connsiteX13" fmla="*/ 3124200 w 4305862"/>
                <a:gd name="connsiteY13" fmla="*/ 4114800 h 4114800"/>
                <a:gd name="connsiteX14" fmla="*/ 2514600 w 4305862"/>
                <a:gd name="connsiteY14" fmla="*/ 4114800 h 4114800"/>
                <a:gd name="connsiteX15" fmla="*/ 2257425 w 4305862"/>
                <a:gd name="connsiteY15" fmla="*/ 3695700 h 4114800"/>
                <a:gd name="connsiteX16" fmla="*/ 1828800 w 4305862"/>
                <a:gd name="connsiteY16" fmla="*/ 3409950 h 4114800"/>
                <a:gd name="connsiteX17" fmla="*/ 1476375 w 4305862"/>
                <a:gd name="connsiteY17" fmla="*/ 3171825 h 4114800"/>
                <a:gd name="connsiteX18" fmla="*/ 1114425 w 4305862"/>
                <a:gd name="connsiteY18" fmla="*/ 3019425 h 4114800"/>
                <a:gd name="connsiteX19" fmla="*/ 933450 w 4305862"/>
                <a:gd name="connsiteY19" fmla="*/ 2733675 h 4114800"/>
                <a:gd name="connsiteX20" fmla="*/ 619125 w 4305862"/>
                <a:gd name="connsiteY20" fmla="*/ 2476500 h 4114800"/>
                <a:gd name="connsiteX21" fmla="*/ 447675 w 4305862"/>
                <a:gd name="connsiteY21" fmla="*/ 2571750 h 4114800"/>
                <a:gd name="connsiteX22" fmla="*/ 152400 w 4305862"/>
                <a:gd name="connsiteY22" fmla="*/ 2333625 h 4114800"/>
                <a:gd name="connsiteX23" fmla="*/ 142875 w 4305862"/>
                <a:gd name="connsiteY23" fmla="*/ 2305050 h 4114800"/>
                <a:gd name="connsiteX0" fmla="*/ 0 w 4296221"/>
                <a:gd name="connsiteY0" fmla="*/ 0 h 4114800"/>
                <a:gd name="connsiteX1" fmla="*/ 1190625 w 4296221"/>
                <a:gd name="connsiteY1" fmla="*/ 990600 h 4114800"/>
                <a:gd name="connsiteX2" fmla="*/ 1095375 w 4296221"/>
                <a:gd name="connsiteY2" fmla="*/ 1152525 h 4114800"/>
                <a:gd name="connsiteX3" fmla="*/ 1371600 w 4296221"/>
                <a:gd name="connsiteY3" fmla="*/ 1390650 h 4114800"/>
                <a:gd name="connsiteX4" fmla="*/ 1276350 w 4296221"/>
                <a:gd name="connsiteY4" fmla="*/ 1552575 h 4114800"/>
                <a:gd name="connsiteX5" fmla="*/ 1590675 w 4296221"/>
                <a:gd name="connsiteY5" fmla="*/ 1762125 h 4114800"/>
                <a:gd name="connsiteX6" fmla="*/ 1885950 w 4296221"/>
                <a:gd name="connsiteY6" fmla="*/ 1743075 h 4114800"/>
                <a:gd name="connsiteX7" fmla="*/ 1562100 w 4296221"/>
                <a:gd name="connsiteY7" fmla="*/ 2362200 h 4114800"/>
                <a:gd name="connsiteX8" fmla="*/ 2524125 w 4296221"/>
                <a:gd name="connsiteY8" fmla="*/ 2162175 h 4114800"/>
                <a:gd name="connsiteX9" fmla="*/ 2838450 w 4296221"/>
                <a:gd name="connsiteY9" fmla="*/ 2228850 h 4114800"/>
                <a:gd name="connsiteX10" fmla="*/ 4200525 w 4296221"/>
                <a:gd name="connsiteY10" fmla="*/ 3267075 h 4114800"/>
                <a:gd name="connsiteX11" fmla="*/ 3905250 w 4296221"/>
                <a:gd name="connsiteY11" fmla="*/ 3552825 h 4114800"/>
                <a:gd name="connsiteX12" fmla="*/ 3524250 w 4296221"/>
                <a:gd name="connsiteY12" fmla="*/ 3914775 h 4114800"/>
                <a:gd name="connsiteX13" fmla="*/ 3124200 w 4296221"/>
                <a:gd name="connsiteY13" fmla="*/ 4114800 h 4114800"/>
                <a:gd name="connsiteX14" fmla="*/ 2514600 w 4296221"/>
                <a:gd name="connsiteY14" fmla="*/ 4114800 h 4114800"/>
                <a:gd name="connsiteX15" fmla="*/ 2257425 w 4296221"/>
                <a:gd name="connsiteY15" fmla="*/ 3695700 h 4114800"/>
                <a:gd name="connsiteX16" fmla="*/ 1828800 w 4296221"/>
                <a:gd name="connsiteY16" fmla="*/ 3409950 h 4114800"/>
                <a:gd name="connsiteX17" fmla="*/ 1476375 w 4296221"/>
                <a:gd name="connsiteY17" fmla="*/ 3171825 h 4114800"/>
                <a:gd name="connsiteX18" fmla="*/ 1114425 w 4296221"/>
                <a:gd name="connsiteY18" fmla="*/ 3019425 h 4114800"/>
                <a:gd name="connsiteX19" fmla="*/ 933450 w 4296221"/>
                <a:gd name="connsiteY19" fmla="*/ 2733675 h 4114800"/>
                <a:gd name="connsiteX20" fmla="*/ 619125 w 4296221"/>
                <a:gd name="connsiteY20" fmla="*/ 2476500 h 4114800"/>
                <a:gd name="connsiteX21" fmla="*/ 447675 w 4296221"/>
                <a:gd name="connsiteY21" fmla="*/ 2571750 h 4114800"/>
                <a:gd name="connsiteX22" fmla="*/ 152400 w 4296221"/>
                <a:gd name="connsiteY22" fmla="*/ 2333625 h 4114800"/>
                <a:gd name="connsiteX23" fmla="*/ 142875 w 4296221"/>
                <a:gd name="connsiteY23" fmla="*/ 2305050 h 4114800"/>
                <a:gd name="connsiteX0" fmla="*/ 0 w 4243525"/>
                <a:gd name="connsiteY0" fmla="*/ 0 h 4114800"/>
                <a:gd name="connsiteX1" fmla="*/ 1190625 w 4243525"/>
                <a:gd name="connsiteY1" fmla="*/ 990600 h 4114800"/>
                <a:gd name="connsiteX2" fmla="*/ 1095375 w 4243525"/>
                <a:gd name="connsiteY2" fmla="*/ 1152525 h 4114800"/>
                <a:gd name="connsiteX3" fmla="*/ 1371600 w 4243525"/>
                <a:gd name="connsiteY3" fmla="*/ 1390650 h 4114800"/>
                <a:gd name="connsiteX4" fmla="*/ 1276350 w 4243525"/>
                <a:gd name="connsiteY4" fmla="*/ 1552575 h 4114800"/>
                <a:gd name="connsiteX5" fmla="*/ 1590675 w 4243525"/>
                <a:gd name="connsiteY5" fmla="*/ 1762125 h 4114800"/>
                <a:gd name="connsiteX6" fmla="*/ 1885950 w 4243525"/>
                <a:gd name="connsiteY6" fmla="*/ 1743075 h 4114800"/>
                <a:gd name="connsiteX7" fmla="*/ 1562100 w 4243525"/>
                <a:gd name="connsiteY7" fmla="*/ 2362200 h 4114800"/>
                <a:gd name="connsiteX8" fmla="*/ 2524125 w 4243525"/>
                <a:gd name="connsiteY8" fmla="*/ 2162175 h 4114800"/>
                <a:gd name="connsiteX9" fmla="*/ 2838450 w 4243525"/>
                <a:gd name="connsiteY9" fmla="*/ 2228850 h 4114800"/>
                <a:gd name="connsiteX10" fmla="*/ 4133850 w 4243525"/>
                <a:gd name="connsiteY10" fmla="*/ 3181350 h 4114800"/>
                <a:gd name="connsiteX11" fmla="*/ 3905250 w 4243525"/>
                <a:gd name="connsiteY11" fmla="*/ 3552825 h 4114800"/>
                <a:gd name="connsiteX12" fmla="*/ 3524250 w 4243525"/>
                <a:gd name="connsiteY12" fmla="*/ 3914775 h 4114800"/>
                <a:gd name="connsiteX13" fmla="*/ 3124200 w 4243525"/>
                <a:gd name="connsiteY13" fmla="*/ 4114800 h 4114800"/>
                <a:gd name="connsiteX14" fmla="*/ 2514600 w 4243525"/>
                <a:gd name="connsiteY14" fmla="*/ 4114800 h 4114800"/>
                <a:gd name="connsiteX15" fmla="*/ 2257425 w 4243525"/>
                <a:gd name="connsiteY15" fmla="*/ 3695700 h 4114800"/>
                <a:gd name="connsiteX16" fmla="*/ 1828800 w 4243525"/>
                <a:gd name="connsiteY16" fmla="*/ 3409950 h 4114800"/>
                <a:gd name="connsiteX17" fmla="*/ 1476375 w 4243525"/>
                <a:gd name="connsiteY17" fmla="*/ 3171825 h 4114800"/>
                <a:gd name="connsiteX18" fmla="*/ 1114425 w 4243525"/>
                <a:gd name="connsiteY18" fmla="*/ 3019425 h 4114800"/>
                <a:gd name="connsiteX19" fmla="*/ 933450 w 4243525"/>
                <a:gd name="connsiteY19" fmla="*/ 2733675 h 4114800"/>
                <a:gd name="connsiteX20" fmla="*/ 619125 w 4243525"/>
                <a:gd name="connsiteY20" fmla="*/ 2476500 h 4114800"/>
                <a:gd name="connsiteX21" fmla="*/ 447675 w 4243525"/>
                <a:gd name="connsiteY21" fmla="*/ 2571750 h 4114800"/>
                <a:gd name="connsiteX22" fmla="*/ 152400 w 4243525"/>
                <a:gd name="connsiteY22" fmla="*/ 2333625 h 4114800"/>
                <a:gd name="connsiteX23" fmla="*/ 142875 w 4243525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56323"/>
                <a:gd name="connsiteY0" fmla="*/ 0 h 4114800"/>
                <a:gd name="connsiteX1" fmla="*/ 1190625 w 4256323"/>
                <a:gd name="connsiteY1" fmla="*/ 990600 h 4114800"/>
                <a:gd name="connsiteX2" fmla="*/ 1095375 w 4256323"/>
                <a:gd name="connsiteY2" fmla="*/ 1152525 h 4114800"/>
                <a:gd name="connsiteX3" fmla="*/ 1371600 w 4256323"/>
                <a:gd name="connsiteY3" fmla="*/ 1390650 h 4114800"/>
                <a:gd name="connsiteX4" fmla="*/ 1276350 w 4256323"/>
                <a:gd name="connsiteY4" fmla="*/ 1552575 h 4114800"/>
                <a:gd name="connsiteX5" fmla="*/ 1590675 w 4256323"/>
                <a:gd name="connsiteY5" fmla="*/ 1762125 h 4114800"/>
                <a:gd name="connsiteX6" fmla="*/ 1885950 w 4256323"/>
                <a:gd name="connsiteY6" fmla="*/ 1743075 h 4114800"/>
                <a:gd name="connsiteX7" fmla="*/ 1562100 w 4256323"/>
                <a:gd name="connsiteY7" fmla="*/ 2362200 h 4114800"/>
                <a:gd name="connsiteX8" fmla="*/ 2524125 w 4256323"/>
                <a:gd name="connsiteY8" fmla="*/ 2162175 h 4114800"/>
                <a:gd name="connsiteX9" fmla="*/ 2838450 w 4256323"/>
                <a:gd name="connsiteY9" fmla="*/ 2228850 h 4114800"/>
                <a:gd name="connsiteX10" fmla="*/ 4133850 w 4256323"/>
                <a:gd name="connsiteY10" fmla="*/ 3181350 h 4114800"/>
                <a:gd name="connsiteX11" fmla="*/ 3848100 w 4256323"/>
                <a:gd name="connsiteY11" fmla="*/ 3562350 h 4114800"/>
                <a:gd name="connsiteX12" fmla="*/ 3524250 w 4256323"/>
                <a:gd name="connsiteY12" fmla="*/ 3886200 h 4114800"/>
                <a:gd name="connsiteX13" fmla="*/ 3124200 w 4256323"/>
                <a:gd name="connsiteY13" fmla="*/ 4114800 h 4114800"/>
                <a:gd name="connsiteX14" fmla="*/ 2514600 w 4256323"/>
                <a:gd name="connsiteY14" fmla="*/ 4114800 h 4114800"/>
                <a:gd name="connsiteX15" fmla="*/ 2257425 w 4256323"/>
                <a:gd name="connsiteY15" fmla="*/ 3695700 h 4114800"/>
                <a:gd name="connsiteX16" fmla="*/ 1828800 w 4256323"/>
                <a:gd name="connsiteY16" fmla="*/ 3409950 h 4114800"/>
                <a:gd name="connsiteX17" fmla="*/ 1476375 w 4256323"/>
                <a:gd name="connsiteY17" fmla="*/ 3171825 h 4114800"/>
                <a:gd name="connsiteX18" fmla="*/ 1114425 w 4256323"/>
                <a:gd name="connsiteY18" fmla="*/ 3019425 h 4114800"/>
                <a:gd name="connsiteX19" fmla="*/ 933450 w 4256323"/>
                <a:gd name="connsiteY19" fmla="*/ 2733675 h 4114800"/>
                <a:gd name="connsiteX20" fmla="*/ 619125 w 4256323"/>
                <a:gd name="connsiteY20" fmla="*/ 2476500 h 4114800"/>
                <a:gd name="connsiteX21" fmla="*/ 447675 w 4256323"/>
                <a:gd name="connsiteY21" fmla="*/ 2571750 h 4114800"/>
                <a:gd name="connsiteX22" fmla="*/ 152400 w 4256323"/>
                <a:gd name="connsiteY22" fmla="*/ 2333625 h 4114800"/>
                <a:gd name="connsiteX23" fmla="*/ 142875 w 4256323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438525 w 4265214"/>
                <a:gd name="connsiteY12" fmla="*/ 382905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38481"/>
                <a:gd name="connsiteX1" fmla="*/ 1190625 w 4257100"/>
                <a:gd name="connsiteY1" fmla="*/ 990600 h 4138481"/>
                <a:gd name="connsiteX2" fmla="*/ 1095375 w 4257100"/>
                <a:gd name="connsiteY2" fmla="*/ 1152525 h 4138481"/>
                <a:gd name="connsiteX3" fmla="*/ 1371600 w 4257100"/>
                <a:gd name="connsiteY3" fmla="*/ 1390650 h 4138481"/>
                <a:gd name="connsiteX4" fmla="*/ 1276350 w 4257100"/>
                <a:gd name="connsiteY4" fmla="*/ 1552575 h 4138481"/>
                <a:gd name="connsiteX5" fmla="*/ 1590675 w 4257100"/>
                <a:gd name="connsiteY5" fmla="*/ 1762125 h 4138481"/>
                <a:gd name="connsiteX6" fmla="*/ 1885950 w 4257100"/>
                <a:gd name="connsiteY6" fmla="*/ 1743075 h 4138481"/>
                <a:gd name="connsiteX7" fmla="*/ 1562100 w 4257100"/>
                <a:gd name="connsiteY7" fmla="*/ 2362200 h 4138481"/>
                <a:gd name="connsiteX8" fmla="*/ 2524125 w 4257100"/>
                <a:gd name="connsiteY8" fmla="*/ 2162175 h 4138481"/>
                <a:gd name="connsiteX9" fmla="*/ 2838450 w 4257100"/>
                <a:gd name="connsiteY9" fmla="*/ 2228850 h 4138481"/>
                <a:gd name="connsiteX10" fmla="*/ 4133850 w 4257100"/>
                <a:gd name="connsiteY10" fmla="*/ 3181350 h 4138481"/>
                <a:gd name="connsiteX11" fmla="*/ 3810000 w 4257100"/>
                <a:gd name="connsiteY11" fmla="*/ 3562350 h 4138481"/>
                <a:gd name="connsiteX12" fmla="*/ 3438525 w 4257100"/>
                <a:gd name="connsiteY12" fmla="*/ 3829050 h 4138481"/>
                <a:gd name="connsiteX13" fmla="*/ 3124200 w 4257100"/>
                <a:gd name="connsiteY13" fmla="*/ 4114800 h 4138481"/>
                <a:gd name="connsiteX14" fmla="*/ 2514600 w 4257100"/>
                <a:gd name="connsiteY14" fmla="*/ 4114800 h 4138481"/>
                <a:gd name="connsiteX15" fmla="*/ 2257425 w 4257100"/>
                <a:gd name="connsiteY15" fmla="*/ 3695700 h 4138481"/>
                <a:gd name="connsiteX16" fmla="*/ 1828800 w 4257100"/>
                <a:gd name="connsiteY16" fmla="*/ 3409950 h 4138481"/>
                <a:gd name="connsiteX17" fmla="*/ 1476375 w 4257100"/>
                <a:gd name="connsiteY17" fmla="*/ 3171825 h 4138481"/>
                <a:gd name="connsiteX18" fmla="*/ 1114425 w 4257100"/>
                <a:gd name="connsiteY18" fmla="*/ 3019425 h 4138481"/>
                <a:gd name="connsiteX19" fmla="*/ 933450 w 4257100"/>
                <a:gd name="connsiteY19" fmla="*/ 2733675 h 4138481"/>
                <a:gd name="connsiteX20" fmla="*/ 619125 w 4257100"/>
                <a:gd name="connsiteY20" fmla="*/ 2476500 h 4138481"/>
                <a:gd name="connsiteX21" fmla="*/ 447675 w 4257100"/>
                <a:gd name="connsiteY21" fmla="*/ 2571750 h 4138481"/>
                <a:gd name="connsiteX22" fmla="*/ 152400 w 4257100"/>
                <a:gd name="connsiteY22" fmla="*/ 2333625 h 4138481"/>
                <a:gd name="connsiteX23" fmla="*/ 142875 w 4257100"/>
                <a:gd name="connsiteY23" fmla="*/ 2305050 h 4138481"/>
                <a:gd name="connsiteX0" fmla="*/ 0 w 4257100"/>
                <a:gd name="connsiteY0" fmla="*/ 0 h 4199466"/>
                <a:gd name="connsiteX1" fmla="*/ 1190625 w 4257100"/>
                <a:gd name="connsiteY1" fmla="*/ 990600 h 4199466"/>
                <a:gd name="connsiteX2" fmla="*/ 1095375 w 4257100"/>
                <a:gd name="connsiteY2" fmla="*/ 1152525 h 4199466"/>
                <a:gd name="connsiteX3" fmla="*/ 1371600 w 4257100"/>
                <a:gd name="connsiteY3" fmla="*/ 1390650 h 4199466"/>
                <a:gd name="connsiteX4" fmla="*/ 1276350 w 4257100"/>
                <a:gd name="connsiteY4" fmla="*/ 1552575 h 4199466"/>
                <a:gd name="connsiteX5" fmla="*/ 1590675 w 4257100"/>
                <a:gd name="connsiteY5" fmla="*/ 1762125 h 4199466"/>
                <a:gd name="connsiteX6" fmla="*/ 1885950 w 4257100"/>
                <a:gd name="connsiteY6" fmla="*/ 1743075 h 4199466"/>
                <a:gd name="connsiteX7" fmla="*/ 1562100 w 4257100"/>
                <a:gd name="connsiteY7" fmla="*/ 2362200 h 4199466"/>
                <a:gd name="connsiteX8" fmla="*/ 2524125 w 4257100"/>
                <a:gd name="connsiteY8" fmla="*/ 2162175 h 4199466"/>
                <a:gd name="connsiteX9" fmla="*/ 2838450 w 4257100"/>
                <a:gd name="connsiteY9" fmla="*/ 2228850 h 4199466"/>
                <a:gd name="connsiteX10" fmla="*/ 4133850 w 4257100"/>
                <a:gd name="connsiteY10" fmla="*/ 3181350 h 4199466"/>
                <a:gd name="connsiteX11" fmla="*/ 3810000 w 4257100"/>
                <a:gd name="connsiteY11" fmla="*/ 3562350 h 4199466"/>
                <a:gd name="connsiteX12" fmla="*/ 3438525 w 4257100"/>
                <a:gd name="connsiteY12" fmla="*/ 3829050 h 4199466"/>
                <a:gd name="connsiteX13" fmla="*/ 3124200 w 4257100"/>
                <a:gd name="connsiteY13" fmla="*/ 4114800 h 4199466"/>
                <a:gd name="connsiteX14" fmla="*/ 2514600 w 4257100"/>
                <a:gd name="connsiteY14" fmla="*/ 4114800 h 4199466"/>
                <a:gd name="connsiteX15" fmla="*/ 2257425 w 4257100"/>
                <a:gd name="connsiteY15" fmla="*/ 3695700 h 4199466"/>
                <a:gd name="connsiteX16" fmla="*/ 1828800 w 4257100"/>
                <a:gd name="connsiteY16" fmla="*/ 3409950 h 4199466"/>
                <a:gd name="connsiteX17" fmla="*/ 1476375 w 4257100"/>
                <a:gd name="connsiteY17" fmla="*/ 3171825 h 4199466"/>
                <a:gd name="connsiteX18" fmla="*/ 1114425 w 4257100"/>
                <a:gd name="connsiteY18" fmla="*/ 3019425 h 4199466"/>
                <a:gd name="connsiteX19" fmla="*/ 933450 w 4257100"/>
                <a:gd name="connsiteY19" fmla="*/ 2733675 h 4199466"/>
                <a:gd name="connsiteX20" fmla="*/ 619125 w 4257100"/>
                <a:gd name="connsiteY20" fmla="*/ 2476500 h 4199466"/>
                <a:gd name="connsiteX21" fmla="*/ 447675 w 4257100"/>
                <a:gd name="connsiteY21" fmla="*/ 2571750 h 4199466"/>
                <a:gd name="connsiteX22" fmla="*/ 152400 w 4257100"/>
                <a:gd name="connsiteY22" fmla="*/ 2333625 h 4199466"/>
                <a:gd name="connsiteX23" fmla="*/ 142875 w 4257100"/>
                <a:gd name="connsiteY23" fmla="*/ 2305050 h 4199466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447675 w 4257100"/>
                <a:gd name="connsiteY21" fmla="*/ 2571750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42875 w 4257100"/>
                <a:gd name="connsiteY22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274847"/>
                <a:gd name="connsiteY0" fmla="*/ 0 h 4250625"/>
                <a:gd name="connsiteX1" fmla="*/ 1190625 w 4274847"/>
                <a:gd name="connsiteY1" fmla="*/ 990600 h 4250625"/>
                <a:gd name="connsiteX2" fmla="*/ 1095375 w 4274847"/>
                <a:gd name="connsiteY2" fmla="*/ 1152525 h 4250625"/>
                <a:gd name="connsiteX3" fmla="*/ 1371600 w 4274847"/>
                <a:gd name="connsiteY3" fmla="*/ 1390650 h 4250625"/>
                <a:gd name="connsiteX4" fmla="*/ 1276350 w 4274847"/>
                <a:gd name="connsiteY4" fmla="*/ 1552575 h 4250625"/>
                <a:gd name="connsiteX5" fmla="*/ 1590675 w 4274847"/>
                <a:gd name="connsiteY5" fmla="*/ 1762125 h 4250625"/>
                <a:gd name="connsiteX6" fmla="*/ 1863090 w 4274847"/>
                <a:gd name="connsiteY6" fmla="*/ 1735455 h 4250625"/>
                <a:gd name="connsiteX7" fmla="*/ 1584960 w 4274847"/>
                <a:gd name="connsiteY7" fmla="*/ 2419350 h 4250625"/>
                <a:gd name="connsiteX8" fmla="*/ 2493645 w 4274847"/>
                <a:gd name="connsiteY8" fmla="*/ 2150745 h 4250625"/>
                <a:gd name="connsiteX9" fmla="*/ 2838450 w 4274847"/>
                <a:gd name="connsiteY9" fmla="*/ 2228850 h 4250625"/>
                <a:gd name="connsiteX10" fmla="*/ 4210050 w 4274847"/>
                <a:gd name="connsiteY10" fmla="*/ 3192780 h 4250625"/>
                <a:gd name="connsiteX11" fmla="*/ 3810000 w 4274847"/>
                <a:gd name="connsiteY11" fmla="*/ 3562350 h 4250625"/>
                <a:gd name="connsiteX12" fmla="*/ 3438525 w 4274847"/>
                <a:gd name="connsiteY12" fmla="*/ 3829050 h 4250625"/>
                <a:gd name="connsiteX13" fmla="*/ 3124200 w 4274847"/>
                <a:gd name="connsiteY13" fmla="*/ 4114800 h 4250625"/>
                <a:gd name="connsiteX14" fmla="*/ 2514600 w 4274847"/>
                <a:gd name="connsiteY14" fmla="*/ 4114800 h 4250625"/>
                <a:gd name="connsiteX15" fmla="*/ 2257425 w 4274847"/>
                <a:gd name="connsiteY15" fmla="*/ 3695700 h 4250625"/>
                <a:gd name="connsiteX16" fmla="*/ 1905000 w 4274847"/>
                <a:gd name="connsiteY16" fmla="*/ 3421380 h 4250625"/>
                <a:gd name="connsiteX17" fmla="*/ 1491615 w 4274847"/>
                <a:gd name="connsiteY17" fmla="*/ 3133725 h 4250625"/>
                <a:gd name="connsiteX18" fmla="*/ 1099185 w 4274847"/>
                <a:gd name="connsiteY18" fmla="*/ 3011805 h 4250625"/>
                <a:gd name="connsiteX19" fmla="*/ 933450 w 4274847"/>
                <a:gd name="connsiteY19" fmla="*/ 2733675 h 4250625"/>
                <a:gd name="connsiteX20" fmla="*/ 666750 w 4274847"/>
                <a:gd name="connsiteY20" fmla="*/ 2543175 h 4250625"/>
                <a:gd name="connsiteX21" fmla="*/ 581025 w 4274847"/>
                <a:gd name="connsiteY21" fmla="*/ 2676525 h 4250625"/>
                <a:gd name="connsiteX22" fmla="*/ 200025 w 4274847"/>
                <a:gd name="connsiteY22" fmla="*/ 2457450 h 4250625"/>
                <a:gd name="connsiteX0" fmla="*/ 0 w 4283478"/>
                <a:gd name="connsiteY0" fmla="*/ 0 h 4250625"/>
                <a:gd name="connsiteX1" fmla="*/ 1190625 w 4283478"/>
                <a:gd name="connsiteY1" fmla="*/ 990600 h 4250625"/>
                <a:gd name="connsiteX2" fmla="*/ 1095375 w 4283478"/>
                <a:gd name="connsiteY2" fmla="*/ 1152525 h 4250625"/>
                <a:gd name="connsiteX3" fmla="*/ 1371600 w 4283478"/>
                <a:gd name="connsiteY3" fmla="*/ 1390650 h 4250625"/>
                <a:gd name="connsiteX4" fmla="*/ 1276350 w 4283478"/>
                <a:gd name="connsiteY4" fmla="*/ 1552575 h 4250625"/>
                <a:gd name="connsiteX5" fmla="*/ 1590675 w 4283478"/>
                <a:gd name="connsiteY5" fmla="*/ 1762125 h 4250625"/>
                <a:gd name="connsiteX6" fmla="*/ 1863090 w 4283478"/>
                <a:gd name="connsiteY6" fmla="*/ 1735455 h 4250625"/>
                <a:gd name="connsiteX7" fmla="*/ 1584960 w 4283478"/>
                <a:gd name="connsiteY7" fmla="*/ 2419350 h 4250625"/>
                <a:gd name="connsiteX8" fmla="*/ 2493645 w 4283478"/>
                <a:gd name="connsiteY8" fmla="*/ 2150745 h 4250625"/>
                <a:gd name="connsiteX9" fmla="*/ 2838450 w 4283478"/>
                <a:gd name="connsiteY9" fmla="*/ 2228850 h 4250625"/>
                <a:gd name="connsiteX10" fmla="*/ 4210050 w 4283478"/>
                <a:gd name="connsiteY10" fmla="*/ 3192780 h 4250625"/>
                <a:gd name="connsiteX11" fmla="*/ 3867150 w 4283478"/>
                <a:gd name="connsiteY11" fmla="*/ 3558540 h 4250625"/>
                <a:gd name="connsiteX12" fmla="*/ 3438525 w 4283478"/>
                <a:gd name="connsiteY12" fmla="*/ 3829050 h 4250625"/>
                <a:gd name="connsiteX13" fmla="*/ 3124200 w 4283478"/>
                <a:gd name="connsiteY13" fmla="*/ 4114800 h 4250625"/>
                <a:gd name="connsiteX14" fmla="*/ 2514600 w 4283478"/>
                <a:gd name="connsiteY14" fmla="*/ 4114800 h 4250625"/>
                <a:gd name="connsiteX15" fmla="*/ 2257425 w 4283478"/>
                <a:gd name="connsiteY15" fmla="*/ 3695700 h 4250625"/>
                <a:gd name="connsiteX16" fmla="*/ 1905000 w 4283478"/>
                <a:gd name="connsiteY16" fmla="*/ 3421380 h 4250625"/>
                <a:gd name="connsiteX17" fmla="*/ 1491615 w 4283478"/>
                <a:gd name="connsiteY17" fmla="*/ 3133725 h 4250625"/>
                <a:gd name="connsiteX18" fmla="*/ 1099185 w 4283478"/>
                <a:gd name="connsiteY18" fmla="*/ 3011805 h 4250625"/>
                <a:gd name="connsiteX19" fmla="*/ 933450 w 4283478"/>
                <a:gd name="connsiteY19" fmla="*/ 2733675 h 4250625"/>
                <a:gd name="connsiteX20" fmla="*/ 666750 w 4283478"/>
                <a:gd name="connsiteY20" fmla="*/ 2543175 h 4250625"/>
                <a:gd name="connsiteX21" fmla="*/ 581025 w 4283478"/>
                <a:gd name="connsiteY21" fmla="*/ 2676525 h 4250625"/>
                <a:gd name="connsiteX22" fmla="*/ 200025 w 4283478"/>
                <a:gd name="connsiteY22" fmla="*/ 2457450 h 4250625"/>
                <a:gd name="connsiteX0" fmla="*/ 0 w 4277041"/>
                <a:gd name="connsiteY0" fmla="*/ 0 h 4250625"/>
                <a:gd name="connsiteX1" fmla="*/ 1190625 w 4277041"/>
                <a:gd name="connsiteY1" fmla="*/ 990600 h 4250625"/>
                <a:gd name="connsiteX2" fmla="*/ 1095375 w 4277041"/>
                <a:gd name="connsiteY2" fmla="*/ 1152525 h 4250625"/>
                <a:gd name="connsiteX3" fmla="*/ 1371600 w 4277041"/>
                <a:gd name="connsiteY3" fmla="*/ 1390650 h 4250625"/>
                <a:gd name="connsiteX4" fmla="*/ 1276350 w 4277041"/>
                <a:gd name="connsiteY4" fmla="*/ 1552575 h 4250625"/>
                <a:gd name="connsiteX5" fmla="*/ 1590675 w 4277041"/>
                <a:gd name="connsiteY5" fmla="*/ 1762125 h 4250625"/>
                <a:gd name="connsiteX6" fmla="*/ 1863090 w 4277041"/>
                <a:gd name="connsiteY6" fmla="*/ 1735455 h 4250625"/>
                <a:gd name="connsiteX7" fmla="*/ 1584960 w 4277041"/>
                <a:gd name="connsiteY7" fmla="*/ 2419350 h 4250625"/>
                <a:gd name="connsiteX8" fmla="*/ 2493645 w 4277041"/>
                <a:gd name="connsiteY8" fmla="*/ 2150745 h 4250625"/>
                <a:gd name="connsiteX9" fmla="*/ 2838450 w 4277041"/>
                <a:gd name="connsiteY9" fmla="*/ 2228850 h 4250625"/>
                <a:gd name="connsiteX10" fmla="*/ 4210050 w 4277041"/>
                <a:gd name="connsiteY10" fmla="*/ 3192780 h 4250625"/>
                <a:gd name="connsiteX11" fmla="*/ 3867150 w 4277041"/>
                <a:gd name="connsiteY11" fmla="*/ 3558540 h 4250625"/>
                <a:gd name="connsiteX12" fmla="*/ 3438525 w 4277041"/>
                <a:gd name="connsiteY12" fmla="*/ 3829050 h 4250625"/>
                <a:gd name="connsiteX13" fmla="*/ 3124200 w 4277041"/>
                <a:gd name="connsiteY13" fmla="*/ 4114800 h 4250625"/>
                <a:gd name="connsiteX14" fmla="*/ 2514600 w 4277041"/>
                <a:gd name="connsiteY14" fmla="*/ 4114800 h 4250625"/>
                <a:gd name="connsiteX15" fmla="*/ 2257425 w 4277041"/>
                <a:gd name="connsiteY15" fmla="*/ 3695700 h 4250625"/>
                <a:gd name="connsiteX16" fmla="*/ 1905000 w 4277041"/>
                <a:gd name="connsiteY16" fmla="*/ 3421380 h 4250625"/>
                <a:gd name="connsiteX17" fmla="*/ 1491615 w 4277041"/>
                <a:gd name="connsiteY17" fmla="*/ 3133725 h 4250625"/>
                <a:gd name="connsiteX18" fmla="*/ 1099185 w 4277041"/>
                <a:gd name="connsiteY18" fmla="*/ 3011805 h 4250625"/>
                <a:gd name="connsiteX19" fmla="*/ 933450 w 4277041"/>
                <a:gd name="connsiteY19" fmla="*/ 2733675 h 4250625"/>
                <a:gd name="connsiteX20" fmla="*/ 666750 w 4277041"/>
                <a:gd name="connsiteY20" fmla="*/ 2543175 h 4250625"/>
                <a:gd name="connsiteX21" fmla="*/ 581025 w 4277041"/>
                <a:gd name="connsiteY21" fmla="*/ 2676525 h 4250625"/>
                <a:gd name="connsiteX22" fmla="*/ 200025 w 4277041"/>
                <a:gd name="connsiteY22" fmla="*/ 2457450 h 4250625"/>
                <a:gd name="connsiteX0" fmla="*/ 0 w 4248076"/>
                <a:gd name="connsiteY0" fmla="*/ 0 h 4250625"/>
                <a:gd name="connsiteX1" fmla="*/ 1190625 w 4248076"/>
                <a:gd name="connsiteY1" fmla="*/ 990600 h 4250625"/>
                <a:gd name="connsiteX2" fmla="*/ 1095375 w 4248076"/>
                <a:gd name="connsiteY2" fmla="*/ 1152525 h 4250625"/>
                <a:gd name="connsiteX3" fmla="*/ 1371600 w 4248076"/>
                <a:gd name="connsiteY3" fmla="*/ 1390650 h 4250625"/>
                <a:gd name="connsiteX4" fmla="*/ 1276350 w 4248076"/>
                <a:gd name="connsiteY4" fmla="*/ 1552575 h 4250625"/>
                <a:gd name="connsiteX5" fmla="*/ 1590675 w 4248076"/>
                <a:gd name="connsiteY5" fmla="*/ 1762125 h 4250625"/>
                <a:gd name="connsiteX6" fmla="*/ 1863090 w 4248076"/>
                <a:gd name="connsiteY6" fmla="*/ 1735455 h 4250625"/>
                <a:gd name="connsiteX7" fmla="*/ 1584960 w 4248076"/>
                <a:gd name="connsiteY7" fmla="*/ 2419350 h 4250625"/>
                <a:gd name="connsiteX8" fmla="*/ 2493645 w 4248076"/>
                <a:gd name="connsiteY8" fmla="*/ 2150745 h 4250625"/>
                <a:gd name="connsiteX9" fmla="*/ 2838450 w 4248076"/>
                <a:gd name="connsiteY9" fmla="*/ 2228850 h 4250625"/>
                <a:gd name="connsiteX10" fmla="*/ 4175760 w 4248076"/>
                <a:gd name="connsiteY10" fmla="*/ 3162300 h 4250625"/>
                <a:gd name="connsiteX11" fmla="*/ 3867150 w 4248076"/>
                <a:gd name="connsiteY11" fmla="*/ 3558540 h 4250625"/>
                <a:gd name="connsiteX12" fmla="*/ 3438525 w 4248076"/>
                <a:gd name="connsiteY12" fmla="*/ 3829050 h 4250625"/>
                <a:gd name="connsiteX13" fmla="*/ 3124200 w 4248076"/>
                <a:gd name="connsiteY13" fmla="*/ 4114800 h 4250625"/>
                <a:gd name="connsiteX14" fmla="*/ 2514600 w 4248076"/>
                <a:gd name="connsiteY14" fmla="*/ 4114800 h 4250625"/>
                <a:gd name="connsiteX15" fmla="*/ 2257425 w 4248076"/>
                <a:gd name="connsiteY15" fmla="*/ 3695700 h 4250625"/>
                <a:gd name="connsiteX16" fmla="*/ 1905000 w 4248076"/>
                <a:gd name="connsiteY16" fmla="*/ 3421380 h 4250625"/>
                <a:gd name="connsiteX17" fmla="*/ 1491615 w 4248076"/>
                <a:gd name="connsiteY17" fmla="*/ 3133725 h 4250625"/>
                <a:gd name="connsiteX18" fmla="*/ 1099185 w 4248076"/>
                <a:gd name="connsiteY18" fmla="*/ 3011805 h 4250625"/>
                <a:gd name="connsiteX19" fmla="*/ 933450 w 4248076"/>
                <a:gd name="connsiteY19" fmla="*/ 2733675 h 4250625"/>
                <a:gd name="connsiteX20" fmla="*/ 666750 w 4248076"/>
                <a:gd name="connsiteY20" fmla="*/ 2543175 h 4250625"/>
                <a:gd name="connsiteX21" fmla="*/ 581025 w 4248076"/>
                <a:gd name="connsiteY21" fmla="*/ 2676525 h 4250625"/>
                <a:gd name="connsiteX22" fmla="*/ 200025 w 4248076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61033"/>
                <a:gd name="connsiteX1" fmla="*/ 1190625 w 4300729"/>
                <a:gd name="connsiteY1" fmla="*/ 990600 h 4261033"/>
                <a:gd name="connsiteX2" fmla="*/ 1095375 w 4300729"/>
                <a:gd name="connsiteY2" fmla="*/ 1152525 h 4261033"/>
                <a:gd name="connsiteX3" fmla="*/ 1371600 w 4300729"/>
                <a:gd name="connsiteY3" fmla="*/ 1390650 h 4261033"/>
                <a:gd name="connsiteX4" fmla="*/ 1276350 w 4300729"/>
                <a:gd name="connsiteY4" fmla="*/ 1552575 h 4261033"/>
                <a:gd name="connsiteX5" fmla="*/ 1590675 w 4300729"/>
                <a:gd name="connsiteY5" fmla="*/ 1762125 h 4261033"/>
                <a:gd name="connsiteX6" fmla="*/ 1863090 w 4300729"/>
                <a:gd name="connsiteY6" fmla="*/ 1735455 h 4261033"/>
                <a:gd name="connsiteX7" fmla="*/ 1584960 w 4300729"/>
                <a:gd name="connsiteY7" fmla="*/ 2419350 h 4261033"/>
                <a:gd name="connsiteX8" fmla="*/ 2493645 w 4300729"/>
                <a:gd name="connsiteY8" fmla="*/ 2150745 h 4261033"/>
                <a:gd name="connsiteX9" fmla="*/ 2838450 w 4300729"/>
                <a:gd name="connsiteY9" fmla="*/ 2228850 h 4261033"/>
                <a:gd name="connsiteX10" fmla="*/ 4175760 w 4300729"/>
                <a:gd name="connsiteY10" fmla="*/ 3162300 h 4261033"/>
                <a:gd name="connsiteX11" fmla="*/ 3867150 w 4300729"/>
                <a:gd name="connsiteY11" fmla="*/ 3558540 h 4261033"/>
                <a:gd name="connsiteX12" fmla="*/ 3499485 w 4300729"/>
                <a:gd name="connsiteY12" fmla="*/ 3825240 h 4261033"/>
                <a:gd name="connsiteX13" fmla="*/ 3124200 w 4300729"/>
                <a:gd name="connsiteY13" fmla="*/ 4114800 h 4261033"/>
                <a:gd name="connsiteX14" fmla="*/ 2514600 w 4300729"/>
                <a:gd name="connsiteY14" fmla="*/ 4114800 h 4261033"/>
                <a:gd name="connsiteX15" fmla="*/ 2257425 w 4300729"/>
                <a:gd name="connsiteY15" fmla="*/ 3695700 h 4261033"/>
                <a:gd name="connsiteX16" fmla="*/ 1905000 w 4300729"/>
                <a:gd name="connsiteY16" fmla="*/ 3421380 h 4261033"/>
                <a:gd name="connsiteX17" fmla="*/ 1491615 w 4300729"/>
                <a:gd name="connsiteY17" fmla="*/ 3133725 h 4261033"/>
                <a:gd name="connsiteX18" fmla="*/ 1099185 w 4300729"/>
                <a:gd name="connsiteY18" fmla="*/ 3011805 h 4261033"/>
                <a:gd name="connsiteX19" fmla="*/ 933450 w 4300729"/>
                <a:gd name="connsiteY19" fmla="*/ 2733675 h 4261033"/>
                <a:gd name="connsiteX20" fmla="*/ 666750 w 4300729"/>
                <a:gd name="connsiteY20" fmla="*/ 2543175 h 4261033"/>
                <a:gd name="connsiteX21" fmla="*/ 581025 w 4300729"/>
                <a:gd name="connsiteY21" fmla="*/ 2676525 h 4261033"/>
                <a:gd name="connsiteX22" fmla="*/ 200025 w 4300729"/>
                <a:gd name="connsiteY22" fmla="*/ 2457450 h 4261033"/>
                <a:gd name="connsiteX0" fmla="*/ 0 w 4300729"/>
                <a:gd name="connsiteY0" fmla="*/ 0 h 4314977"/>
                <a:gd name="connsiteX1" fmla="*/ 1190625 w 4300729"/>
                <a:gd name="connsiteY1" fmla="*/ 990600 h 4314977"/>
                <a:gd name="connsiteX2" fmla="*/ 1095375 w 4300729"/>
                <a:gd name="connsiteY2" fmla="*/ 1152525 h 4314977"/>
                <a:gd name="connsiteX3" fmla="*/ 1371600 w 4300729"/>
                <a:gd name="connsiteY3" fmla="*/ 1390650 h 4314977"/>
                <a:gd name="connsiteX4" fmla="*/ 1276350 w 4300729"/>
                <a:gd name="connsiteY4" fmla="*/ 1552575 h 4314977"/>
                <a:gd name="connsiteX5" fmla="*/ 1590675 w 4300729"/>
                <a:gd name="connsiteY5" fmla="*/ 1762125 h 4314977"/>
                <a:gd name="connsiteX6" fmla="*/ 1863090 w 4300729"/>
                <a:gd name="connsiteY6" fmla="*/ 1735455 h 4314977"/>
                <a:gd name="connsiteX7" fmla="*/ 1584960 w 4300729"/>
                <a:gd name="connsiteY7" fmla="*/ 2419350 h 4314977"/>
                <a:gd name="connsiteX8" fmla="*/ 2493645 w 4300729"/>
                <a:gd name="connsiteY8" fmla="*/ 2150745 h 4314977"/>
                <a:gd name="connsiteX9" fmla="*/ 2838450 w 4300729"/>
                <a:gd name="connsiteY9" fmla="*/ 2228850 h 4314977"/>
                <a:gd name="connsiteX10" fmla="*/ 4175760 w 4300729"/>
                <a:gd name="connsiteY10" fmla="*/ 3162300 h 4314977"/>
                <a:gd name="connsiteX11" fmla="*/ 3867150 w 4300729"/>
                <a:gd name="connsiteY11" fmla="*/ 3558540 h 4314977"/>
                <a:gd name="connsiteX12" fmla="*/ 3499485 w 4300729"/>
                <a:gd name="connsiteY12" fmla="*/ 3825240 h 4314977"/>
                <a:gd name="connsiteX13" fmla="*/ 3124200 w 4300729"/>
                <a:gd name="connsiteY13" fmla="*/ 4114800 h 4314977"/>
                <a:gd name="connsiteX14" fmla="*/ 2514600 w 4300729"/>
                <a:gd name="connsiteY14" fmla="*/ 4114800 h 4314977"/>
                <a:gd name="connsiteX15" fmla="*/ 2257425 w 4300729"/>
                <a:gd name="connsiteY15" fmla="*/ 3695700 h 4314977"/>
                <a:gd name="connsiteX16" fmla="*/ 1905000 w 4300729"/>
                <a:gd name="connsiteY16" fmla="*/ 3421380 h 4314977"/>
                <a:gd name="connsiteX17" fmla="*/ 1491615 w 4300729"/>
                <a:gd name="connsiteY17" fmla="*/ 3133725 h 4314977"/>
                <a:gd name="connsiteX18" fmla="*/ 1099185 w 4300729"/>
                <a:gd name="connsiteY18" fmla="*/ 3011805 h 4314977"/>
                <a:gd name="connsiteX19" fmla="*/ 933450 w 4300729"/>
                <a:gd name="connsiteY19" fmla="*/ 2733675 h 4314977"/>
                <a:gd name="connsiteX20" fmla="*/ 666750 w 4300729"/>
                <a:gd name="connsiteY20" fmla="*/ 2543175 h 4314977"/>
                <a:gd name="connsiteX21" fmla="*/ 581025 w 4300729"/>
                <a:gd name="connsiteY21" fmla="*/ 2676525 h 4314977"/>
                <a:gd name="connsiteX22" fmla="*/ 200025 w 4300729"/>
                <a:gd name="connsiteY22" fmla="*/ 2457450 h 4314977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00729" h="4336841">
                  <a:moveTo>
                    <a:pt x="0" y="0"/>
                  </a:moveTo>
                  <a:lnTo>
                    <a:pt x="1190625" y="990600"/>
                  </a:lnTo>
                  <a:lnTo>
                    <a:pt x="1095375" y="1152525"/>
                  </a:lnTo>
                  <a:lnTo>
                    <a:pt x="1371600" y="1390650"/>
                  </a:lnTo>
                  <a:cubicBezTo>
                    <a:pt x="1343660" y="1424940"/>
                    <a:pt x="1330960" y="1468755"/>
                    <a:pt x="1276350" y="1552575"/>
                  </a:cubicBezTo>
                  <a:lnTo>
                    <a:pt x="1590675" y="1762125"/>
                  </a:lnTo>
                  <a:lnTo>
                    <a:pt x="1863090" y="1735455"/>
                  </a:lnTo>
                  <a:cubicBezTo>
                    <a:pt x="1779905" y="1943100"/>
                    <a:pt x="1500505" y="2352675"/>
                    <a:pt x="1584960" y="2419350"/>
                  </a:cubicBezTo>
                  <a:cubicBezTo>
                    <a:pt x="1848485" y="2598420"/>
                    <a:pt x="2131060" y="2545080"/>
                    <a:pt x="2493645" y="2150745"/>
                  </a:cubicBezTo>
                  <a:cubicBezTo>
                    <a:pt x="2632710" y="2167890"/>
                    <a:pt x="2667000" y="2194560"/>
                    <a:pt x="2838450" y="2228850"/>
                  </a:cubicBezTo>
                  <a:cubicBezTo>
                    <a:pt x="3365500" y="2581275"/>
                    <a:pt x="3705860" y="2830830"/>
                    <a:pt x="4175760" y="3162300"/>
                  </a:cubicBezTo>
                  <a:cubicBezTo>
                    <a:pt x="4492625" y="3402965"/>
                    <a:pt x="4138930" y="3763645"/>
                    <a:pt x="3867150" y="3558540"/>
                  </a:cubicBezTo>
                  <a:cubicBezTo>
                    <a:pt x="4075430" y="3846830"/>
                    <a:pt x="3731260" y="4053205"/>
                    <a:pt x="3499485" y="3825240"/>
                  </a:cubicBezTo>
                  <a:cubicBezTo>
                    <a:pt x="3655695" y="4135755"/>
                    <a:pt x="3339465" y="4251960"/>
                    <a:pt x="3124200" y="4114800"/>
                  </a:cubicBezTo>
                  <a:cubicBezTo>
                    <a:pt x="3195320" y="4331970"/>
                    <a:pt x="2860675" y="4480560"/>
                    <a:pt x="2514600" y="4114800"/>
                  </a:cubicBezTo>
                  <a:cubicBezTo>
                    <a:pt x="2600325" y="3889375"/>
                    <a:pt x="2466975" y="3663950"/>
                    <a:pt x="2257425" y="3695700"/>
                  </a:cubicBezTo>
                  <a:cubicBezTo>
                    <a:pt x="2286000" y="3454400"/>
                    <a:pt x="2052637" y="3331845"/>
                    <a:pt x="1905000" y="3421380"/>
                  </a:cubicBezTo>
                  <a:cubicBezTo>
                    <a:pt x="1963925" y="3231958"/>
                    <a:pt x="1637665" y="3032125"/>
                    <a:pt x="1491615" y="3133725"/>
                  </a:cubicBezTo>
                  <a:cubicBezTo>
                    <a:pt x="1548130" y="2995295"/>
                    <a:pt x="1286510" y="2834005"/>
                    <a:pt x="1099185" y="3011805"/>
                  </a:cubicBezTo>
                  <a:lnTo>
                    <a:pt x="933450" y="2733675"/>
                  </a:lnTo>
                  <a:lnTo>
                    <a:pt x="666750" y="2543175"/>
                  </a:lnTo>
                  <a:lnTo>
                    <a:pt x="581025" y="2676525"/>
                  </a:lnTo>
                  <a:lnTo>
                    <a:pt x="200025" y="2457450"/>
                  </a:lnTo>
                </a:path>
              </a:pathLst>
            </a:cu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44" name="Freeform 5">
              <a:extLst>
                <a:ext uri="{FF2B5EF4-FFF2-40B4-BE49-F238E27FC236}">
                  <a16:creationId xmlns:a16="http://schemas.microsoft.com/office/drawing/2014/main" id="{41E2E304-6270-4B4E-ACD4-F91B9CD26771}"/>
                </a:ext>
              </a:extLst>
            </p:cNvPr>
            <p:cNvSpPr/>
            <p:nvPr/>
          </p:nvSpPr>
          <p:spPr>
            <a:xfrm>
              <a:off x="2979453" y="4301052"/>
              <a:ext cx="1379276" cy="1206796"/>
            </a:xfrm>
            <a:custGeom>
              <a:avLst/>
              <a:gdLst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57150 w 1381125"/>
                <a:gd name="connsiteY10" fmla="*/ 24765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22479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194310 h 1209675"/>
                <a:gd name="connsiteX0" fmla="*/ 3810 w 1384935"/>
                <a:gd name="connsiteY0" fmla="*/ 228600 h 1209675"/>
                <a:gd name="connsiteX1" fmla="*/ 289560 w 1384935"/>
                <a:gd name="connsiteY1" fmla="*/ 381000 h 1209675"/>
                <a:gd name="connsiteX2" fmla="*/ 584835 w 1384935"/>
                <a:gd name="connsiteY2" fmla="*/ 676275 h 1209675"/>
                <a:gd name="connsiteX3" fmla="*/ 851535 w 1384935"/>
                <a:gd name="connsiteY3" fmla="*/ 952500 h 1209675"/>
                <a:gd name="connsiteX4" fmla="*/ 1261110 w 1384935"/>
                <a:gd name="connsiteY4" fmla="*/ 1209675 h 1209675"/>
                <a:gd name="connsiteX5" fmla="*/ 1384935 w 1384935"/>
                <a:gd name="connsiteY5" fmla="*/ 828675 h 1209675"/>
                <a:gd name="connsiteX6" fmla="*/ 1127760 w 1384935"/>
                <a:gd name="connsiteY6" fmla="*/ 676275 h 1209675"/>
                <a:gd name="connsiteX7" fmla="*/ 842010 w 1384935"/>
                <a:gd name="connsiteY7" fmla="*/ 400050 h 1209675"/>
                <a:gd name="connsiteX8" fmla="*/ 451485 w 1384935"/>
                <a:gd name="connsiteY8" fmla="*/ 219075 h 1209675"/>
                <a:gd name="connsiteX9" fmla="*/ 118110 w 1384935"/>
                <a:gd name="connsiteY9" fmla="*/ 0 h 1209675"/>
                <a:gd name="connsiteX10" fmla="*/ 0 w 1384935"/>
                <a:gd name="connsiteY10" fmla="*/ 23622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106805"/>
                <a:gd name="connsiteX1" fmla="*/ 243840 w 1388745"/>
                <a:gd name="connsiteY1" fmla="*/ 377190 h 1106805"/>
                <a:gd name="connsiteX2" fmla="*/ 588645 w 1388745"/>
                <a:gd name="connsiteY2" fmla="*/ 676275 h 1106805"/>
                <a:gd name="connsiteX3" fmla="*/ 855345 w 1388745"/>
                <a:gd name="connsiteY3" fmla="*/ 952500 h 1106805"/>
                <a:gd name="connsiteX4" fmla="*/ 1268730 w 1388745"/>
                <a:gd name="connsiteY4" fmla="*/ 1106805 h 1106805"/>
                <a:gd name="connsiteX5" fmla="*/ 1388745 w 1388745"/>
                <a:gd name="connsiteY5" fmla="*/ 828675 h 1106805"/>
                <a:gd name="connsiteX6" fmla="*/ 1131570 w 1388745"/>
                <a:gd name="connsiteY6" fmla="*/ 676275 h 1106805"/>
                <a:gd name="connsiteX7" fmla="*/ 845820 w 1388745"/>
                <a:gd name="connsiteY7" fmla="*/ 400050 h 1106805"/>
                <a:gd name="connsiteX8" fmla="*/ 455295 w 1388745"/>
                <a:gd name="connsiteY8" fmla="*/ 219075 h 1106805"/>
                <a:gd name="connsiteX9" fmla="*/ 121920 w 1388745"/>
                <a:gd name="connsiteY9" fmla="*/ 0 h 1106805"/>
                <a:gd name="connsiteX10" fmla="*/ 0 w 1388745"/>
                <a:gd name="connsiteY10" fmla="*/ 201930 h 1106805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76446"/>
                <a:gd name="connsiteY0" fmla="*/ 228600 h 1161688"/>
                <a:gd name="connsiteX1" fmla="*/ 243840 w 1376446"/>
                <a:gd name="connsiteY1" fmla="*/ 377190 h 1161688"/>
                <a:gd name="connsiteX2" fmla="*/ 588645 w 1376446"/>
                <a:gd name="connsiteY2" fmla="*/ 676275 h 1161688"/>
                <a:gd name="connsiteX3" fmla="*/ 855345 w 1376446"/>
                <a:gd name="connsiteY3" fmla="*/ 952500 h 1161688"/>
                <a:gd name="connsiteX4" fmla="*/ 1268730 w 1376446"/>
                <a:gd name="connsiteY4" fmla="*/ 1106805 h 1161688"/>
                <a:gd name="connsiteX5" fmla="*/ 1365885 w 1376446"/>
                <a:gd name="connsiteY5" fmla="*/ 859155 h 1161688"/>
                <a:gd name="connsiteX6" fmla="*/ 1131570 w 1376446"/>
                <a:gd name="connsiteY6" fmla="*/ 676275 h 1161688"/>
                <a:gd name="connsiteX7" fmla="*/ 845820 w 1376446"/>
                <a:gd name="connsiteY7" fmla="*/ 400050 h 1161688"/>
                <a:gd name="connsiteX8" fmla="*/ 455295 w 1376446"/>
                <a:gd name="connsiteY8" fmla="*/ 219075 h 1161688"/>
                <a:gd name="connsiteX9" fmla="*/ 121920 w 1376446"/>
                <a:gd name="connsiteY9" fmla="*/ 0 h 1161688"/>
                <a:gd name="connsiteX10" fmla="*/ 0 w 1376446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51322 h 1184410"/>
                <a:gd name="connsiteX1" fmla="*/ 243840 w 1365973"/>
                <a:gd name="connsiteY1" fmla="*/ 399912 h 1184410"/>
                <a:gd name="connsiteX2" fmla="*/ 588645 w 1365973"/>
                <a:gd name="connsiteY2" fmla="*/ 698997 h 1184410"/>
                <a:gd name="connsiteX3" fmla="*/ 855345 w 1365973"/>
                <a:gd name="connsiteY3" fmla="*/ 975222 h 1184410"/>
                <a:gd name="connsiteX4" fmla="*/ 1268730 w 1365973"/>
                <a:gd name="connsiteY4" fmla="*/ 1129527 h 1184410"/>
                <a:gd name="connsiteX5" fmla="*/ 1365885 w 1365973"/>
                <a:gd name="connsiteY5" fmla="*/ 881877 h 1184410"/>
                <a:gd name="connsiteX6" fmla="*/ 1112520 w 1365973"/>
                <a:gd name="connsiteY6" fmla="*/ 725667 h 1184410"/>
                <a:gd name="connsiteX7" fmla="*/ 704850 w 1365973"/>
                <a:gd name="connsiteY7" fmla="*/ 441822 h 1184410"/>
                <a:gd name="connsiteX8" fmla="*/ 371475 w 1365973"/>
                <a:gd name="connsiteY8" fmla="*/ 199887 h 1184410"/>
                <a:gd name="connsiteX9" fmla="*/ 121920 w 1365973"/>
                <a:gd name="connsiteY9" fmla="*/ 22722 h 1184410"/>
                <a:gd name="connsiteX10" fmla="*/ 0 w 1365973"/>
                <a:gd name="connsiteY10" fmla="*/ 224652 h 1184410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7147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5242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3069 w 1379042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11" fmla="*/ 1639 w 1379042"/>
                <a:gd name="connsiteY11" fmla="*/ 236973 h 1196731"/>
                <a:gd name="connsiteX0" fmla="*/ 2847 w 1380250"/>
                <a:gd name="connsiteY0" fmla="*/ 236973 h 1196731"/>
                <a:gd name="connsiteX1" fmla="*/ 258117 w 1380250"/>
                <a:gd name="connsiteY1" fmla="*/ 412233 h 1196731"/>
                <a:gd name="connsiteX2" fmla="*/ 602922 w 1380250"/>
                <a:gd name="connsiteY2" fmla="*/ 711318 h 1196731"/>
                <a:gd name="connsiteX3" fmla="*/ 869622 w 1380250"/>
                <a:gd name="connsiteY3" fmla="*/ 987543 h 1196731"/>
                <a:gd name="connsiteX4" fmla="*/ 1283007 w 1380250"/>
                <a:gd name="connsiteY4" fmla="*/ 1141848 h 1196731"/>
                <a:gd name="connsiteX5" fmla="*/ 1380162 w 1380250"/>
                <a:gd name="connsiteY5" fmla="*/ 894198 h 1196731"/>
                <a:gd name="connsiteX6" fmla="*/ 1126797 w 1380250"/>
                <a:gd name="connsiteY6" fmla="*/ 737988 h 1196731"/>
                <a:gd name="connsiteX7" fmla="*/ 719127 w 1380250"/>
                <a:gd name="connsiteY7" fmla="*/ 454143 h 1196731"/>
                <a:gd name="connsiteX8" fmla="*/ 366702 w 1380250"/>
                <a:gd name="connsiteY8" fmla="*/ 212208 h 1196731"/>
                <a:gd name="connsiteX9" fmla="*/ 136197 w 1380250"/>
                <a:gd name="connsiteY9" fmla="*/ 35043 h 1196731"/>
                <a:gd name="connsiteX10" fmla="*/ 2847 w 1380250"/>
                <a:gd name="connsiteY10" fmla="*/ 236973 h 1196731"/>
                <a:gd name="connsiteX0" fmla="*/ 1640 w 1379043"/>
                <a:gd name="connsiteY0" fmla="*/ 236973 h 1196731"/>
                <a:gd name="connsiteX1" fmla="*/ 256910 w 1379043"/>
                <a:gd name="connsiteY1" fmla="*/ 412233 h 1196731"/>
                <a:gd name="connsiteX2" fmla="*/ 601715 w 1379043"/>
                <a:gd name="connsiteY2" fmla="*/ 711318 h 1196731"/>
                <a:gd name="connsiteX3" fmla="*/ 868415 w 1379043"/>
                <a:gd name="connsiteY3" fmla="*/ 987543 h 1196731"/>
                <a:gd name="connsiteX4" fmla="*/ 1281800 w 1379043"/>
                <a:gd name="connsiteY4" fmla="*/ 1141848 h 1196731"/>
                <a:gd name="connsiteX5" fmla="*/ 1378955 w 1379043"/>
                <a:gd name="connsiteY5" fmla="*/ 894198 h 1196731"/>
                <a:gd name="connsiteX6" fmla="*/ 1125590 w 1379043"/>
                <a:gd name="connsiteY6" fmla="*/ 737988 h 1196731"/>
                <a:gd name="connsiteX7" fmla="*/ 717920 w 1379043"/>
                <a:gd name="connsiteY7" fmla="*/ 454143 h 1196731"/>
                <a:gd name="connsiteX8" fmla="*/ 365495 w 1379043"/>
                <a:gd name="connsiteY8" fmla="*/ 212208 h 1196731"/>
                <a:gd name="connsiteX9" fmla="*/ 134990 w 1379043"/>
                <a:gd name="connsiteY9" fmla="*/ 35043 h 1196731"/>
                <a:gd name="connsiteX10" fmla="*/ 1640 w 1379043"/>
                <a:gd name="connsiteY10" fmla="*/ 236973 h 1196731"/>
                <a:gd name="connsiteX0" fmla="*/ 17 w 1377420"/>
                <a:gd name="connsiteY0" fmla="*/ 236973 h 1196731"/>
                <a:gd name="connsiteX1" fmla="*/ 255287 w 1377420"/>
                <a:gd name="connsiteY1" fmla="*/ 412233 h 1196731"/>
                <a:gd name="connsiteX2" fmla="*/ 600092 w 1377420"/>
                <a:gd name="connsiteY2" fmla="*/ 711318 h 1196731"/>
                <a:gd name="connsiteX3" fmla="*/ 866792 w 1377420"/>
                <a:gd name="connsiteY3" fmla="*/ 987543 h 1196731"/>
                <a:gd name="connsiteX4" fmla="*/ 1280177 w 1377420"/>
                <a:gd name="connsiteY4" fmla="*/ 1141848 h 1196731"/>
                <a:gd name="connsiteX5" fmla="*/ 1377332 w 1377420"/>
                <a:gd name="connsiteY5" fmla="*/ 894198 h 1196731"/>
                <a:gd name="connsiteX6" fmla="*/ 1123967 w 1377420"/>
                <a:gd name="connsiteY6" fmla="*/ 737988 h 1196731"/>
                <a:gd name="connsiteX7" fmla="*/ 716297 w 1377420"/>
                <a:gd name="connsiteY7" fmla="*/ 454143 h 1196731"/>
                <a:gd name="connsiteX8" fmla="*/ 363872 w 1377420"/>
                <a:gd name="connsiteY8" fmla="*/ 212208 h 1196731"/>
                <a:gd name="connsiteX9" fmla="*/ 133367 w 1377420"/>
                <a:gd name="connsiteY9" fmla="*/ 35043 h 1196731"/>
                <a:gd name="connsiteX10" fmla="*/ 17 w 1377420"/>
                <a:gd name="connsiteY10" fmla="*/ 236973 h 1196731"/>
                <a:gd name="connsiteX0" fmla="*/ 3783 w 1381186"/>
                <a:gd name="connsiteY0" fmla="*/ 236973 h 1196731"/>
                <a:gd name="connsiteX1" fmla="*/ 259053 w 1381186"/>
                <a:gd name="connsiteY1" fmla="*/ 412233 h 1196731"/>
                <a:gd name="connsiteX2" fmla="*/ 603858 w 1381186"/>
                <a:gd name="connsiteY2" fmla="*/ 711318 h 1196731"/>
                <a:gd name="connsiteX3" fmla="*/ 870558 w 1381186"/>
                <a:gd name="connsiteY3" fmla="*/ 987543 h 1196731"/>
                <a:gd name="connsiteX4" fmla="*/ 1283943 w 1381186"/>
                <a:gd name="connsiteY4" fmla="*/ 1141848 h 1196731"/>
                <a:gd name="connsiteX5" fmla="*/ 1381098 w 1381186"/>
                <a:gd name="connsiteY5" fmla="*/ 894198 h 1196731"/>
                <a:gd name="connsiteX6" fmla="*/ 1127733 w 1381186"/>
                <a:gd name="connsiteY6" fmla="*/ 737988 h 1196731"/>
                <a:gd name="connsiteX7" fmla="*/ 720063 w 1381186"/>
                <a:gd name="connsiteY7" fmla="*/ 454143 h 1196731"/>
                <a:gd name="connsiteX8" fmla="*/ 367638 w 1381186"/>
                <a:gd name="connsiteY8" fmla="*/ 212208 h 1196731"/>
                <a:gd name="connsiteX9" fmla="*/ 137133 w 1381186"/>
                <a:gd name="connsiteY9" fmla="*/ 35043 h 1196731"/>
                <a:gd name="connsiteX10" fmla="*/ 3783 w 1381186"/>
                <a:gd name="connsiteY10" fmla="*/ 236973 h 1196731"/>
                <a:gd name="connsiteX0" fmla="*/ 4467 w 1381870"/>
                <a:gd name="connsiteY0" fmla="*/ 236973 h 1196731"/>
                <a:gd name="connsiteX1" fmla="*/ 259737 w 1381870"/>
                <a:gd name="connsiteY1" fmla="*/ 412233 h 1196731"/>
                <a:gd name="connsiteX2" fmla="*/ 604542 w 1381870"/>
                <a:gd name="connsiteY2" fmla="*/ 711318 h 1196731"/>
                <a:gd name="connsiteX3" fmla="*/ 871242 w 1381870"/>
                <a:gd name="connsiteY3" fmla="*/ 987543 h 1196731"/>
                <a:gd name="connsiteX4" fmla="*/ 1284627 w 1381870"/>
                <a:gd name="connsiteY4" fmla="*/ 1141848 h 1196731"/>
                <a:gd name="connsiteX5" fmla="*/ 1381782 w 1381870"/>
                <a:gd name="connsiteY5" fmla="*/ 894198 h 1196731"/>
                <a:gd name="connsiteX6" fmla="*/ 1128417 w 1381870"/>
                <a:gd name="connsiteY6" fmla="*/ 737988 h 1196731"/>
                <a:gd name="connsiteX7" fmla="*/ 720747 w 1381870"/>
                <a:gd name="connsiteY7" fmla="*/ 454143 h 1196731"/>
                <a:gd name="connsiteX8" fmla="*/ 368322 w 1381870"/>
                <a:gd name="connsiteY8" fmla="*/ 212208 h 1196731"/>
                <a:gd name="connsiteX9" fmla="*/ 137817 w 1381870"/>
                <a:gd name="connsiteY9" fmla="*/ 35043 h 1196731"/>
                <a:gd name="connsiteX10" fmla="*/ 4467 w 1381870"/>
                <a:gd name="connsiteY10" fmla="*/ 236973 h 1196731"/>
                <a:gd name="connsiteX0" fmla="*/ 4467 w 1381870"/>
                <a:gd name="connsiteY0" fmla="*/ 217026 h 1176784"/>
                <a:gd name="connsiteX1" fmla="*/ 259737 w 1381870"/>
                <a:gd name="connsiteY1" fmla="*/ 392286 h 1176784"/>
                <a:gd name="connsiteX2" fmla="*/ 604542 w 1381870"/>
                <a:gd name="connsiteY2" fmla="*/ 691371 h 1176784"/>
                <a:gd name="connsiteX3" fmla="*/ 871242 w 1381870"/>
                <a:gd name="connsiteY3" fmla="*/ 967596 h 1176784"/>
                <a:gd name="connsiteX4" fmla="*/ 1284627 w 1381870"/>
                <a:gd name="connsiteY4" fmla="*/ 1121901 h 1176784"/>
                <a:gd name="connsiteX5" fmla="*/ 1381782 w 1381870"/>
                <a:gd name="connsiteY5" fmla="*/ 874251 h 1176784"/>
                <a:gd name="connsiteX6" fmla="*/ 1128417 w 1381870"/>
                <a:gd name="connsiteY6" fmla="*/ 718041 h 1176784"/>
                <a:gd name="connsiteX7" fmla="*/ 720747 w 1381870"/>
                <a:gd name="connsiteY7" fmla="*/ 434196 h 1176784"/>
                <a:gd name="connsiteX8" fmla="*/ 368322 w 1381870"/>
                <a:gd name="connsiteY8" fmla="*/ 192261 h 1176784"/>
                <a:gd name="connsiteX9" fmla="*/ 137817 w 1381870"/>
                <a:gd name="connsiteY9" fmla="*/ 15096 h 1176784"/>
                <a:gd name="connsiteX10" fmla="*/ 4467 w 1381870"/>
                <a:gd name="connsiteY10" fmla="*/ 217026 h 1176784"/>
                <a:gd name="connsiteX0" fmla="*/ 4825 w 1382228"/>
                <a:gd name="connsiteY0" fmla="*/ 236461 h 1196219"/>
                <a:gd name="connsiteX1" fmla="*/ 260095 w 1382228"/>
                <a:gd name="connsiteY1" fmla="*/ 411721 h 1196219"/>
                <a:gd name="connsiteX2" fmla="*/ 604900 w 1382228"/>
                <a:gd name="connsiteY2" fmla="*/ 710806 h 1196219"/>
                <a:gd name="connsiteX3" fmla="*/ 871600 w 1382228"/>
                <a:gd name="connsiteY3" fmla="*/ 987031 h 1196219"/>
                <a:gd name="connsiteX4" fmla="*/ 1284985 w 1382228"/>
                <a:gd name="connsiteY4" fmla="*/ 1141336 h 1196219"/>
                <a:gd name="connsiteX5" fmla="*/ 1382140 w 1382228"/>
                <a:gd name="connsiteY5" fmla="*/ 893686 h 1196219"/>
                <a:gd name="connsiteX6" fmla="*/ 1128775 w 1382228"/>
                <a:gd name="connsiteY6" fmla="*/ 737476 h 1196219"/>
                <a:gd name="connsiteX7" fmla="*/ 721105 w 1382228"/>
                <a:gd name="connsiteY7" fmla="*/ 453631 h 1196219"/>
                <a:gd name="connsiteX8" fmla="*/ 368680 w 1382228"/>
                <a:gd name="connsiteY8" fmla="*/ 211696 h 1196219"/>
                <a:gd name="connsiteX9" fmla="*/ 130555 w 1382228"/>
                <a:gd name="connsiteY9" fmla="*/ 11671 h 1196219"/>
                <a:gd name="connsiteX10" fmla="*/ 4825 w 1382228"/>
                <a:gd name="connsiteY10" fmla="*/ 236461 h 1196219"/>
                <a:gd name="connsiteX0" fmla="*/ 5218 w 1382621"/>
                <a:gd name="connsiteY0" fmla="*/ 236461 h 1196219"/>
                <a:gd name="connsiteX1" fmla="*/ 260488 w 1382621"/>
                <a:gd name="connsiteY1" fmla="*/ 411721 h 1196219"/>
                <a:gd name="connsiteX2" fmla="*/ 605293 w 1382621"/>
                <a:gd name="connsiteY2" fmla="*/ 710806 h 1196219"/>
                <a:gd name="connsiteX3" fmla="*/ 871993 w 1382621"/>
                <a:gd name="connsiteY3" fmla="*/ 987031 h 1196219"/>
                <a:gd name="connsiteX4" fmla="*/ 1285378 w 1382621"/>
                <a:gd name="connsiteY4" fmla="*/ 1141336 h 1196219"/>
                <a:gd name="connsiteX5" fmla="*/ 1382533 w 1382621"/>
                <a:gd name="connsiteY5" fmla="*/ 893686 h 1196219"/>
                <a:gd name="connsiteX6" fmla="*/ 1129168 w 1382621"/>
                <a:gd name="connsiteY6" fmla="*/ 737476 h 1196219"/>
                <a:gd name="connsiteX7" fmla="*/ 721498 w 1382621"/>
                <a:gd name="connsiteY7" fmla="*/ 453631 h 1196219"/>
                <a:gd name="connsiteX8" fmla="*/ 369073 w 1382621"/>
                <a:gd name="connsiteY8" fmla="*/ 211696 h 1196219"/>
                <a:gd name="connsiteX9" fmla="*/ 130948 w 1382621"/>
                <a:gd name="connsiteY9" fmla="*/ 11671 h 1196219"/>
                <a:gd name="connsiteX10" fmla="*/ 5218 w 1382621"/>
                <a:gd name="connsiteY10" fmla="*/ 236461 h 1196219"/>
                <a:gd name="connsiteX0" fmla="*/ 5218 w 1382621"/>
                <a:gd name="connsiteY0" fmla="*/ 244278 h 1204036"/>
                <a:gd name="connsiteX1" fmla="*/ 260488 w 1382621"/>
                <a:gd name="connsiteY1" fmla="*/ 419538 h 1204036"/>
                <a:gd name="connsiteX2" fmla="*/ 605293 w 1382621"/>
                <a:gd name="connsiteY2" fmla="*/ 718623 h 1204036"/>
                <a:gd name="connsiteX3" fmla="*/ 871993 w 1382621"/>
                <a:gd name="connsiteY3" fmla="*/ 994848 h 1204036"/>
                <a:gd name="connsiteX4" fmla="*/ 1285378 w 1382621"/>
                <a:gd name="connsiteY4" fmla="*/ 1149153 h 1204036"/>
                <a:gd name="connsiteX5" fmla="*/ 1382533 w 1382621"/>
                <a:gd name="connsiteY5" fmla="*/ 901503 h 1204036"/>
                <a:gd name="connsiteX6" fmla="*/ 1129168 w 1382621"/>
                <a:gd name="connsiteY6" fmla="*/ 745293 h 1204036"/>
                <a:gd name="connsiteX7" fmla="*/ 721498 w 1382621"/>
                <a:gd name="connsiteY7" fmla="*/ 461448 h 1204036"/>
                <a:gd name="connsiteX8" fmla="*/ 369073 w 1382621"/>
                <a:gd name="connsiteY8" fmla="*/ 219513 h 1204036"/>
                <a:gd name="connsiteX9" fmla="*/ 130948 w 1382621"/>
                <a:gd name="connsiteY9" fmla="*/ 19488 h 1204036"/>
                <a:gd name="connsiteX10" fmla="*/ 5218 w 1382621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86864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91055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9276" h="1206796">
                  <a:moveTo>
                    <a:pt x="1873" y="244278"/>
                  </a:moveTo>
                  <a:cubicBezTo>
                    <a:pt x="13303" y="348418"/>
                    <a:pt x="78073" y="441128"/>
                    <a:pt x="257143" y="419538"/>
                  </a:cubicBezTo>
                  <a:cubicBezTo>
                    <a:pt x="234918" y="564953"/>
                    <a:pt x="376523" y="782758"/>
                    <a:pt x="601948" y="718623"/>
                  </a:cubicBezTo>
                  <a:cubicBezTo>
                    <a:pt x="530828" y="947858"/>
                    <a:pt x="787368" y="1085653"/>
                    <a:pt x="910558" y="994848"/>
                  </a:cubicBezTo>
                  <a:cubicBezTo>
                    <a:pt x="917543" y="1160583"/>
                    <a:pt x="1065498" y="1284408"/>
                    <a:pt x="1282033" y="1149153"/>
                  </a:cubicBezTo>
                  <a:cubicBezTo>
                    <a:pt x="1352518" y="1094543"/>
                    <a:pt x="1381093" y="1009453"/>
                    <a:pt x="1379188" y="928173"/>
                  </a:cubicBezTo>
                  <a:cubicBezTo>
                    <a:pt x="1381093" y="869753"/>
                    <a:pt x="1291558" y="727513"/>
                    <a:pt x="1125823" y="745293"/>
                  </a:cubicBezTo>
                  <a:cubicBezTo>
                    <a:pt x="1156303" y="513518"/>
                    <a:pt x="939133" y="399853"/>
                    <a:pt x="779113" y="484308"/>
                  </a:cubicBezTo>
                  <a:cubicBezTo>
                    <a:pt x="833088" y="333813"/>
                    <a:pt x="574643" y="57588"/>
                    <a:pt x="365728" y="219513"/>
                  </a:cubicBezTo>
                  <a:cubicBezTo>
                    <a:pt x="414623" y="16948"/>
                    <a:pt x="193008" y="-33217"/>
                    <a:pt x="127603" y="19488"/>
                  </a:cubicBezTo>
                  <a:cubicBezTo>
                    <a:pt x="82201" y="42666"/>
                    <a:pt x="-14637" y="116643"/>
                    <a:pt x="1873" y="244278"/>
                  </a:cubicBezTo>
                  <a:close/>
                </a:path>
              </a:pathLst>
            </a:cu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245" name="Group 36">
            <a:extLst>
              <a:ext uri="{FF2B5EF4-FFF2-40B4-BE49-F238E27FC236}">
                <a16:creationId xmlns:a16="http://schemas.microsoft.com/office/drawing/2014/main" id="{B711FD03-0991-4D8C-9DC7-56B521CDDE50}"/>
              </a:ext>
            </a:extLst>
          </p:cNvPr>
          <p:cNvGrpSpPr/>
          <p:nvPr userDrawn="1"/>
        </p:nvGrpSpPr>
        <p:grpSpPr>
          <a:xfrm rot="2700000">
            <a:off x="540000" y="1260000"/>
            <a:ext cx="2867579" cy="2801829"/>
            <a:chOff x="5090840" y="2579702"/>
            <a:chExt cx="2387934" cy="2333182"/>
          </a:xfrm>
          <a:solidFill>
            <a:schemeClr val="bg1">
              <a:lumMod val="50000"/>
            </a:schemeClr>
          </a:solidFill>
        </p:grpSpPr>
        <p:sp>
          <p:nvSpPr>
            <p:cNvPr id="246" name="Freeform: Shape 37">
              <a:extLst>
                <a:ext uri="{FF2B5EF4-FFF2-40B4-BE49-F238E27FC236}">
                  <a16:creationId xmlns:a16="http://schemas.microsoft.com/office/drawing/2014/main" id="{25E97277-661D-4FD1-A5BE-4913EE6DAFC6}"/>
                </a:ext>
              </a:extLst>
            </p:cNvPr>
            <p:cNvSpPr/>
            <p:nvPr/>
          </p:nvSpPr>
          <p:spPr>
            <a:xfrm>
              <a:off x="5621493" y="4116906"/>
              <a:ext cx="1326628" cy="795978"/>
            </a:xfrm>
            <a:custGeom>
              <a:avLst/>
              <a:gdLst>
                <a:gd name="connsiteX0" fmla="*/ 370725 w 737797"/>
                <a:gd name="connsiteY0" fmla="*/ 441321 h 442678"/>
                <a:gd name="connsiteX1" fmla="*/ 178898 w 737797"/>
                <a:gd name="connsiteY1" fmla="*/ 442023 h 442678"/>
                <a:gd name="connsiteX2" fmla="*/ 148684 w 737797"/>
                <a:gd name="connsiteY2" fmla="*/ 413214 h 442678"/>
                <a:gd name="connsiteX3" fmla="*/ 149386 w 737797"/>
                <a:gd name="connsiteY3" fmla="*/ 303599 h 442678"/>
                <a:gd name="connsiteX4" fmla="*/ 138846 w 737797"/>
                <a:gd name="connsiteY4" fmla="*/ 274087 h 442678"/>
                <a:gd name="connsiteX5" fmla="*/ 110037 w 737797"/>
                <a:gd name="connsiteY5" fmla="*/ 274790 h 442678"/>
                <a:gd name="connsiteX6" fmla="*/ 55230 w 737797"/>
                <a:gd name="connsiteY6" fmla="*/ 301491 h 442678"/>
                <a:gd name="connsiteX7" fmla="*/ 2530 w 737797"/>
                <a:gd name="connsiteY7" fmla="*/ 243872 h 442678"/>
                <a:gd name="connsiteX8" fmla="*/ 40473 w 737797"/>
                <a:gd name="connsiteY8" fmla="*/ 146905 h 442678"/>
                <a:gd name="connsiteX9" fmla="*/ 105119 w 737797"/>
                <a:gd name="connsiteY9" fmla="*/ 160255 h 442678"/>
                <a:gd name="connsiteX10" fmla="*/ 127604 w 737797"/>
                <a:gd name="connsiteY10" fmla="*/ 175714 h 442678"/>
                <a:gd name="connsiteX11" fmla="*/ 149386 w 737797"/>
                <a:gd name="connsiteY11" fmla="*/ 143391 h 442678"/>
                <a:gd name="connsiteX12" fmla="*/ 148684 w 737797"/>
                <a:gd name="connsiteY12" fmla="*/ 23236 h 442678"/>
                <a:gd name="connsiteX13" fmla="*/ 170466 w 737797"/>
                <a:gd name="connsiteY13" fmla="*/ 48 h 442678"/>
                <a:gd name="connsiteX14" fmla="*/ 290622 w 737797"/>
                <a:gd name="connsiteY14" fmla="*/ 751 h 442678"/>
                <a:gd name="connsiteX15" fmla="*/ 330673 w 737797"/>
                <a:gd name="connsiteY15" fmla="*/ 19722 h 442678"/>
                <a:gd name="connsiteX16" fmla="*/ 327160 w 737797"/>
                <a:gd name="connsiteY16" fmla="*/ 59072 h 442678"/>
                <a:gd name="connsiteX17" fmla="*/ 301864 w 737797"/>
                <a:gd name="connsiteY17" fmla="*/ 105447 h 442678"/>
                <a:gd name="connsiteX18" fmla="*/ 357375 w 737797"/>
                <a:gd name="connsiteY18" fmla="*/ 148310 h 442678"/>
                <a:gd name="connsiteX19" fmla="*/ 419209 w 737797"/>
                <a:gd name="connsiteY19" fmla="*/ 132851 h 442678"/>
                <a:gd name="connsiteX20" fmla="*/ 419209 w 737797"/>
                <a:gd name="connsiteY20" fmla="*/ 63287 h 442678"/>
                <a:gd name="connsiteX21" fmla="*/ 401643 w 737797"/>
                <a:gd name="connsiteY21" fmla="*/ 35884 h 442678"/>
                <a:gd name="connsiteX22" fmla="*/ 437478 w 737797"/>
                <a:gd name="connsiteY22" fmla="*/ 2156 h 442678"/>
                <a:gd name="connsiteX23" fmla="*/ 582228 w 737797"/>
                <a:gd name="connsiteY23" fmla="*/ 751 h 442678"/>
                <a:gd name="connsiteX24" fmla="*/ 591362 w 737797"/>
                <a:gd name="connsiteY24" fmla="*/ 19020 h 442678"/>
                <a:gd name="connsiteX25" fmla="*/ 591362 w 737797"/>
                <a:gd name="connsiteY25" fmla="*/ 134257 h 442678"/>
                <a:gd name="connsiteX26" fmla="*/ 596983 w 737797"/>
                <a:gd name="connsiteY26" fmla="*/ 160255 h 442678"/>
                <a:gd name="connsiteX27" fmla="*/ 634224 w 737797"/>
                <a:gd name="connsiteY27" fmla="*/ 164471 h 442678"/>
                <a:gd name="connsiteX28" fmla="*/ 722760 w 737797"/>
                <a:gd name="connsiteY28" fmla="*/ 165174 h 442678"/>
                <a:gd name="connsiteX29" fmla="*/ 695356 w 737797"/>
                <a:gd name="connsiteY29" fmla="*/ 298680 h 442678"/>
                <a:gd name="connsiteX30" fmla="*/ 637035 w 737797"/>
                <a:gd name="connsiteY30" fmla="*/ 283221 h 442678"/>
                <a:gd name="connsiteX31" fmla="*/ 613144 w 737797"/>
                <a:gd name="connsiteY31" fmla="*/ 267060 h 442678"/>
                <a:gd name="connsiteX32" fmla="*/ 591362 w 737797"/>
                <a:gd name="connsiteY32" fmla="*/ 302193 h 442678"/>
                <a:gd name="connsiteX33" fmla="*/ 592065 w 737797"/>
                <a:gd name="connsiteY33" fmla="*/ 420241 h 442678"/>
                <a:gd name="connsiteX34" fmla="*/ 570282 w 737797"/>
                <a:gd name="connsiteY34" fmla="*/ 442726 h 442678"/>
                <a:gd name="connsiteX35" fmla="*/ 370725 w 737797"/>
                <a:gd name="connsiteY35" fmla="*/ 441321 h 442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737797" h="442678">
                  <a:moveTo>
                    <a:pt x="370725" y="441321"/>
                  </a:moveTo>
                  <a:cubicBezTo>
                    <a:pt x="306783" y="441321"/>
                    <a:pt x="242840" y="440618"/>
                    <a:pt x="178898" y="442023"/>
                  </a:cubicBezTo>
                  <a:cubicBezTo>
                    <a:pt x="155710" y="442726"/>
                    <a:pt x="146576" y="438510"/>
                    <a:pt x="148684" y="413214"/>
                  </a:cubicBezTo>
                  <a:cubicBezTo>
                    <a:pt x="151494" y="376676"/>
                    <a:pt x="149386" y="340137"/>
                    <a:pt x="149386" y="303599"/>
                  </a:cubicBezTo>
                  <a:cubicBezTo>
                    <a:pt x="149386" y="292356"/>
                    <a:pt x="147981" y="282519"/>
                    <a:pt x="138846" y="274087"/>
                  </a:cubicBezTo>
                  <a:cubicBezTo>
                    <a:pt x="128306" y="264250"/>
                    <a:pt x="119874" y="260736"/>
                    <a:pt x="110037" y="274790"/>
                  </a:cubicBezTo>
                  <a:cubicBezTo>
                    <a:pt x="96686" y="293761"/>
                    <a:pt x="79823" y="309923"/>
                    <a:pt x="55230" y="301491"/>
                  </a:cubicBezTo>
                  <a:cubicBezTo>
                    <a:pt x="28528" y="292356"/>
                    <a:pt x="8853" y="274087"/>
                    <a:pt x="2530" y="243872"/>
                  </a:cubicBezTo>
                  <a:cubicBezTo>
                    <a:pt x="-5902" y="201010"/>
                    <a:pt x="6746" y="166579"/>
                    <a:pt x="40473" y="146905"/>
                  </a:cubicBezTo>
                  <a:cubicBezTo>
                    <a:pt x="65067" y="132148"/>
                    <a:pt x="82633" y="136365"/>
                    <a:pt x="105119" y="160255"/>
                  </a:cubicBezTo>
                  <a:cubicBezTo>
                    <a:pt x="111443" y="167282"/>
                    <a:pt x="114956" y="181335"/>
                    <a:pt x="127604" y="175714"/>
                  </a:cubicBezTo>
                  <a:cubicBezTo>
                    <a:pt x="140252" y="170092"/>
                    <a:pt x="149386" y="159552"/>
                    <a:pt x="149386" y="143391"/>
                  </a:cubicBezTo>
                  <a:cubicBezTo>
                    <a:pt x="149386" y="103339"/>
                    <a:pt x="150089" y="63287"/>
                    <a:pt x="148684" y="23236"/>
                  </a:cubicBezTo>
                  <a:cubicBezTo>
                    <a:pt x="147981" y="6372"/>
                    <a:pt x="150792" y="-655"/>
                    <a:pt x="170466" y="48"/>
                  </a:cubicBezTo>
                  <a:cubicBezTo>
                    <a:pt x="210518" y="2156"/>
                    <a:pt x="250570" y="751"/>
                    <a:pt x="290622" y="751"/>
                  </a:cubicBezTo>
                  <a:cubicBezTo>
                    <a:pt x="307486" y="751"/>
                    <a:pt x="320836" y="7074"/>
                    <a:pt x="330673" y="19722"/>
                  </a:cubicBezTo>
                  <a:cubicBezTo>
                    <a:pt x="341916" y="33775"/>
                    <a:pt x="344024" y="46424"/>
                    <a:pt x="327160" y="59072"/>
                  </a:cubicBezTo>
                  <a:cubicBezTo>
                    <a:pt x="312404" y="70314"/>
                    <a:pt x="292730" y="82259"/>
                    <a:pt x="301864" y="105447"/>
                  </a:cubicBezTo>
                  <a:cubicBezTo>
                    <a:pt x="311702" y="129338"/>
                    <a:pt x="329268" y="146202"/>
                    <a:pt x="357375" y="148310"/>
                  </a:cubicBezTo>
                  <a:cubicBezTo>
                    <a:pt x="379860" y="150418"/>
                    <a:pt x="400940" y="149013"/>
                    <a:pt x="419209" y="132851"/>
                  </a:cubicBezTo>
                  <a:cubicBezTo>
                    <a:pt x="448018" y="106150"/>
                    <a:pt x="448018" y="89286"/>
                    <a:pt x="419209" y="63287"/>
                  </a:cubicBezTo>
                  <a:cubicBezTo>
                    <a:pt x="410777" y="56261"/>
                    <a:pt x="396724" y="50640"/>
                    <a:pt x="401643" y="35884"/>
                  </a:cubicBezTo>
                  <a:cubicBezTo>
                    <a:pt x="407264" y="19020"/>
                    <a:pt x="418506" y="2859"/>
                    <a:pt x="437478" y="2156"/>
                  </a:cubicBezTo>
                  <a:cubicBezTo>
                    <a:pt x="485962" y="48"/>
                    <a:pt x="534446" y="751"/>
                    <a:pt x="582228" y="751"/>
                  </a:cubicBezTo>
                  <a:cubicBezTo>
                    <a:pt x="596983" y="751"/>
                    <a:pt x="591362" y="11993"/>
                    <a:pt x="591362" y="19020"/>
                  </a:cubicBezTo>
                  <a:cubicBezTo>
                    <a:pt x="592065" y="57666"/>
                    <a:pt x="591362" y="95610"/>
                    <a:pt x="591362" y="134257"/>
                  </a:cubicBezTo>
                  <a:cubicBezTo>
                    <a:pt x="591362" y="143391"/>
                    <a:pt x="592065" y="152526"/>
                    <a:pt x="596983" y="160255"/>
                  </a:cubicBezTo>
                  <a:cubicBezTo>
                    <a:pt x="608929" y="179930"/>
                    <a:pt x="618766" y="180632"/>
                    <a:pt x="634224" y="164471"/>
                  </a:cubicBezTo>
                  <a:cubicBezTo>
                    <a:pt x="665142" y="130041"/>
                    <a:pt x="692545" y="130743"/>
                    <a:pt x="722760" y="165174"/>
                  </a:cubicBezTo>
                  <a:cubicBezTo>
                    <a:pt x="758596" y="205928"/>
                    <a:pt x="743840" y="274790"/>
                    <a:pt x="695356" y="298680"/>
                  </a:cubicBezTo>
                  <a:cubicBezTo>
                    <a:pt x="671465" y="310625"/>
                    <a:pt x="653899" y="300788"/>
                    <a:pt x="637035" y="283221"/>
                  </a:cubicBezTo>
                  <a:cubicBezTo>
                    <a:pt x="630711" y="276195"/>
                    <a:pt x="627901" y="260033"/>
                    <a:pt x="613144" y="267060"/>
                  </a:cubicBezTo>
                  <a:cubicBezTo>
                    <a:pt x="599794" y="273384"/>
                    <a:pt x="591362" y="285330"/>
                    <a:pt x="591362" y="302193"/>
                  </a:cubicBezTo>
                  <a:cubicBezTo>
                    <a:pt x="591362" y="341543"/>
                    <a:pt x="590659" y="380892"/>
                    <a:pt x="592065" y="420241"/>
                  </a:cubicBezTo>
                  <a:cubicBezTo>
                    <a:pt x="592767" y="437807"/>
                    <a:pt x="588551" y="443429"/>
                    <a:pt x="570282" y="442726"/>
                  </a:cubicBezTo>
                  <a:cubicBezTo>
                    <a:pt x="504232" y="440618"/>
                    <a:pt x="437478" y="441321"/>
                    <a:pt x="370725" y="441321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38">
              <a:extLst>
                <a:ext uri="{FF2B5EF4-FFF2-40B4-BE49-F238E27FC236}">
                  <a16:creationId xmlns:a16="http://schemas.microsoft.com/office/drawing/2014/main" id="{2D9FE812-8E49-4B43-835E-D9E2416E3115}"/>
                </a:ext>
              </a:extLst>
            </p:cNvPr>
            <p:cNvSpPr/>
            <p:nvPr/>
          </p:nvSpPr>
          <p:spPr>
            <a:xfrm>
              <a:off x="5886818" y="2579702"/>
              <a:ext cx="795978" cy="1061303"/>
            </a:xfrm>
            <a:custGeom>
              <a:avLst/>
              <a:gdLst>
                <a:gd name="connsiteX0" fmla="*/ 222086 w 442678"/>
                <a:gd name="connsiteY0" fmla="*/ 1407 h 590237"/>
                <a:gd name="connsiteX1" fmla="*/ 418832 w 442678"/>
                <a:gd name="connsiteY1" fmla="*/ 704 h 590237"/>
                <a:gd name="connsiteX2" fmla="*/ 443425 w 442678"/>
                <a:gd name="connsiteY2" fmla="*/ 23892 h 590237"/>
                <a:gd name="connsiteX3" fmla="*/ 442722 w 442678"/>
                <a:gd name="connsiteY3" fmla="*/ 136318 h 590237"/>
                <a:gd name="connsiteX4" fmla="*/ 428669 w 442678"/>
                <a:gd name="connsiteY4" fmla="*/ 176370 h 590237"/>
                <a:gd name="connsiteX5" fmla="*/ 380185 w 442678"/>
                <a:gd name="connsiteY5" fmla="*/ 175667 h 590237"/>
                <a:gd name="connsiteX6" fmla="*/ 338025 w 442678"/>
                <a:gd name="connsiteY6" fmla="*/ 153182 h 590237"/>
                <a:gd name="connsiteX7" fmla="*/ 295163 w 442678"/>
                <a:gd name="connsiteY7" fmla="*/ 201666 h 590237"/>
                <a:gd name="connsiteX8" fmla="*/ 319756 w 442678"/>
                <a:gd name="connsiteY8" fmla="*/ 280365 h 590237"/>
                <a:gd name="connsiteX9" fmla="*/ 373861 w 442678"/>
                <a:gd name="connsiteY9" fmla="*/ 275446 h 590237"/>
                <a:gd name="connsiteX10" fmla="*/ 410400 w 442678"/>
                <a:gd name="connsiteY10" fmla="*/ 254366 h 590237"/>
                <a:gd name="connsiteX11" fmla="*/ 442020 w 442678"/>
                <a:gd name="connsiteY11" fmla="*/ 298634 h 590237"/>
                <a:gd name="connsiteX12" fmla="*/ 442722 w 442678"/>
                <a:gd name="connsiteY12" fmla="*/ 430032 h 590237"/>
                <a:gd name="connsiteX13" fmla="*/ 425156 w 442678"/>
                <a:gd name="connsiteY13" fmla="*/ 443382 h 590237"/>
                <a:gd name="connsiteX14" fmla="*/ 307811 w 442678"/>
                <a:gd name="connsiteY14" fmla="*/ 443382 h 590237"/>
                <a:gd name="connsiteX15" fmla="*/ 276894 w 442678"/>
                <a:gd name="connsiteY15" fmla="*/ 451112 h 590237"/>
                <a:gd name="connsiteX16" fmla="*/ 276191 w 442678"/>
                <a:gd name="connsiteY16" fmla="*/ 482732 h 590237"/>
                <a:gd name="connsiteX17" fmla="*/ 301487 w 442678"/>
                <a:gd name="connsiteY17" fmla="*/ 538242 h 590237"/>
                <a:gd name="connsiteX18" fmla="*/ 245976 w 442678"/>
                <a:gd name="connsiteY18" fmla="*/ 588834 h 590237"/>
                <a:gd name="connsiteX19" fmla="*/ 152522 w 442678"/>
                <a:gd name="connsiteY19" fmla="*/ 560025 h 590237"/>
                <a:gd name="connsiteX20" fmla="*/ 158846 w 442678"/>
                <a:gd name="connsiteY20" fmla="*/ 488353 h 590237"/>
                <a:gd name="connsiteX21" fmla="*/ 175007 w 442678"/>
                <a:gd name="connsiteY21" fmla="*/ 463760 h 590237"/>
                <a:gd name="connsiteX22" fmla="*/ 142685 w 442678"/>
                <a:gd name="connsiteY22" fmla="*/ 443382 h 590237"/>
                <a:gd name="connsiteX23" fmla="*/ 22529 w 442678"/>
                <a:gd name="connsiteY23" fmla="*/ 444085 h 590237"/>
                <a:gd name="connsiteX24" fmla="*/ 44 w 442678"/>
                <a:gd name="connsiteY24" fmla="*/ 423708 h 590237"/>
                <a:gd name="connsiteX25" fmla="*/ 44 w 442678"/>
                <a:gd name="connsiteY25" fmla="*/ 300742 h 590237"/>
                <a:gd name="connsiteX26" fmla="*/ 18313 w 442678"/>
                <a:gd name="connsiteY26" fmla="*/ 262798 h 590237"/>
                <a:gd name="connsiteX27" fmla="*/ 59770 w 442678"/>
                <a:gd name="connsiteY27" fmla="*/ 265609 h 590237"/>
                <a:gd name="connsiteX28" fmla="*/ 106146 w 442678"/>
                <a:gd name="connsiteY28" fmla="*/ 289499 h 590237"/>
                <a:gd name="connsiteX29" fmla="*/ 148306 w 442678"/>
                <a:gd name="connsiteY29" fmla="*/ 233989 h 590237"/>
                <a:gd name="connsiteX30" fmla="*/ 143388 w 442678"/>
                <a:gd name="connsiteY30" fmla="*/ 188316 h 590237"/>
                <a:gd name="connsiteX31" fmla="*/ 64689 w 442678"/>
                <a:gd name="connsiteY31" fmla="*/ 171452 h 590237"/>
                <a:gd name="connsiteX32" fmla="*/ 35880 w 442678"/>
                <a:gd name="connsiteY32" fmla="*/ 190423 h 590237"/>
                <a:gd name="connsiteX33" fmla="*/ 2152 w 442678"/>
                <a:gd name="connsiteY33" fmla="*/ 151777 h 590237"/>
                <a:gd name="connsiteX34" fmla="*/ 1449 w 442678"/>
                <a:gd name="connsiteY34" fmla="*/ 11947 h 590237"/>
                <a:gd name="connsiteX35" fmla="*/ 20421 w 442678"/>
                <a:gd name="connsiteY35" fmla="*/ 704 h 590237"/>
                <a:gd name="connsiteX36" fmla="*/ 222086 w 442678"/>
                <a:gd name="connsiteY36" fmla="*/ 1407 h 59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42678" h="590237">
                  <a:moveTo>
                    <a:pt x="222086" y="1407"/>
                  </a:moveTo>
                  <a:cubicBezTo>
                    <a:pt x="287434" y="1407"/>
                    <a:pt x="353484" y="2110"/>
                    <a:pt x="418832" y="704"/>
                  </a:cubicBezTo>
                  <a:cubicBezTo>
                    <a:pt x="437101" y="704"/>
                    <a:pt x="444830" y="4218"/>
                    <a:pt x="443425" y="23892"/>
                  </a:cubicBezTo>
                  <a:cubicBezTo>
                    <a:pt x="442020" y="61133"/>
                    <a:pt x="442722" y="98374"/>
                    <a:pt x="442722" y="136318"/>
                  </a:cubicBezTo>
                  <a:cubicBezTo>
                    <a:pt x="442722" y="151777"/>
                    <a:pt x="439209" y="165128"/>
                    <a:pt x="428669" y="176370"/>
                  </a:cubicBezTo>
                  <a:cubicBezTo>
                    <a:pt x="408994" y="197450"/>
                    <a:pt x="399157" y="197450"/>
                    <a:pt x="380185" y="175667"/>
                  </a:cubicBezTo>
                  <a:cubicBezTo>
                    <a:pt x="368943" y="163020"/>
                    <a:pt x="358403" y="146156"/>
                    <a:pt x="338025" y="153182"/>
                  </a:cubicBezTo>
                  <a:cubicBezTo>
                    <a:pt x="315540" y="161614"/>
                    <a:pt x="298676" y="176370"/>
                    <a:pt x="295163" y="201666"/>
                  </a:cubicBezTo>
                  <a:cubicBezTo>
                    <a:pt x="290947" y="231881"/>
                    <a:pt x="291649" y="259987"/>
                    <a:pt x="319756" y="280365"/>
                  </a:cubicBezTo>
                  <a:cubicBezTo>
                    <a:pt x="342241" y="296526"/>
                    <a:pt x="354889" y="295823"/>
                    <a:pt x="373861" y="275446"/>
                  </a:cubicBezTo>
                  <a:cubicBezTo>
                    <a:pt x="383699" y="264906"/>
                    <a:pt x="390022" y="245231"/>
                    <a:pt x="410400" y="254366"/>
                  </a:cubicBezTo>
                  <a:cubicBezTo>
                    <a:pt x="429372" y="262798"/>
                    <a:pt x="441317" y="277554"/>
                    <a:pt x="442020" y="298634"/>
                  </a:cubicBezTo>
                  <a:cubicBezTo>
                    <a:pt x="442722" y="342199"/>
                    <a:pt x="442020" y="386467"/>
                    <a:pt x="442722" y="430032"/>
                  </a:cubicBezTo>
                  <a:cubicBezTo>
                    <a:pt x="442722" y="444085"/>
                    <a:pt x="434993" y="444085"/>
                    <a:pt x="425156" y="443382"/>
                  </a:cubicBezTo>
                  <a:cubicBezTo>
                    <a:pt x="385807" y="443382"/>
                    <a:pt x="346457" y="443382"/>
                    <a:pt x="307811" y="443382"/>
                  </a:cubicBezTo>
                  <a:cubicBezTo>
                    <a:pt x="296568" y="443382"/>
                    <a:pt x="286028" y="442680"/>
                    <a:pt x="276894" y="451112"/>
                  </a:cubicBezTo>
                  <a:cubicBezTo>
                    <a:pt x="266354" y="461652"/>
                    <a:pt x="258624" y="470786"/>
                    <a:pt x="276191" y="482732"/>
                  </a:cubicBezTo>
                  <a:cubicBezTo>
                    <a:pt x="295163" y="495380"/>
                    <a:pt x="309919" y="513649"/>
                    <a:pt x="301487" y="538242"/>
                  </a:cubicBezTo>
                  <a:cubicBezTo>
                    <a:pt x="292352" y="564241"/>
                    <a:pt x="274786" y="583213"/>
                    <a:pt x="245976" y="588834"/>
                  </a:cubicBezTo>
                  <a:cubicBezTo>
                    <a:pt x="209438" y="595861"/>
                    <a:pt x="177115" y="591645"/>
                    <a:pt x="152522" y="560025"/>
                  </a:cubicBezTo>
                  <a:cubicBezTo>
                    <a:pt x="131442" y="532621"/>
                    <a:pt x="133550" y="512244"/>
                    <a:pt x="158846" y="488353"/>
                  </a:cubicBezTo>
                  <a:cubicBezTo>
                    <a:pt x="165873" y="481326"/>
                    <a:pt x="181331" y="478516"/>
                    <a:pt x="175007" y="463760"/>
                  </a:cubicBezTo>
                  <a:cubicBezTo>
                    <a:pt x="169386" y="450409"/>
                    <a:pt x="158143" y="443382"/>
                    <a:pt x="142685" y="443382"/>
                  </a:cubicBezTo>
                  <a:cubicBezTo>
                    <a:pt x="102633" y="443382"/>
                    <a:pt x="62581" y="442680"/>
                    <a:pt x="22529" y="444085"/>
                  </a:cubicBezTo>
                  <a:cubicBezTo>
                    <a:pt x="7071" y="444788"/>
                    <a:pt x="-659" y="442680"/>
                    <a:pt x="44" y="423708"/>
                  </a:cubicBezTo>
                  <a:cubicBezTo>
                    <a:pt x="1449" y="382953"/>
                    <a:pt x="747" y="341496"/>
                    <a:pt x="44" y="300742"/>
                  </a:cubicBezTo>
                  <a:cubicBezTo>
                    <a:pt x="44" y="284580"/>
                    <a:pt x="6368" y="272635"/>
                    <a:pt x="18313" y="262798"/>
                  </a:cubicBezTo>
                  <a:cubicBezTo>
                    <a:pt x="33069" y="250150"/>
                    <a:pt x="46420" y="248042"/>
                    <a:pt x="59770" y="265609"/>
                  </a:cubicBezTo>
                  <a:cubicBezTo>
                    <a:pt x="71013" y="280365"/>
                    <a:pt x="82958" y="299336"/>
                    <a:pt x="106146" y="289499"/>
                  </a:cubicBezTo>
                  <a:cubicBezTo>
                    <a:pt x="130037" y="279662"/>
                    <a:pt x="146198" y="261393"/>
                    <a:pt x="148306" y="233989"/>
                  </a:cubicBezTo>
                  <a:cubicBezTo>
                    <a:pt x="149009" y="218530"/>
                    <a:pt x="149712" y="203072"/>
                    <a:pt x="143388" y="188316"/>
                  </a:cubicBezTo>
                  <a:cubicBezTo>
                    <a:pt x="125821" y="149669"/>
                    <a:pt x="90688" y="142642"/>
                    <a:pt x="64689" y="171452"/>
                  </a:cubicBezTo>
                  <a:cubicBezTo>
                    <a:pt x="56960" y="179884"/>
                    <a:pt x="52041" y="196045"/>
                    <a:pt x="35880" y="190423"/>
                  </a:cubicBezTo>
                  <a:cubicBezTo>
                    <a:pt x="17611" y="184100"/>
                    <a:pt x="2855" y="171452"/>
                    <a:pt x="2152" y="151777"/>
                  </a:cubicBezTo>
                  <a:cubicBezTo>
                    <a:pt x="747" y="105401"/>
                    <a:pt x="1449" y="59025"/>
                    <a:pt x="1449" y="11947"/>
                  </a:cubicBezTo>
                  <a:cubicBezTo>
                    <a:pt x="1449" y="-4214"/>
                    <a:pt x="12692" y="704"/>
                    <a:pt x="20421" y="704"/>
                  </a:cubicBezTo>
                  <a:cubicBezTo>
                    <a:pt x="87174" y="1407"/>
                    <a:pt x="154630" y="1407"/>
                    <a:pt x="222086" y="1407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39">
              <a:extLst>
                <a:ext uri="{FF2B5EF4-FFF2-40B4-BE49-F238E27FC236}">
                  <a16:creationId xmlns:a16="http://schemas.microsoft.com/office/drawing/2014/main" id="{6B72AF48-DD30-4449-841B-F1C08A1F0500}"/>
                </a:ext>
              </a:extLst>
            </p:cNvPr>
            <p:cNvSpPr/>
            <p:nvPr/>
          </p:nvSpPr>
          <p:spPr>
            <a:xfrm>
              <a:off x="6682796" y="3092504"/>
              <a:ext cx="795978" cy="1061303"/>
            </a:xfrm>
            <a:custGeom>
              <a:avLst/>
              <a:gdLst>
                <a:gd name="connsiteX0" fmla="*/ 442778 w 442678"/>
                <a:gd name="connsiteY0" fmla="*/ 370410 h 590237"/>
                <a:gd name="connsiteX1" fmla="*/ 443481 w 442678"/>
                <a:gd name="connsiteY1" fmla="*/ 570669 h 590237"/>
                <a:gd name="connsiteX2" fmla="*/ 422401 w 442678"/>
                <a:gd name="connsiteY2" fmla="*/ 592452 h 590237"/>
                <a:gd name="connsiteX3" fmla="*/ 307164 w 442678"/>
                <a:gd name="connsiteY3" fmla="*/ 591749 h 590237"/>
                <a:gd name="connsiteX4" fmla="*/ 269220 w 442678"/>
                <a:gd name="connsiteY4" fmla="*/ 579803 h 590237"/>
                <a:gd name="connsiteX5" fmla="*/ 268517 w 442678"/>
                <a:gd name="connsiteY5" fmla="*/ 529212 h 590237"/>
                <a:gd name="connsiteX6" fmla="*/ 290300 w 442678"/>
                <a:gd name="connsiteY6" fmla="*/ 489160 h 590237"/>
                <a:gd name="connsiteX7" fmla="*/ 246032 w 442678"/>
                <a:gd name="connsiteY7" fmla="*/ 445595 h 590237"/>
                <a:gd name="connsiteX8" fmla="*/ 165929 w 442678"/>
                <a:gd name="connsiteY8" fmla="*/ 465972 h 590237"/>
                <a:gd name="connsiteX9" fmla="*/ 169442 w 442678"/>
                <a:gd name="connsiteY9" fmla="*/ 524293 h 590237"/>
                <a:gd name="connsiteX10" fmla="*/ 189819 w 442678"/>
                <a:gd name="connsiteY10" fmla="*/ 558021 h 590237"/>
                <a:gd name="connsiteX11" fmla="*/ 143443 w 442678"/>
                <a:gd name="connsiteY11" fmla="*/ 590343 h 590237"/>
                <a:gd name="connsiteX12" fmla="*/ 14856 w 442678"/>
                <a:gd name="connsiteY12" fmla="*/ 591046 h 590237"/>
                <a:gd name="connsiteX13" fmla="*/ 100 w 442678"/>
                <a:gd name="connsiteY13" fmla="*/ 574885 h 590237"/>
                <a:gd name="connsiteX14" fmla="*/ 100 w 442678"/>
                <a:gd name="connsiteY14" fmla="*/ 446297 h 590237"/>
                <a:gd name="connsiteX15" fmla="*/ 31720 w 442678"/>
                <a:gd name="connsiteY15" fmla="*/ 402732 h 590237"/>
                <a:gd name="connsiteX16" fmla="*/ 66150 w 442678"/>
                <a:gd name="connsiteY16" fmla="*/ 421704 h 590237"/>
                <a:gd name="connsiteX17" fmla="*/ 142038 w 442678"/>
                <a:gd name="connsiteY17" fmla="*/ 406246 h 590237"/>
                <a:gd name="connsiteX18" fmla="*/ 125174 w 442678"/>
                <a:gd name="connsiteY18" fmla="*/ 313494 h 590237"/>
                <a:gd name="connsiteX19" fmla="*/ 66853 w 442678"/>
                <a:gd name="connsiteY19" fmla="*/ 317710 h 590237"/>
                <a:gd name="connsiteX20" fmla="*/ 33828 w 442678"/>
                <a:gd name="connsiteY20" fmla="*/ 337384 h 590237"/>
                <a:gd name="connsiteX21" fmla="*/ 802 w 442678"/>
                <a:gd name="connsiteY21" fmla="*/ 291711 h 590237"/>
                <a:gd name="connsiteX22" fmla="*/ 100 w 442678"/>
                <a:gd name="connsiteY22" fmla="*/ 168745 h 590237"/>
                <a:gd name="connsiteX23" fmla="*/ 19774 w 442678"/>
                <a:gd name="connsiteY23" fmla="*/ 149071 h 590237"/>
                <a:gd name="connsiteX24" fmla="*/ 135011 w 442678"/>
                <a:gd name="connsiteY24" fmla="*/ 149773 h 590237"/>
                <a:gd name="connsiteX25" fmla="*/ 165929 w 442678"/>
                <a:gd name="connsiteY25" fmla="*/ 141341 h 590237"/>
                <a:gd name="connsiteX26" fmla="*/ 166631 w 442678"/>
                <a:gd name="connsiteY26" fmla="*/ 107613 h 590237"/>
                <a:gd name="connsiteX27" fmla="*/ 163820 w 442678"/>
                <a:gd name="connsiteY27" fmla="*/ 21186 h 590237"/>
                <a:gd name="connsiteX28" fmla="*/ 294516 w 442678"/>
                <a:gd name="connsiteY28" fmla="*/ 35942 h 590237"/>
                <a:gd name="connsiteX29" fmla="*/ 288192 w 442678"/>
                <a:gd name="connsiteY29" fmla="*/ 101992 h 590237"/>
                <a:gd name="connsiteX30" fmla="*/ 269923 w 442678"/>
                <a:gd name="connsiteY30" fmla="*/ 130099 h 590237"/>
                <a:gd name="connsiteX31" fmla="*/ 308569 w 442678"/>
                <a:gd name="connsiteY31" fmla="*/ 150476 h 590237"/>
                <a:gd name="connsiteX32" fmla="*/ 420995 w 442678"/>
                <a:gd name="connsiteY32" fmla="*/ 149773 h 590237"/>
                <a:gd name="connsiteX33" fmla="*/ 444183 w 442678"/>
                <a:gd name="connsiteY33" fmla="*/ 174367 h 590237"/>
                <a:gd name="connsiteX34" fmla="*/ 442778 w 442678"/>
                <a:gd name="connsiteY34" fmla="*/ 370410 h 59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42678" h="590237">
                  <a:moveTo>
                    <a:pt x="442778" y="370410"/>
                  </a:moveTo>
                  <a:cubicBezTo>
                    <a:pt x="442778" y="437163"/>
                    <a:pt x="442075" y="503916"/>
                    <a:pt x="443481" y="570669"/>
                  </a:cubicBezTo>
                  <a:cubicBezTo>
                    <a:pt x="443481" y="587533"/>
                    <a:pt x="439967" y="592452"/>
                    <a:pt x="422401" y="592452"/>
                  </a:cubicBezTo>
                  <a:cubicBezTo>
                    <a:pt x="384457" y="591046"/>
                    <a:pt x="345810" y="591749"/>
                    <a:pt x="307164" y="591749"/>
                  </a:cubicBezTo>
                  <a:cubicBezTo>
                    <a:pt x="293111" y="591749"/>
                    <a:pt x="279760" y="590343"/>
                    <a:pt x="269220" y="579803"/>
                  </a:cubicBezTo>
                  <a:cubicBezTo>
                    <a:pt x="252356" y="562940"/>
                    <a:pt x="241114" y="548184"/>
                    <a:pt x="268517" y="529212"/>
                  </a:cubicBezTo>
                  <a:cubicBezTo>
                    <a:pt x="281868" y="520077"/>
                    <a:pt x="296624" y="508835"/>
                    <a:pt x="290300" y="489160"/>
                  </a:cubicBezTo>
                  <a:cubicBezTo>
                    <a:pt x="283273" y="467377"/>
                    <a:pt x="269220" y="450514"/>
                    <a:pt x="246032" y="445595"/>
                  </a:cubicBezTo>
                  <a:cubicBezTo>
                    <a:pt x="216520" y="439271"/>
                    <a:pt x="187711" y="439974"/>
                    <a:pt x="165929" y="465972"/>
                  </a:cubicBezTo>
                  <a:cubicBezTo>
                    <a:pt x="146957" y="488457"/>
                    <a:pt x="147659" y="504619"/>
                    <a:pt x="169442" y="524293"/>
                  </a:cubicBezTo>
                  <a:cubicBezTo>
                    <a:pt x="179279" y="533428"/>
                    <a:pt x="197548" y="539049"/>
                    <a:pt x="189819" y="558021"/>
                  </a:cubicBezTo>
                  <a:cubicBezTo>
                    <a:pt x="181387" y="577696"/>
                    <a:pt x="165929" y="590343"/>
                    <a:pt x="143443" y="590343"/>
                  </a:cubicBezTo>
                  <a:cubicBezTo>
                    <a:pt x="100581" y="590343"/>
                    <a:pt x="57718" y="590343"/>
                    <a:pt x="14856" y="591046"/>
                  </a:cubicBezTo>
                  <a:cubicBezTo>
                    <a:pt x="2208" y="591046"/>
                    <a:pt x="-603" y="586128"/>
                    <a:pt x="100" y="574885"/>
                  </a:cubicBezTo>
                  <a:cubicBezTo>
                    <a:pt x="802" y="532022"/>
                    <a:pt x="100" y="489160"/>
                    <a:pt x="100" y="446297"/>
                  </a:cubicBezTo>
                  <a:cubicBezTo>
                    <a:pt x="100" y="424515"/>
                    <a:pt x="13450" y="410462"/>
                    <a:pt x="31720" y="402732"/>
                  </a:cubicBezTo>
                  <a:cubicBezTo>
                    <a:pt x="49989" y="394300"/>
                    <a:pt x="57016" y="411164"/>
                    <a:pt x="66150" y="421704"/>
                  </a:cubicBezTo>
                  <a:cubicBezTo>
                    <a:pt x="90743" y="449108"/>
                    <a:pt x="122363" y="442784"/>
                    <a:pt x="142038" y="406246"/>
                  </a:cubicBezTo>
                  <a:cubicBezTo>
                    <a:pt x="156794" y="378139"/>
                    <a:pt x="148362" y="332466"/>
                    <a:pt x="125174" y="313494"/>
                  </a:cubicBezTo>
                  <a:cubicBezTo>
                    <a:pt x="101986" y="294522"/>
                    <a:pt x="87230" y="295927"/>
                    <a:pt x="66853" y="317710"/>
                  </a:cubicBezTo>
                  <a:cubicBezTo>
                    <a:pt x="57718" y="326844"/>
                    <a:pt x="54205" y="346519"/>
                    <a:pt x="33828" y="337384"/>
                  </a:cubicBezTo>
                  <a:cubicBezTo>
                    <a:pt x="13450" y="328953"/>
                    <a:pt x="802" y="314899"/>
                    <a:pt x="802" y="291711"/>
                  </a:cubicBezTo>
                  <a:cubicBezTo>
                    <a:pt x="100" y="250957"/>
                    <a:pt x="1505" y="209500"/>
                    <a:pt x="100" y="168745"/>
                  </a:cubicBezTo>
                  <a:cubicBezTo>
                    <a:pt x="-603" y="153287"/>
                    <a:pt x="3613" y="148368"/>
                    <a:pt x="19774" y="149071"/>
                  </a:cubicBezTo>
                  <a:cubicBezTo>
                    <a:pt x="58421" y="150476"/>
                    <a:pt x="96365" y="149071"/>
                    <a:pt x="135011" y="149773"/>
                  </a:cubicBezTo>
                  <a:cubicBezTo>
                    <a:pt x="146254" y="149773"/>
                    <a:pt x="156794" y="149071"/>
                    <a:pt x="165929" y="141341"/>
                  </a:cubicBezTo>
                  <a:cubicBezTo>
                    <a:pt x="179279" y="130099"/>
                    <a:pt x="184198" y="121667"/>
                    <a:pt x="166631" y="107613"/>
                  </a:cubicBezTo>
                  <a:cubicBezTo>
                    <a:pt x="130795" y="79507"/>
                    <a:pt x="130795" y="52103"/>
                    <a:pt x="163820" y="21186"/>
                  </a:cubicBezTo>
                  <a:cubicBezTo>
                    <a:pt x="199656" y="-12542"/>
                    <a:pt x="266409" y="-4813"/>
                    <a:pt x="294516" y="35942"/>
                  </a:cubicBezTo>
                  <a:cubicBezTo>
                    <a:pt x="312083" y="61238"/>
                    <a:pt x="309272" y="79507"/>
                    <a:pt x="288192" y="101992"/>
                  </a:cubicBezTo>
                  <a:cubicBezTo>
                    <a:pt x="280463" y="109721"/>
                    <a:pt x="260788" y="112532"/>
                    <a:pt x="269923" y="130099"/>
                  </a:cubicBezTo>
                  <a:cubicBezTo>
                    <a:pt x="277652" y="144855"/>
                    <a:pt x="291705" y="150476"/>
                    <a:pt x="308569" y="150476"/>
                  </a:cubicBezTo>
                  <a:cubicBezTo>
                    <a:pt x="345810" y="149773"/>
                    <a:pt x="383754" y="151881"/>
                    <a:pt x="420995" y="149773"/>
                  </a:cubicBezTo>
                  <a:cubicBezTo>
                    <a:pt x="441373" y="149071"/>
                    <a:pt x="444886" y="155395"/>
                    <a:pt x="444183" y="174367"/>
                  </a:cubicBezTo>
                  <a:cubicBezTo>
                    <a:pt x="442075" y="239011"/>
                    <a:pt x="442778" y="305062"/>
                    <a:pt x="442778" y="370410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40">
              <a:extLst>
                <a:ext uri="{FF2B5EF4-FFF2-40B4-BE49-F238E27FC236}">
                  <a16:creationId xmlns:a16="http://schemas.microsoft.com/office/drawing/2014/main" id="{1E4DFD16-2DF7-4FD7-9076-51A149A68170}"/>
                </a:ext>
              </a:extLst>
            </p:cNvPr>
            <p:cNvSpPr/>
            <p:nvPr/>
          </p:nvSpPr>
          <p:spPr>
            <a:xfrm>
              <a:off x="5090840" y="3092504"/>
              <a:ext cx="795978" cy="1326628"/>
            </a:xfrm>
            <a:custGeom>
              <a:avLst/>
              <a:gdLst>
                <a:gd name="connsiteX0" fmla="*/ 755 w 442678"/>
                <a:gd name="connsiteY0" fmla="*/ 370037 h 737797"/>
                <a:gd name="connsiteX1" fmla="*/ 52 w 442678"/>
                <a:gd name="connsiteY1" fmla="*/ 173292 h 737797"/>
                <a:gd name="connsiteX2" fmla="*/ 24645 w 442678"/>
                <a:gd name="connsiteY2" fmla="*/ 149401 h 737797"/>
                <a:gd name="connsiteX3" fmla="*/ 131450 w 442678"/>
                <a:gd name="connsiteY3" fmla="*/ 149401 h 737797"/>
                <a:gd name="connsiteX4" fmla="*/ 158151 w 442678"/>
                <a:gd name="connsiteY4" fmla="*/ 146590 h 737797"/>
                <a:gd name="connsiteX5" fmla="*/ 166583 w 442678"/>
                <a:gd name="connsiteY5" fmla="*/ 109349 h 737797"/>
                <a:gd name="connsiteX6" fmla="*/ 180637 w 442678"/>
                <a:gd name="connsiteY6" fmla="*/ 8868 h 737797"/>
                <a:gd name="connsiteX7" fmla="*/ 293063 w 442678"/>
                <a:gd name="connsiteY7" fmla="*/ 35569 h 737797"/>
                <a:gd name="connsiteX8" fmla="*/ 286036 w 442678"/>
                <a:gd name="connsiteY8" fmla="*/ 103025 h 737797"/>
                <a:gd name="connsiteX9" fmla="*/ 268470 w 442678"/>
                <a:gd name="connsiteY9" fmla="*/ 129024 h 737797"/>
                <a:gd name="connsiteX10" fmla="*/ 304305 w 442678"/>
                <a:gd name="connsiteY10" fmla="*/ 149401 h 737797"/>
                <a:gd name="connsiteX11" fmla="*/ 419543 w 442678"/>
                <a:gd name="connsiteY11" fmla="*/ 148698 h 737797"/>
                <a:gd name="connsiteX12" fmla="*/ 443433 w 442678"/>
                <a:gd name="connsiteY12" fmla="*/ 172589 h 737797"/>
                <a:gd name="connsiteX13" fmla="*/ 443433 w 442678"/>
                <a:gd name="connsiteY13" fmla="*/ 289934 h 737797"/>
                <a:gd name="connsiteX14" fmla="*/ 420245 w 442678"/>
                <a:gd name="connsiteY14" fmla="*/ 333499 h 737797"/>
                <a:gd name="connsiteX15" fmla="*/ 387220 w 442678"/>
                <a:gd name="connsiteY15" fmla="*/ 329986 h 737797"/>
                <a:gd name="connsiteX16" fmla="*/ 316953 w 442678"/>
                <a:gd name="connsiteY16" fmla="*/ 315932 h 737797"/>
                <a:gd name="connsiteX17" fmla="*/ 308521 w 442678"/>
                <a:gd name="connsiteY17" fmla="*/ 415711 h 737797"/>
                <a:gd name="connsiteX18" fmla="*/ 382301 w 442678"/>
                <a:gd name="connsiteY18" fmla="*/ 417819 h 737797"/>
                <a:gd name="connsiteX19" fmla="*/ 409705 w 442678"/>
                <a:gd name="connsiteY19" fmla="*/ 401657 h 737797"/>
                <a:gd name="connsiteX20" fmla="*/ 442730 w 442678"/>
                <a:gd name="connsiteY20" fmla="*/ 438196 h 737797"/>
                <a:gd name="connsiteX21" fmla="*/ 444136 w 442678"/>
                <a:gd name="connsiteY21" fmla="*/ 580134 h 737797"/>
                <a:gd name="connsiteX22" fmla="*/ 427272 w 442678"/>
                <a:gd name="connsiteY22" fmla="*/ 590674 h 737797"/>
                <a:gd name="connsiteX23" fmla="*/ 312035 w 442678"/>
                <a:gd name="connsiteY23" fmla="*/ 590674 h 737797"/>
                <a:gd name="connsiteX24" fmla="*/ 281118 w 442678"/>
                <a:gd name="connsiteY24" fmla="*/ 598403 h 737797"/>
                <a:gd name="connsiteX25" fmla="*/ 279712 w 442678"/>
                <a:gd name="connsiteY25" fmla="*/ 632834 h 737797"/>
                <a:gd name="connsiteX26" fmla="*/ 305008 w 442678"/>
                <a:gd name="connsiteY26" fmla="*/ 685534 h 737797"/>
                <a:gd name="connsiteX27" fmla="*/ 244579 w 442678"/>
                <a:gd name="connsiteY27" fmla="*/ 738233 h 737797"/>
                <a:gd name="connsiteX28" fmla="*/ 153935 w 442678"/>
                <a:gd name="connsiteY28" fmla="*/ 708019 h 737797"/>
                <a:gd name="connsiteX29" fmla="*/ 160962 w 442678"/>
                <a:gd name="connsiteY29" fmla="*/ 637752 h 737797"/>
                <a:gd name="connsiteX30" fmla="*/ 178528 w 442678"/>
                <a:gd name="connsiteY30" fmla="*/ 614565 h 737797"/>
                <a:gd name="connsiteX31" fmla="*/ 141990 w 442678"/>
                <a:gd name="connsiteY31" fmla="*/ 591377 h 737797"/>
                <a:gd name="connsiteX32" fmla="*/ 24645 w 442678"/>
                <a:gd name="connsiteY32" fmla="*/ 592079 h 737797"/>
                <a:gd name="connsiteX33" fmla="*/ 2160 w 442678"/>
                <a:gd name="connsiteY33" fmla="*/ 569594 h 737797"/>
                <a:gd name="connsiteX34" fmla="*/ 755 w 442678"/>
                <a:gd name="connsiteY34" fmla="*/ 370037 h 7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42678" h="737797">
                  <a:moveTo>
                    <a:pt x="755" y="370037"/>
                  </a:moveTo>
                  <a:cubicBezTo>
                    <a:pt x="755" y="304690"/>
                    <a:pt x="1457" y="238639"/>
                    <a:pt x="52" y="173292"/>
                  </a:cubicBezTo>
                  <a:cubicBezTo>
                    <a:pt x="-651" y="153617"/>
                    <a:pt x="5673" y="148698"/>
                    <a:pt x="24645" y="149401"/>
                  </a:cubicBezTo>
                  <a:cubicBezTo>
                    <a:pt x="60481" y="150806"/>
                    <a:pt x="95614" y="150104"/>
                    <a:pt x="131450" y="149401"/>
                  </a:cubicBezTo>
                  <a:cubicBezTo>
                    <a:pt x="140585" y="149401"/>
                    <a:pt x="150422" y="149401"/>
                    <a:pt x="158151" y="146590"/>
                  </a:cubicBezTo>
                  <a:cubicBezTo>
                    <a:pt x="178528" y="139564"/>
                    <a:pt x="181339" y="122700"/>
                    <a:pt x="166583" y="109349"/>
                  </a:cubicBezTo>
                  <a:cubicBezTo>
                    <a:pt x="127937" y="74919"/>
                    <a:pt x="133558" y="33461"/>
                    <a:pt x="180637" y="8868"/>
                  </a:cubicBezTo>
                  <a:cubicBezTo>
                    <a:pt x="216472" y="-10104"/>
                    <a:pt x="270578" y="2544"/>
                    <a:pt x="293063" y="35569"/>
                  </a:cubicBezTo>
                  <a:cubicBezTo>
                    <a:pt x="311332" y="61568"/>
                    <a:pt x="309224" y="80540"/>
                    <a:pt x="286036" y="103025"/>
                  </a:cubicBezTo>
                  <a:cubicBezTo>
                    <a:pt x="278307" y="110052"/>
                    <a:pt x="260740" y="112862"/>
                    <a:pt x="268470" y="129024"/>
                  </a:cubicBezTo>
                  <a:cubicBezTo>
                    <a:pt x="275496" y="143077"/>
                    <a:pt x="288144" y="149401"/>
                    <a:pt x="304305" y="149401"/>
                  </a:cubicBezTo>
                  <a:cubicBezTo>
                    <a:pt x="342952" y="148698"/>
                    <a:pt x="380896" y="150104"/>
                    <a:pt x="419543" y="148698"/>
                  </a:cubicBezTo>
                  <a:cubicBezTo>
                    <a:pt x="438514" y="147996"/>
                    <a:pt x="444136" y="153617"/>
                    <a:pt x="443433" y="172589"/>
                  </a:cubicBezTo>
                  <a:cubicBezTo>
                    <a:pt x="442027" y="211938"/>
                    <a:pt x="442730" y="251287"/>
                    <a:pt x="443433" y="289934"/>
                  </a:cubicBezTo>
                  <a:cubicBezTo>
                    <a:pt x="444136" y="309608"/>
                    <a:pt x="435001" y="322959"/>
                    <a:pt x="420245" y="333499"/>
                  </a:cubicBezTo>
                  <a:cubicBezTo>
                    <a:pt x="408300" y="341931"/>
                    <a:pt x="397760" y="341931"/>
                    <a:pt x="387220" y="329986"/>
                  </a:cubicBezTo>
                  <a:cubicBezTo>
                    <a:pt x="352789" y="293447"/>
                    <a:pt x="342952" y="292042"/>
                    <a:pt x="316953" y="315932"/>
                  </a:cubicBezTo>
                  <a:cubicBezTo>
                    <a:pt x="290955" y="339823"/>
                    <a:pt x="286739" y="389009"/>
                    <a:pt x="308521" y="415711"/>
                  </a:cubicBezTo>
                  <a:cubicBezTo>
                    <a:pt x="334520" y="447331"/>
                    <a:pt x="354897" y="448033"/>
                    <a:pt x="382301" y="417819"/>
                  </a:cubicBezTo>
                  <a:cubicBezTo>
                    <a:pt x="389328" y="410089"/>
                    <a:pt x="393544" y="395333"/>
                    <a:pt x="409705" y="401657"/>
                  </a:cubicBezTo>
                  <a:cubicBezTo>
                    <a:pt x="427272" y="408684"/>
                    <a:pt x="442027" y="419927"/>
                    <a:pt x="442730" y="438196"/>
                  </a:cubicBezTo>
                  <a:cubicBezTo>
                    <a:pt x="444838" y="485274"/>
                    <a:pt x="443433" y="533055"/>
                    <a:pt x="444136" y="580134"/>
                  </a:cubicBezTo>
                  <a:cubicBezTo>
                    <a:pt x="444136" y="594187"/>
                    <a:pt x="434298" y="590674"/>
                    <a:pt x="427272" y="590674"/>
                  </a:cubicBezTo>
                  <a:cubicBezTo>
                    <a:pt x="388625" y="590674"/>
                    <a:pt x="350681" y="590674"/>
                    <a:pt x="312035" y="590674"/>
                  </a:cubicBezTo>
                  <a:cubicBezTo>
                    <a:pt x="300792" y="590674"/>
                    <a:pt x="290252" y="590674"/>
                    <a:pt x="281118" y="598403"/>
                  </a:cubicBezTo>
                  <a:cubicBezTo>
                    <a:pt x="268470" y="608943"/>
                    <a:pt x="260740" y="619483"/>
                    <a:pt x="279712" y="632834"/>
                  </a:cubicBezTo>
                  <a:cubicBezTo>
                    <a:pt x="297279" y="645482"/>
                    <a:pt x="313440" y="661643"/>
                    <a:pt x="305008" y="685534"/>
                  </a:cubicBezTo>
                  <a:cubicBezTo>
                    <a:pt x="295171" y="713640"/>
                    <a:pt x="276199" y="734720"/>
                    <a:pt x="244579" y="738233"/>
                  </a:cubicBezTo>
                  <a:cubicBezTo>
                    <a:pt x="210148" y="742449"/>
                    <a:pt x="177123" y="740341"/>
                    <a:pt x="153935" y="708019"/>
                  </a:cubicBezTo>
                  <a:cubicBezTo>
                    <a:pt x="135666" y="682020"/>
                    <a:pt x="137072" y="660238"/>
                    <a:pt x="160962" y="637752"/>
                  </a:cubicBezTo>
                  <a:cubicBezTo>
                    <a:pt x="167988" y="630726"/>
                    <a:pt x="184150" y="627915"/>
                    <a:pt x="178528" y="614565"/>
                  </a:cubicBezTo>
                  <a:cubicBezTo>
                    <a:pt x="172205" y="599809"/>
                    <a:pt x="159557" y="590674"/>
                    <a:pt x="141990" y="591377"/>
                  </a:cubicBezTo>
                  <a:cubicBezTo>
                    <a:pt x="102641" y="592079"/>
                    <a:pt x="63292" y="590674"/>
                    <a:pt x="24645" y="592079"/>
                  </a:cubicBezTo>
                  <a:cubicBezTo>
                    <a:pt x="6376" y="592782"/>
                    <a:pt x="1457" y="587863"/>
                    <a:pt x="2160" y="569594"/>
                  </a:cubicBezTo>
                  <a:cubicBezTo>
                    <a:pt x="1457" y="503544"/>
                    <a:pt x="755" y="436791"/>
                    <a:pt x="755" y="370037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1" name="Group 184">
            <a:extLst>
              <a:ext uri="{FF2B5EF4-FFF2-40B4-BE49-F238E27FC236}">
                <a16:creationId xmlns:a16="http://schemas.microsoft.com/office/drawing/2014/main" id="{547A1E4A-D478-4E97-B10F-9B45999F5FCB}"/>
              </a:ext>
            </a:extLst>
          </p:cNvPr>
          <p:cNvGrpSpPr/>
          <p:nvPr userDrawn="1"/>
        </p:nvGrpSpPr>
        <p:grpSpPr>
          <a:xfrm>
            <a:off x="419948" y="4850164"/>
            <a:ext cx="2782515" cy="889187"/>
            <a:chOff x="2670350" y="1534411"/>
            <a:chExt cx="6851301" cy="2189418"/>
          </a:xfrm>
          <a:solidFill>
            <a:schemeClr val="bg1">
              <a:lumMod val="50000"/>
            </a:schemeClr>
          </a:solidFill>
        </p:grpSpPr>
        <p:sp>
          <p:nvSpPr>
            <p:cNvPr id="52" name="Oval 21">
              <a:extLst>
                <a:ext uri="{FF2B5EF4-FFF2-40B4-BE49-F238E27FC236}">
                  <a16:creationId xmlns:a16="http://schemas.microsoft.com/office/drawing/2014/main" id="{C6FA58F2-CBEC-427C-BD7A-30F2E7B39BD7}"/>
                </a:ext>
              </a:extLst>
            </p:cNvPr>
            <p:cNvSpPr/>
            <p:nvPr/>
          </p:nvSpPr>
          <p:spPr>
            <a:xfrm rot="5400000">
              <a:off x="6157610" y="1570415"/>
              <a:ext cx="1620536" cy="2686291"/>
            </a:xfrm>
            <a:custGeom>
              <a:avLst/>
              <a:gdLst/>
              <a:ahLst/>
              <a:cxnLst/>
              <a:rect l="l" t="t" r="r" b="b"/>
              <a:pathLst>
                <a:path w="1368152" h="2298537">
                  <a:moveTo>
                    <a:pt x="684076" y="0"/>
                  </a:moveTo>
                  <a:cubicBezTo>
                    <a:pt x="803370" y="0"/>
                    <a:pt x="900076" y="96706"/>
                    <a:pt x="900076" y="216000"/>
                  </a:cubicBezTo>
                  <a:cubicBezTo>
                    <a:pt x="900076" y="287268"/>
                    <a:pt x="865561" y="350475"/>
                    <a:pt x="810076" y="386760"/>
                  </a:cubicBezTo>
                  <a:lnTo>
                    <a:pt x="810076" y="450517"/>
                  </a:lnTo>
                  <a:lnTo>
                    <a:pt x="1368152" y="450517"/>
                  </a:lnTo>
                  <a:lnTo>
                    <a:pt x="1368152" y="895744"/>
                  </a:lnTo>
                  <a:cubicBezTo>
                    <a:pt x="1331417" y="875468"/>
                    <a:pt x="1289090" y="864516"/>
                    <a:pt x="1244206" y="864516"/>
                  </a:cubicBezTo>
                  <a:cubicBezTo>
                    <a:pt x="1095089" y="864516"/>
                    <a:pt x="974206" y="985399"/>
                    <a:pt x="974206" y="1134516"/>
                  </a:cubicBezTo>
                  <a:cubicBezTo>
                    <a:pt x="974206" y="1283633"/>
                    <a:pt x="1095089" y="1404516"/>
                    <a:pt x="1244206" y="1404516"/>
                  </a:cubicBezTo>
                  <a:cubicBezTo>
                    <a:pt x="1289090" y="1404516"/>
                    <a:pt x="1331417" y="1393563"/>
                    <a:pt x="1368152" y="1373288"/>
                  </a:cubicBezTo>
                  <a:lnTo>
                    <a:pt x="1368152" y="1818517"/>
                  </a:lnTo>
                  <a:lnTo>
                    <a:pt x="810076" y="1818517"/>
                  </a:lnTo>
                  <a:lnTo>
                    <a:pt x="810076" y="1911777"/>
                  </a:lnTo>
                  <a:cubicBezTo>
                    <a:pt x="865561" y="1948062"/>
                    <a:pt x="900076" y="2011269"/>
                    <a:pt x="900076" y="2082537"/>
                  </a:cubicBezTo>
                  <a:cubicBezTo>
                    <a:pt x="900076" y="2201831"/>
                    <a:pt x="803370" y="2298537"/>
                    <a:pt x="684076" y="2298537"/>
                  </a:cubicBezTo>
                  <a:cubicBezTo>
                    <a:pt x="564782" y="2298537"/>
                    <a:pt x="468076" y="2201831"/>
                    <a:pt x="468076" y="2082537"/>
                  </a:cubicBezTo>
                  <a:cubicBezTo>
                    <a:pt x="468076" y="2011269"/>
                    <a:pt x="502591" y="1948062"/>
                    <a:pt x="558076" y="1911777"/>
                  </a:cubicBezTo>
                  <a:lnTo>
                    <a:pt x="558076" y="1818517"/>
                  </a:lnTo>
                  <a:lnTo>
                    <a:pt x="0" y="1818517"/>
                  </a:lnTo>
                  <a:lnTo>
                    <a:pt x="0" y="1368933"/>
                  </a:lnTo>
                  <a:cubicBezTo>
                    <a:pt x="39235" y="1391659"/>
                    <a:pt x="84862" y="1404516"/>
                    <a:pt x="133491" y="1404516"/>
                  </a:cubicBezTo>
                  <a:cubicBezTo>
                    <a:pt x="282608" y="1404516"/>
                    <a:pt x="403491" y="1283633"/>
                    <a:pt x="403491" y="1134516"/>
                  </a:cubicBezTo>
                  <a:cubicBezTo>
                    <a:pt x="403491" y="985399"/>
                    <a:pt x="282608" y="864516"/>
                    <a:pt x="133491" y="864516"/>
                  </a:cubicBezTo>
                  <a:cubicBezTo>
                    <a:pt x="84862" y="864516"/>
                    <a:pt x="39235" y="877372"/>
                    <a:pt x="0" y="900098"/>
                  </a:cubicBezTo>
                  <a:lnTo>
                    <a:pt x="0" y="450517"/>
                  </a:lnTo>
                  <a:lnTo>
                    <a:pt x="558076" y="450517"/>
                  </a:lnTo>
                  <a:lnTo>
                    <a:pt x="558076" y="386760"/>
                  </a:lnTo>
                  <a:cubicBezTo>
                    <a:pt x="502591" y="350475"/>
                    <a:pt x="468076" y="287268"/>
                    <a:pt x="468076" y="216000"/>
                  </a:cubicBezTo>
                  <a:cubicBezTo>
                    <a:pt x="468076" y="96706"/>
                    <a:pt x="564782" y="0"/>
                    <a:pt x="684076" y="0"/>
                  </a:cubicBez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3" name="Oval 21">
              <a:extLst>
                <a:ext uri="{FF2B5EF4-FFF2-40B4-BE49-F238E27FC236}">
                  <a16:creationId xmlns:a16="http://schemas.microsoft.com/office/drawing/2014/main" id="{5CA51E2A-982A-421C-822C-BABC4DD28F68}"/>
                </a:ext>
              </a:extLst>
            </p:cNvPr>
            <p:cNvSpPr/>
            <p:nvPr/>
          </p:nvSpPr>
          <p:spPr>
            <a:xfrm rot="16200000">
              <a:off x="2937315" y="1836328"/>
              <a:ext cx="1620536" cy="2154466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4" name="Oval 21">
              <a:extLst>
                <a:ext uri="{FF2B5EF4-FFF2-40B4-BE49-F238E27FC236}">
                  <a16:creationId xmlns:a16="http://schemas.microsoft.com/office/drawing/2014/main" id="{6853F4FD-AF8C-4920-85F4-C653F63945D3}"/>
                </a:ext>
              </a:extLst>
            </p:cNvPr>
            <p:cNvSpPr/>
            <p:nvPr/>
          </p:nvSpPr>
          <p:spPr>
            <a:xfrm rot="10800000">
              <a:off x="4427358" y="1534411"/>
              <a:ext cx="1598922" cy="2183591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5" name="Oval 21">
              <a:extLst>
                <a:ext uri="{FF2B5EF4-FFF2-40B4-BE49-F238E27FC236}">
                  <a16:creationId xmlns:a16="http://schemas.microsoft.com/office/drawing/2014/main" id="{EFFE5AE6-AAFD-420C-B881-EF55FA29063B}"/>
                </a:ext>
              </a:extLst>
            </p:cNvPr>
            <p:cNvSpPr/>
            <p:nvPr/>
          </p:nvSpPr>
          <p:spPr>
            <a:xfrm rot="10800000">
              <a:off x="7922729" y="1534466"/>
              <a:ext cx="1598922" cy="2183538"/>
            </a:xfrm>
            <a:custGeom>
              <a:avLst/>
              <a:gdLst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427338 w 1449013"/>
                <a:gd name="connsiteY2" fmla="*/ 719582 h 1952424"/>
                <a:gd name="connsiteX3" fmla="*/ 141381 w 1449013"/>
                <a:gd name="connsiteY3" fmla="*/ 433619 h 1952424"/>
                <a:gd name="connsiteX4" fmla="*/ 0 w 1449013"/>
                <a:gd name="connsiteY4" fmla="*/ 471304 h 1952424"/>
                <a:gd name="connsiteX5" fmla="*/ 0 w 1449013"/>
                <a:gd name="connsiteY5" fmla="*/ 0 h 1952424"/>
                <a:gd name="connsiteX6" fmla="*/ 1449013 w 1449013"/>
                <a:gd name="connsiteY6" fmla="*/ 0 h 1952424"/>
                <a:gd name="connsiteX7" fmla="*/ 1449013 w 1449013"/>
                <a:gd name="connsiteY7" fmla="*/ 466693 h 1952424"/>
                <a:gd name="connsiteX8" fmla="*/ 1317742 w 1449013"/>
                <a:gd name="connsiteY8" fmla="*/ 433619 h 1952424"/>
                <a:gd name="connsiteX9" fmla="*/ 1031784 w 1449013"/>
                <a:gd name="connsiteY9" fmla="*/ 719582 h 1952424"/>
                <a:gd name="connsiteX10" fmla="*/ 1317742 w 1449013"/>
                <a:gd name="connsiteY10" fmla="*/ 1005545 h 1952424"/>
                <a:gd name="connsiteX11" fmla="*/ 1449013 w 1449013"/>
                <a:gd name="connsiteY11" fmla="*/ 972471 h 1952424"/>
                <a:gd name="connsiteX12" fmla="*/ 1449013 w 1449013"/>
                <a:gd name="connsiteY12" fmla="*/ 1444024 h 1952424"/>
                <a:gd name="connsiteX13" fmla="*/ 857954 w 1449013"/>
                <a:gd name="connsiteY13" fmla="*/ 1444024 h 1952424"/>
                <a:gd name="connsiteX14" fmla="*/ 857954 w 1449013"/>
                <a:gd name="connsiteY14" fmla="*/ 1542797 h 1952424"/>
                <a:gd name="connsiteX15" fmla="*/ 953273 w 1449013"/>
                <a:gd name="connsiteY15" fmla="*/ 1723653 h 1952424"/>
                <a:gd name="connsiteX16" fmla="*/ 724507 w 1449013"/>
                <a:gd name="connsiteY16" fmla="*/ 1952424 h 1952424"/>
                <a:gd name="connsiteX17" fmla="*/ 495741 w 1449013"/>
                <a:gd name="connsiteY17" fmla="*/ 1723653 h 1952424"/>
                <a:gd name="connsiteX18" fmla="*/ 591060 w 1449013"/>
                <a:gd name="connsiteY18" fmla="*/ 1542797 h 1952424"/>
                <a:gd name="connsiteX19" fmla="*/ 591060 w 1449013"/>
                <a:gd name="connsiteY19" fmla="*/ 1444024 h 1952424"/>
                <a:gd name="connsiteX20" fmla="*/ 0 w 1449013"/>
                <a:gd name="connsiteY20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141381 w 1449013"/>
                <a:gd name="connsiteY2" fmla="*/ 433619 h 1952424"/>
                <a:gd name="connsiteX3" fmla="*/ 0 w 1449013"/>
                <a:gd name="connsiteY3" fmla="*/ 471304 h 1952424"/>
                <a:gd name="connsiteX4" fmla="*/ 0 w 1449013"/>
                <a:gd name="connsiteY4" fmla="*/ 0 h 1952424"/>
                <a:gd name="connsiteX5" fmla="*/ 1449013 w 1449013"/>
                <a:gd name="connsiteY5" fmla="*/ 0 h 1952424"/>
                <a:gd name="connsiteX6" fmla="*/ 1449013 w 1449013"/>
                <a:gd name="connsiteY6" fmla="*/ 466693 h 1952424"/>
                <a:gd name="connsiteX7" fmla="*/ 1317742 w 1449013"/>
                <a:gd name="connsiteY7" fmla="*/ 433619 h 1952424"/>
                <a:gd name="connsiteX8" fmla="*/ 1031784 w 1449013"/>
                <a:gd name="connsiteY8" fmla="*/ 719582 h 1952424"/>
                <a:gd name="connsiteX9" fmla="*/ 1317742 w 1449013"/>
                <a:gd name="connsiteY9" fmla="*/ 1005545 h 1952424"/>
                <a:gd name="connsiteX10" fmla="*/ 1449013 w 1449013"/>
                <a:gd name="connsiteY10" fmla="*/ 972471 h 1952424"/>
                <a:gd name="connsiteX11" fmla="*/ 1449013 w 1449013"/>
                <a:gd name="connsiteY11" fmla="*/ 1444024 h 1952424"/>
                <a:gd name="connsiteX12" fmla="*/ 857954 w 1449013"/>
                <a:gd name="connsiteY12" fmla="*/ 1444024 h 1952424"/>
                <a:gd name="connsiteX13" fmla="*/ 857954 w 1449013"/>
                <a:gd name="connsiteY13" fmla="*/ 1542797 h 1952424"/>
                <a:gd name="connsiteX14" fmla="*/ 953273 w 1449013"/>
                <a:gd name="connsiteY14" fmla="*/ 1723653 h 1952424"/>
                <a:gd name="connsiteX15" fmla="*/ 724507 w 1449013"/>
                <a:gd name="connsiteY15" fmla="*/ 1952424 h 1952424"/>
                <a:gd name="connsiteX16" fmla="*/ 495741 w 1449013"/>
                <a:gd name="connsiteY16" fmla="*/ 1723653 h 1952424"/>
                <a:gd name="connsiteX17" fmla="*/ 591060 w 1449013"/>
                <a:gd name="connsiteY17" fmla="*/ 1542797 h 1952424"/>
                <a:gd name="connsiteX18" fmla="*/ 591060 w 1449013"/>
                <a:gd name="connsiteY18" fmla="*/ 1444024 h 1952424"/>
                <a:gd name="connsiteX19" fmla="*/ 0 w 1449013"/>
                <a:gd name="connsiteY19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471304 h 1952424"/>
                <a:gd name="connsiteX3" fmla="*/ 0 w 1449013"/>
                <a:gd name="connsiteY3" fmla="*/ 0 h 1952424"/>
                <a:gd name="connsiteX4" fmla="*/ 1449013 w 1449013"/>
                <a:gd name="connsiteY4" fmla="*/ 0 h 1952424"/>
                <a:gd name="connsiteX5" fmla="*/ 1449013 w 1449013"/>
                <a:gd name="connsiteY5" fmla="*/ 466693 h 1952424"/>
                <a:gd name="connsiteX6" fmla="*/ 1317742 w 1449013"/>
                <a:gd name="connsiteY6" fmla="*/ 433619 h 1952424"/>
                <a:gd name="connsiteX7" fmla="*/ 1031784 w 1449013"/>
                <a:gd name="connsiteY7" fmla="*/ 719582 h 1952424"/>
                <a:gd name="connsiteX8" fmla="*/ 1317742 w 1449013"/>
                <a:gd name="connsiteY8" fmla="*/ 1005545 h 1952424"/>
                <a:gd name="connsiteX9" fmla="*/ 1449013 w 1449013"/>
                <a:gd name="connsiteY9" fmla="*/ 972471 h 1952424"/>
                <a:gd name="connsiteX10" fmla="*/ 1449013 w 1449013"/>
                <a:gd name="connsiteY10" fmla="*/ 1444024 h 1952424"/>
                <a:gd name="connsiteX11" fmla="*/ 857954 w 1449013"/>
                <a:gd name="connsiteY11" fmla="*/ 1444024 h 1952424"/>
                <a:gd name="connsiteX12" fmla="*/ 857954 w 1449013"/>
                <a:gd name="connsiteY12" fmla="*/ 1542797 h 1952424"/>
                <a:gd name="connsiteX13" fmla="*/ 953273 w 1449013"/>
                <a:gd name="connsiteY13" fmla="*/ 1723653 h 1952424"/>
                <a:gd name="connsiteX14" fmla="*/ 724507 w 1449013"/>
                <a:gd name="connsiteY14" fmla="*/ 1952424 h 1952424"/>
                <a:gd name="connsiteX15" fmla="*/ 495741 w 1449013"/>
                <a:gd name="connsiteY15" fmla="*/ 1723653 h 1952424"/>
                <a:gd name="connsiteX16" fmla="*/ 591060 w 1449013"/>
                <a:gd name="connsiteY16" fmla="*/ 1542797 h 1952424"/>
                <a:gd name="connsiteX17" fmla="*/ 591060 w 1449013"/>
                <a:gd name="connsiteY17" fmla="*/ 1444024 h 1952424"/>
                <a:gd name="connsiteX18" fmla="*/ 0 w 1449013"/>
                <a:gd name="connsiteY18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0 h 1952424"/>
                <a:gd name="connsiteX3" fmla="*/ 1449013 w 1449013"/>
                <a:gd name="connsiteY3" fmla="*/ 0 h 1952424"/>
                <a:gd name="connsiteX4" fmla="*/ 1449013 w 1449013"/>
                <a:gd name="connsiteY4" fmla="*/ 466693 h 1952424"/>
                <a:gd name="connsiteX5" fmla="*/ 1317742 w 1449013"/>
                <a:gd name="connsiteY5" fmla="*/ 433619 h 1952424"/>
                <a:gd name="connsiteX6" fmla="*/ 1031784 w 1449013"/>
                <a:gd name="connsiteY6" fmla="*/ 719582 h 1952424"/>
                <a:gd name="connsiteX7" fmla="*/ 1317742 w 1449013"/>
                <a:gd name="connsiteY7" fmla="*/ 1005545 h 1952424"/>
                <a:gd name="connsiteX8" fmla="*/ 1449013 w 1449013"/>
                <a:gd name="connsiteY8" fmla="*/ 972471 h 1952424"/>
                <a:gd name="connsiteX9" fmla="*/ 1449013 w 1449013"/>
                <a:gd name="connsiteY9" fmla="*/ 1444024 h 1952424"/>
                <a:gd name="connsiteX10" fmla="*/ 857954 w 1449013"/>
                <a:gd name="connsiteY10" fmla="*/ 1444024 h 1952424"/>
                <a:gd name="connsiteX11" fmla="*/ 857954 w 1449013"/>
                <a:gd name="connsiteY11" fmla="*/ 1542797 h 1952424"/>
                <a:gd name="connsiteX12" fmla="*/ 953273 w 1449013"/>
                <a:gd name="connsiteY12" fmla="*/ 1723653 h 1952424"/>
                <a:gd name="connsiteX13" fmla="*/ 724507 w 1449013"/>
                <a:gd name="connsiteY13" fmla="*/ 1952424 h 1952424"/>
                <a:gd name="connsiteX14" fmla="*/ 495741 w 1449013"/>
                <a:gd name="connsiteY14" fmla="*/ 1723653 h 1952424"/>
                <a:gd name="connsiteX15" fmla="*/ 591060 w 1449013"/>
                <a:gd name="connsiteY15" fmla="*/ 1542797 h 1952424"/>
                <a:gd name="connsiteX16" fmla="*/ 591060 w 1449013"/>
                <a:gd name="connsiteY16" fmla="*/ 1444024 h 1952424"/>
                <a:gd name="connsiteX17" fmla="*/ 0 w 1449013"/>
                <a:gd name="connsiteY17" fmla="*/ 1444024 h 1952424"/>
                <a:gd name="connsiteX0" fmla="*/ 0 w 1449013"/>
                <a:gd name="connsiteY0" fmla="*/ 1444024 h 1952424"/>
                <a:gd name="connsiteX1" fmla="*/ 0 w 1449013"/>
                <a:gd name="connsiteY1" fmla="*/ 0 h 1952424"/>
                <a:gd name="connsiteX2" fmla="*/ 1449013 w 1449013"/>
                <a:gd name="connsiteY2" fmla="*/ 0 h 1952424"/>
                <a:gd name="connsiteX3" fmla="*/ 1449013 w 1449013"/>
                <a:gd name="connsiteY3" fmla="*/ 466693 h 1952424"/>
                <a:gd name="connsiteX4" fmla="*/ 1317742 w 1449013"/>
                <a:gd name="connsiteY4" fmla="*/ 433619 h 1952424"/>
                <a:gd name="connsiteX5" fmla="*/ 1031784 w 1449013"/>
                <a:gd name="connsiteY5" fmla="*/ 719582 h 1952424"/>
                <a:gd name="connsiteX6" fmla="*/ 1317742 w 1449013"/>
                <a:gd name="connsiteY6" fmla="*/ 1005545 h 1952424"/>
                <a:gd name="connsiteX7" fmla="*/ 1449013 w 1449013"/>
                <a:gd name="connsiteY7" fmla="*/ 972471 h 1952424"/>
                <a:gd name="connsiteX8" fmla="*/ 1449013 w 1449013"/>
                <a:gd name="connsiteY8" fmla="*/ 1444024 h 1952424"/>
                <a:gd name="connsiteX9" fmla="*/ 857954 w 1449013"/>
                <a:gd name="connsiteY9" fmla="*/ 1444024 h 1952424"/>
                <a:gd name="connsiteX10" fmla="*/ 857954 w 1449013"/>
                <a:gd name="connsiteY10" fmla="*/ 1542797 h 1952424"/>
                <a:gd name="connsiteX11" fmla="*/ 953273 w 1449013"/>
                <a:gd name="connsiteY11" fmla="*/ 1723653 h 1952424"/>
                <a:gd name="connsiteX12" fmla="*/ 724507 w 1449013"/>
                <a:gd name="connsiteY12" fmla="*/ 1952424 h 1952424"/>
                <a:gd name="connsiteX13" fmla="*/ 495741 w 1449013"/>
                <a:gd name="connsiteY13" fmla="*/ 1723653 h 1952424"/>
                <a:gd name="connsiteX14" fmla="*/ 591060 w 1449013"/>
                <a:gd name="connsiteY14" fmla="*/ 1542797 h 1952424"/>
                <a:gd name="connsiteX15" fmla="*/ 591060 w 1449013"/>
                <a:gd name="connsiteY15" fmla="*/ 1444024 h 1952424"/>
                <a:gd name="connsiteX16" fmla="*/ 0 w 1449013"/>
                <a:gd name="connsiteY16" fmla="*/ 1444024 h 195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49013" h="1952424">
                  <a:moveTo>
                    <a:pt x="0" y="1444024"/>
                  </a:moveTo>
                  <a:lnTo>
                    <a:pt x="0" y="0"/>
                  </a:lnTo>
                  <a:lnTo>
                    <a:pt x="1449013" y="0"/>
                  </a:lnTo>
                  <a:lnTo>
                    <a:pt x="1449013" y="466693"/>
                  </a:lnTo>
                  <a:cubicBezTo>
                    <a:pt x="1410107" y="445218"/>
                    <a:pt x="1365278" y="433619"/>
                    <a:pt x="1317742" y="433619"/>
                  </a:cubicBezTo>
                  <a:cubicBezTo>
                    <a:pt x="1159811" y="433619"/>
                    <a:pt x="1031784" y="561649"/>
                    <a:pt x="1031784" y="719582"/>
                  </a:cubicBezTo>
                  <a:cubicBezTo>
                    <a:pt x="1031784" y="877515"/>
                    <a:pt x="1159811" y="1005545"/>
                    <a:pt x="1317742" y="1005545"/>
                  </a:cubicBezTo>
                  <a:cubicBezTo>
                    <a:pt x="1365278" y="1005545"/>
                    <a:pt x="1410107" y="993945"/>
                    <a:pt x="1449013" y="972471"/>
                  </a:cubicBezTo>
                  <a:lnTo>
                    <a:pt x="1449013" y="1444024"/>
                  </a:lnTo>
                  <a:lnTo>
                    <a:pt x="857954" y="1444024"/>
                  </a:lnTo>
                  <a:lnTo>
                    <a:pt x="857954" y="1542797"/>
                  </a:lnTo>
                  <a:cubicBezTo>
                    <a:pt x="916718" y="1581228"/>
                    <a:pt x="953273" y="1648172"/>
                    <a:pt x="953273" y="1723653"/>
                  </a:cubicBezTo>
                  <a:cubicBezTo>
                    <a:pt x="953273" y="1850000"/>
                    <a:pt x="850851" y="1952424"/>
                    <a:pt x="724507" y="1952424"/>
                  </a:cubicBezTo>
                  <a:cubicBezTo>
                    <a:pt x="598162" y="1952424"/>
                    <a:pt x="495741" y="1850000"/>
                    <a:pt x="495741" y="1723653"/>
                  </a:cubicBezTo>
                  <a:cubicBezTo>
                    <a:pt x="495741" y="1648172"/>
                    <a:pt x="532295" y="1581228"/>
                    <a:pt x="591060" y="1542797"/>
                  </a:cubicBezTo>
                  <a:lnTo>
                    <a:pt x="591060" y="1444024"/>
                  </a:lnTo>
                  <a:lnTo>
                    <a:pt x="0" y="1444024"/>
                  </a:ln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58" name="Round Same Side Corner Rectangle 9">
            <a:extLst>
              <a:ext uri="{FF2B5EF4-FFF2-40B4-BE49-F238E27FC236}">
                <a16:creationId xmlns:a16="http://schemas.microsoft.com/office/drawing/2014/main" id="{EED35C50-83F1-466C-98B6-5A1A30E67FFB}"/>
              </a:ext>
            </a:extLst>
          </p:cNvPr>
          <p:cNvSpPr/>
          <p:nvPr/>
        </p:nvSpPr>
        <p:spPr>
          <a:xfrm rot="8594075">
            <a:off x="9223197" y="1091915"/>
            <a:ext cx="2264815" cy="3648088"/>
          </a:xfrm>
          <a:custGeom>
            <a:avLst/>
            <a:gdLst/>
            <a:ahLst/>
            <a:cxnLst/>
            <a:rect l="l" t="t" r="r" b="b"/>
            <a:pathLst>
              <a:path w="2808349" h="4523596">
                <a:moveTo>
                  <a:pt x="567373" y="3851649"/>
                </a:moveTo>
                <a:cubicBezTo>
                  <a:pt x="971771" y="4313801"/>
                  <a:pt x="1674249" y="4360621"/>
                  <a:pt x="2136401" y="3956223"/>
                </a:cubicBezTo>
                <a:cubicBezTo>
                  <a:pt x="2598554" y="3551825"/>
                  <a:pt x="2645373" y="2849347"/>
                  <a:pt x="2240976" y="2387195"/>
                </a:cubicBezTo>
                <a:cubicBezTo>
                  <a:pt x="1836578" y="1925042"/>
                  <a:pt x="1134100" y="1878223"/>
                  <a:pt x="671947" y="2282621"/>
                </a:cubicBezTo>
                <a:cubicBezTo>
                  <a:pt x="209795" y="2687018"/>
                  <a:pt x="162975" y="3389496"/>
                  <a:pt x="567373" y="3851649"/>
                </a:cubicBezTo>
                <a:close/>
                <a:moveTo>
                  <a:pt x="347455" y="4044083"/>
                </a:moveTo>
                <a:cubicBezTo>
                  <a:pt x="-163221" y="3460474"/>
                  <a:pt x="-104097" y="2573380"/>
                  <a:pt x="479512" y="2062703"/>
                </a:cubicBezTo>
                <a:cubicBezTo>
                  <a:pt x="688143" y="1880145"/>
                  <a:pt x="935556" y="1770404"/>
                  <a:pt x="1190892" y="1732712"/>
                </a:cubicBezTo>
                <a:lnTo>
                  <a:pt x="1190892" y="228600"/>
                </a:lnTo>
                <a:cubicBezTo>
                  <a:pt x="1190892" y="102348"/>
                  <a:pt x="1293240" y="0"/>
                  <a:pt x="1419492" y="0"/>
                </a:cubicBezTo>
                <a:cubicBezTo>
                  <a:pt x="1545744" y="0"/>
                  <a:pt x="1648092" y="102348"/>
                  <a:pt x="1648092" y="228600"/>
                </a:cubicBezTo>
                <a:lnTo>
                  <a:pt x="1648092" y="1737288"/>
                </a:lnTo>
                <a:cubicBezTo>
                  <a:pt x="1952641" y="1790115"/>
                  <a:pt x="2241503" y="1944038"/>
                  <a:pt x="2460893" y="2194760"/>
                </a:cubicBezTo>
                <a:cubicBezTo>
                  <a:pt x="2971570" y="2778370"/>
                  <a:pt x="2912446" y="3665464"/>
                  <a:pt x="2328836" y="4176140"/>
                </a:cubicBezTo>
                <a:cubicBezTo>
                  <a:pt x="1745226" y="4686817"/>
                  <a:pt x="858132" y="4627693"/>
                  <a:pt x="347455" y="4044083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</a:ln>
          <a:effectLst>
            <a:outerShdw blurRad="127000" dist="127000" dir="8100000" algn="tr" rotWithShape="0">
              <a:prstClr val="black">
                <a:alpha val="33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grpSp>
        <p:nvGrpSpPr>
          <p:cNvPr id="90" name="Group 173">
            <a:extLst>
              <a:ext uri="{FF2B5EF4-FFF2-40B4-BE49-F238E27FC236}">
                <a16:creationId xmlns:a16="http://schemas.microsoft.com/office/drawing/2014/main" id="{78BBA32C-FA61-4DDD-BCEC-BDCFA185D31F}"/>
              </a:ext>
            </a:extLst>
          </p:cNvPr>
          <p:cNvGrpSpPr/>
          <p:nvPr userDrawn="1"/>
        </p:nvGrpSpPr>
        <p:grpSpPr>
          <a:xfrm rot="1067839">
            <a:off x="5182345" y="4543207"/>
            <a:ext cx="1420220" cy="1416516"/>
            <a:chOff x="5137988" y="1148280"/>
            <a:chExt cx="1160378" cy="1157352"/>
          </a:xfrm>
        </p:grpSpPr>
        <p:sp>
          <p:nvSpPr>
            <p:cNvPr id="91" name="Isosceles Triangle 49">
              <a:extLst>
                <a:ext uri="{FF2B5EF4-FFF2-40B4-BE49-F238E27FC236}">
                  <a16:creationId xmlns:a16="http://schemas.microsoft.com/office/drawing/2014/main" id="{7DE57916-80F5-420F-A9A1-CE0E3853E33E}"/>
                </a:ext>
              </a:extLst>
            </p:cNvPr>
            <p:cNvSpPr/>
            <p:nvPr/>
          </p:nvSpPr>
          <p:spPr>
            <a:xfrm rot="3965908" flipH="1">
              <a:off x="5478651" y="1283059"/>
              <a:ext cx="479323" cy="1160106"/>
            </a:xfrm>
            <a:custGeom>
              <a:avLst/>
              <a:gdLst>
                <a:gd name="connsiteX0" fmla="*/ 0 w 786242"/>
                <a:gd name="connsiteY0" fmla="*/ 2640853 h 2640853"/>
                <a:gd name="connsiteX1" fmla="*/ 655356 w 786242"/>
                <a:gd name="connsiteY1" fmla="*/ 0 h 2640853"/>
                <a:gd name="connsiteX2" fmla="*/ 786242 w 786242"/>
                <a:gd name="connsiteY2" fmla="*/ 2640853 h 2640853"/>
                <a:gd name="connsiteX3" fmla="*/ 0 w 786242"/>
                <a:gd name="connsiteY3" fmla="*/ 2640853 h 2640853"/>
                <a:gd name="connsiteX0" fmla="*/ 0 w 1038544"/>
                <a:gd name="connsiteY0" fmla="*/ 2513590 h 2513590"/>
                <a:gd name="connsiteX1" fmla="*/ 1038544 w 1038544"/>
                <a:gd name="connsiteY1" fmla="*/ 0 h 2513590"/>
                <a:gd name="connsiteX2" fmla="*/ 786242 w 1038544"/>
                <a:gd name="connsiteY2" fmla="*/ 2513590 h 2513590"/>
                <a:gd name="connsiteX3" fmla="*/ 0 w 1038544"/>
                <a:gd name="connsiteY3" fmla="*/ 2513590 h 251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44" h="2513590">
                  <a:moveTo>
                    <a:pt x="0" y="2513590"/>
                  </a:moveTo>
                  <a:lnTo>
                    <a:pt x="1038544" y="0"/>
                  </a:lnTo>
                  <a:lnTo>
                    <a:pt x="786242" y="2513590"/>
                  </a:lnTo>
                  <a:lnTo>
                    <a:pt x="0" y="251359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Isosceles Triangle 47">
              <a:extLst>
                <a:ext uri="{FF2B5EF4-FFF2-40B4-BE49-F238E27FC236}">
                  <a16:creationId xmlns:a16="http://schemas.microsoft.com/office/drawing/2014/main" id="{8EA9B0ED-DD02-4646-BFCA-A36C6D719BF6}"/>
                </a:ext>
              </a:extLst>
            </p:cNvPr>
            <p:cNvSpPr/>
            <p:nvPr/>
          </p:nvSpPr>
          <p:spPr>
            <a:xfrm rot="1861541">
              <a:off x="5137988" y="1148280"/>
              <a:ext cx="790741" cy="999463"/>
            </a:xfrm>
            <a:custGeom>
              <a:avLst/>
              <a:gdLst>
                <a:gd name="connsiteX0" fmla="*/ 0 w 487152"/>
                <a:gd name="connsiteY0" fmla="*/ 2193673 h 2193673"/>
                <a:gd name="connsiteX1" fmla="*/ 406056 w 487152"/>
                <a:gd name="connsiteY1" fmla="*/ 0 h 2193673"/>
                <a:gd name="connsiteX2" fmla="*/ 487152 w 487152"/>
                <a:gd name="connsiteY2" fmla="*/ 2193673 h 2193673"/>
                <a:gd name="connsiteX3" fmla="*/ 0 w 487152"/>
                <a:gd name="connsiteY3" fmla="*/ 2193673 h 2193673"/>
                <a:gd name="connsiteX0" fmla="*/ 0 w 1646657"/>
                <a:gd name="connsiteY0" fmla="*/ 2168619 h 2168619"/>
                <a:gd name="connsiteX1" fmla="*/ 1646657 w 1646657"/>
                <a:gd name="connsiteY1" fmla="*/ 0 h 2168619"/>
                <a:gd name="connsiteX2" fmla="*/ 487152 w 1646657"/>
                <a:gd name="connsiteY2" fmla="*/ 2168619 h 2168619"/>
                <a:gd name="connsiteX3" fmla="*/ 0 w 1646657"/>
                <a:gd name="connsiteY3" fmla="*/ 2168619 h 2168619"/>
                <a:gd name="connsiteX0" fmla="*/ 0 w 1655693"/>
                <a:gd name="connsiteY0" fmla="*/ 2153103 h 2153103"/>
                <a:gd name="connsiteX1" fmla="*/ 1655693 w 1655693"/>
                <a:gd name="connsiteY1" fmla="*/ 0 h 2153103"/>
                <a:gd name="connsiteX2" fmla="*/ 487152 w 1655693"/>
                <a:gd name="connsiteY2" fmla="*/ 2153103 h 2153103"/>
                <a:gd name="connsiteX3" fmla="*/ 0 w 1655693"/>
                <a:gd name="connsiteY3" fmla="*/ 2153103 h 2153103"/>
                <a:gd name="connsiteX0" fmla="*/ 0 w 1658686"/>
                <a:gd name="connsiteY0" fmla="*/ 2165526 h 2165526"/>
                <a:gd name="connsiteX1" fmla="*/ 1658686 w 1658686"/>
                <a:gd name="connsiteY1" fmla="*/ 0 h 2165526"/>
                <a:gd name="connsiteX2" fmla="*/ 487152 w 1658686"/>
                <a:gd name="connsiteY2" fmla="*/ 2165526 h 2165526"/>
                <a:gd name="connsiteX3" fmla="*/ 0 w 1658686"/>
                <a:gd name="connsiteY3" fmla="*/ 2165526 h 2165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8686" h="2165526">
                  <a:moveTo>
                    <a:pt x="0" y="2165526"/>
                  </a:moveTo>
                  <a:lnTo>
                    <a:pt x="1658686" y="0"/>
                  </a:lnTo>
                  <a:lnTo>
                    <a:pt x="487152" y="2165526"/>
                  </a:lnTo>
                  <a:lnTo>
                    <a:pt x="0" y="216552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Isosceles Triangle 47">
              <a:extLst>
                <a:ext uri="{FF2B5EF4-FFF2-40B4-BE49-F238E27FC236}">
                  <a16:creationId xmlns:a16="http://schemas.microsoft.com/office/drawing/2014/main" id="{723FFC2F-0229-4B7C-B5A0-A921B0D5C7F9}"/>
                </a:ext>
              </a:extLst>
            </p:cNvPr>
            <p:cNvSpPr/>
            <p:nvPr/>
          </p:nvSpPr>
          <p:spPr>
            <a:xfrm rot="16200000" flipV="1">
              <a:off x="5272724" y="1450290"/>
              <a:ext cx="872754" cy="837930"/>
            </a:xfrm>
            <a:custGeom>
              <a:avLst/>
              <a:gdLst>
                <a:gd name="connsiteX0" fmla="*/ 0 w 487152"/>
                <a:gd name="connsiteY0" fmla="*/ 2193673 h 2193673"/>
                <a:gd name="connsiteX1" fmla="*/ 406056 w 487152"/>
                <a:gd name="connsiteY1" fmla="*/ 0 h 2193673"/>
                <a:gd name="connsiteX2" fmla="*/ 487152 w 487152"/>
                <a:gd name="connsiteY2" fmla="*/ 2193673 h 2193673"/>
                <a:gd name="connsiteX3" fmla="*/ 0 w 487152"/>
                <a:gd name="connsiteY3" fmla="*/ 2193673 h 2193673"/>
                <a:gd name="connsiteX0" fmla="*/ 0 w 1646657"/>
                <a:gd name="connsiteY0" fmla="*/ 2168619 h 2168619"/>
                <a:gd name="connsiteX1" fmla="*/ 1646657 w 1646657"/>
                <a:gd name="connsiteY1" fmla="*/ 0 h 2168619"/>
                <a:gd name="connsiteX2" fmla="*/ 487152 w 1646657"/>
                <a:gd name="connsiteY2" fmla="*/ 2168619 h 2168619"/>
                <a:gd name="connsiteX3" fmla="*/ 0 w 1646657"/>
                <a:gd name="connsiteY3" fmla="*/ 2168619 h 2168619"/>
                <a:gd name="connsiteX0" fmla="*/ 0 w 1848251"/>
                <a:gd name="connsiteY0" fmla="*/ 1806481 h 1806481"/>
                <a:gd name="connsiteX1" fmla="*/ 1848251 w 1848251"/>
                <a:gd name="connsiteY1" fmla="*/ 0 h 1806481"/>
                <a:gd name="connsiteX2" fmla="*/ 487152 w 1848251"/>
                <a:gd name="connsiteY2" fmla="*/ 1806481 h 1806481"/>
                <a:gd name="connsiteX3" fmla="*/ 0 w 1848251"/>
                <a:gd name="connsiteY3" fmla="*/ 1806481 h 1806481"/>
                <a:gd name="connsiteX0" fmla="*/ 0 w 1830721"/>
                <a:gd name="connsiteY0" fmla="*/ 1815534 h 1815534"/>
                <a:gd name="connsiteX1" fmla="*/ 1830721 w 1830721"/>
                <a:gd name="connsiteY1" fmla="*/ 0 h 1815534"/>
                <a:gd name="connsiteX2" fmla="*/ 487152 w 1830721"/>
                <a:gd name="connsiteY2" fmla="*/ 1815534 h 1815534"/>
                <a:gd name="connsiteX3" fmla="*/ 0 w 1830721"/>
                <a:gd name="connsiteY3" fmla="*/ 1815534 h 1815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0721" h="1815534">
                  <a:moveTo>
                    <a:pt x="0" y="1815534"/>
                  </a:moveTo>
                  <a:lnTo>
                    <a:pt x="1830721" y="0"/>
                  </a:lnTo>
                  <a:lnTo>
                    <a:pt x="487152" y="1815534"/>
                  </a:lnTo>
                  <a:lnTo>
                    <a:pt x="0" y="181553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Isosceles Triangle 177">
              <a:extLst>
                <a:ext uri="{FF2B5EF4-FFF2-40B4-BE49-F238E27FC236}">
                  <a16:creationId xmlns:a16="http://schemas.microsoft.com/office/drawing/2014/main" id="{409E4A8E-C197-4ACC-A9C0-5DA93430A1D0}"/>
                </a:ext>
              </a:extLst>
            </p:cNvPr>
            <p:cNvSpPr/>
            <p:nvPr/>
          </p:nvSpPr>
          <p:spPr>
            <a:xfrm rot="1786633">
              <a:off x="5502366" y="1257945"/>
              <a:ext cx="500435" cy="1012454"/>
            </a:xfrm>
            <a:prstGeom prst="triangle">
              <a:avLst>
                <a:gd name="adj" fmla="val 8335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83">
            <a:extLst>
              <a:ext uri="{FF2B5EF4-FFF2-40B4-BE49-F238E27FC236}">
                <a16:creationId xmlns:a16="http://schemas.microsoft.com/office/drawing/2014/main" id="{60734529-9F25-42C8-94FF-E99D960B0044}"/>
              </a:ext>
            </a:extLst>
          </p:cNvPr>
          <p:cNvGrpSpPr/>
          <p:nvPr userDrawn="1"/>
        </p:nvGrpSpPr>
        <p:grpSpPr>
          <a:xfrm>
            <a:off x="7317807" y="3571495"/>
            <a:ext cx="2558649" cy="2557337"/>
            <a:chOff x="4574848" y="1897856"/>
            <a:chExt cx="3028217" cy="3026664"/>
          </a:xfrm>
        </p:grpSpPr>
        <p:sp>
          <p:nvSpPr>
            <p:cNvPr id="96" name="Freeform: Shape 84">
              <a:extLst>
                <a:ext uri="{FF2B5EF4-FFF2-40B4-BE49-F238E27FC236}">
                  <a16:creationId xmlns:a16="http://schemas.microsoft.com/office/drawing/2014/main" id="{935F8659-B251-40AD-B348-9873BFDC7B7A}"/>
                </a:ext>
              </a:extLst>
            </p:cNvPr>
            <p:cNvSpPr/>
            <p:nvPr/>
          </p:nvSpPr>
          <p:spPr>
            <a:xfrm>
              <a:off x="4575624" y="1897856"/>
              <a:ext cx="3026664" cy="3026664"/>
            </a:xfrm>
            <a:custGeom>
              <a:avLst/>
              <a:gdLst>
                <a:gd name="connsiteX0" fmla="*/ 3057049 w 3057525"/>
                <a:gd name="connsiteY0" fmla="*/ 1532096 h 3057525"/>
                <a:gd name="connsiteX1" fmla="*/ 1532096 w 3057525"/>
                <a:gd name="connsiteY1" fmla="*/ 3057049 h 3057525"/>
                <a:gd name="connsiteX2" fmla="*/ 7144 w 3057525"/>
                <a:gd name="connsiteY2" fmla="*/ 1532096 h 3057525"/>
                <a:gd name="connsiteX3" fmla="*/ 1532096 w 3057525"/>
                <a:gd name="connsiteY3" fmla="*/ 7144 h 3057525"/>
                <a:gd name="connsiteX4" fmla="*/ 3057049 w 3057525"/>
                <a:gd name="connsiteY4" fmla="*/ 1532096 h 305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525" h="3057525">
                  <a:moveTo>
                    <a:pt x="3057049" y="1532096"/>
                  </a:moveTo>
                  <a:cubicBezTo>
                    <a:pt x="3057049" y="2374304"/>
                    <a:pt x="2374304" y="3057049"/>
                    <a:pt x="1532096" y="3057049"/>
                  </a:cubicBezTo>
                  <a:cubicBezTo>
                    <a:pt x="689888" y="3057049"/>
                    <a:pt x="7144" y="2374304"/>
                    <a:pt x="7144" y="1532096"/>
                  </a:cubicBezTo>
                  <a:cubicBezTo>
                    <a:pt x="7144" y="689888"/>
                    <a:pt x="689888" y="7144"/>
                    <a:pt x="1532096" y="7144"/>
                  </a:cubicBezTo>
                  <a:cubicBezTo>
                    <a:pt x="2374304" y="7144"/>
                    <a:pt x="3057049" y="689888"/>
                    <a:pt x="3057049" y="153209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85">
              <a:extLst>
                <a:ext uri="{FF2B5EF4-FFF2-40B4-BE49-F238E27FC236}">
                  <a16:creationId xmlns:a16="http://schemas.microsoft.com/office/drawing/2014/main" id="{8C38674F-5D2E-4E9E-8882-5D3B840D4FFA}"/>
                </a:ext>
              </a:extLst>
            </p:cNvPr>
            <p:cNvSpPr/>
            <p:nvPr/>
          </p:nvSpPr>
          <p:spPr>
            <a:xfrm>
              <a:off x="4574848" y="1907000"/>
              <a:ext cx="3028217" cy="2962327"/>
            </a:xfrm>
            <a:custGeom>
              <a:avLst/>
              <a:gdLst>
                <a:gd name="connsiteX0" fmla="*/ 2863236 w 3028217"/>
                <a:gd name="connsiteY0" fmla="*/ 2049564 h 2962327"/>
                <a:gd name="connsiteX1" fmla="*/ 2844662 w 3028217"/>
                <a:gd name="connsiteY1" fmla="*/ 2065518 h 2962327"/>
                <a:gd name="connsiteX2" fmla="*/ 2847519 w 3028217"/>
                <a:gd name="connsiteY2" fmla="*/ 2116953 h 2962327"/>
                <a:gd name="connsiteX3" fmla="*/ 2887525 w 3028217"/>
                <a:gd name="connsiteY3" fmla="*/ 2084568 h 2962327"/>
                <a:gd name="connsiteX4" fmla="*/ 2890382 w 3028217"/>
                <a:gd name="connsiteY4" fmla="*/ 2078853 h 2962327"/>
                <a:gd name="connsiteX5" fmla="*/ 2890382 w 3028217"/>
                <a:gd name="connsiteY5" fmla="*/ 2057898 h 2962327"/>
                <a:gd name="connsiteX6" fmla="*/ 2863236 w 3028217"/>
                <a:gd name="connsiteY6" fmla="*/ 2049564 h 2962327"/>
                <a:gd name="connsiteX7" fmla="*/ 2453184 w 3028217"/>
                <a:gd name="connsiteY7" fmla="*/ 1703568 h 2962327"/>
                <a:gd name="connsiteX8" fmla="*/ 2444611 w 3028217"/>
                <a:gd name="connsiteY8" fmla="*/ 1714046 h 2962327"/>
                <a:gd name="connsiteX9" fmla="*/ 2467471 w 3028217"/>
                <a:gd name="connsiteY9" fmla="*/ 1740716 h 2962327"/>
                <a:gd name="connsiteX10" fmla="*/ 2482711 w 3028217"/>
                <a:gd name="connsiteY10" fmla="*/ 1728333 h 2962327"/>
                <a:gd name="connsiteX11" fmla="*/ 2453184 w 3028217"/>
                <a:gd name="connsiteY11" fmla="*/ 1703568 h 2962327"/>
                <a:gd name="connsiteX12" fmla="*/ 802501 w 3028217"/>
                <a:gd name="connsiteY12" fmla="*/ 1583553 h 2962327"/>
                <a:gd name="connsiteX13" fmla="*/ 812026 w 3028217"/>
                <a:gd name="connsiteY13" fmla="*/ 1589268 h 2962327"/>
                <a:gd name="connsiteX14" fmla="*/ 802501 w 3028217"/>
                <a:gd name="connsiteY14" fmla="*/ 1599745 h 2962327"/>
                <a:gd name="connsiteX15" fmla="*/ 792024 w 3028217"/>
                <a:gd name="connsiteY15" fmla="*/ 1594030 h 2962327"/>
                <a:gd name="connsiteX16" fmla="*/ 802501 w 3028217"/>
                <a:gd name="connsiteY16" fmla="*/ 1583553 h 2962327"/>
                <a:gd name="connsiteX17" fmla="*/ 573901 w 3028217"/>
                <a:gd name="connsiteY17" fmla="*/ 1577838 h 2962327"/>
                <a:gd name="connsiteX18" fmla="*/ 592951 w 3028217"/>
                <a:gd name="connsiteY18" fmla="*/ 1589268 h 2962327"/>
                <a:gd name="connsiteX19" fmla="*/ 584379 w 3028217"/>
                <a:gd name="connsiteY19" fmla="*/ 1596888 h 2962327"/>
                <a:gd name="connsiteX20" fmla="*/ 565329 w 3028217"/>
                <a:gd name="connsiteY20" fmla="*/ 1587363 h 2962327"/>
                <a:gd name="connsiteX21" fmla="*/ 573901 w 3028217"/>
                <a:gd name="connsiteY21" fmla="*/ 1577838 h 2962327"/>
                <a:gd name="connsiteX22" fmla="*/ 698678 w 3028217"/>
                <a:gd name="connsiteY22" fmla="*/ 1550216 h 2962327"/>
                <a:gd name="connsiteX23" fmla="*/ 763448 w 3028217"/>
                <a:gd name="connsiteY23" fmla="*/ 1592126 h 2962327"/>
                <a:gd name="connsiteX24" fmla="*/ 678676 w 3028217"/>
                <a:gd name="connsiteY24" fmla="*/ 1592126 h 2962327"/>
                <a:gd name="connsiteX25" fmla="*/ 698678 w 3028217"/>
                <a:gd name="connsiteY25" fmla="*/ 1550216 h 2962327"/>
                <a:gd name="connsiteX26" fmla="*/ 492939 w 3028217"/>
                <a:gd name="connsiteY26" fmla="*/ 1460681 h 2962327"/>
                <a:gd name="connsiteX27" fmla="*/ 562471 w 3028217"/>
                <a:gd name="connsiteY27" fmla="*/ 1479731 h 2962327"/>
                <a:gd name="connsiteX28" fmla="*/ 646291 w 3028217"/>
                <a:gd name="connsiteY28" fmla="*/ 1537833 h 2962327"/>
                <a:gd name="connsiteX29" fmla="*/ 577711 w 3028217"/>
                <a:gd name="connsiteY29" fmla="*/ 1525451 h 2962327"/>
                <a:gd name="connsiteX30" fmla="*/ 527229 w 3028217"/>
                <a:gd name="connsiteY30" fmla="*/ 1487351 h 2962327"/>
                <a:gd name="connsiteX31" fmla="*/ 525032 w 3028217"/>
                <a:gd name="connsiteY31" fmla="*/ 1486533 h 2962327"/>
                <a:gd name="connsiteX32" fmla="*/ 527229 w 3028217"/>
                <a:gd name="connsiteY32" fmla="*/ 1488303 h 2962327"/>
                <a:gd name="connsiteX33" fmla="*/ 451029 w 3028217"/>
                <a:gd name="connsiteY33" fmla="*/ 1494971 h 2962327"/>
                <a:gd name="connsiteX34" fmla="*/ 492939 w 3028217"/>
                <a:gd name="connsiteY34" fmla="*/ 1460681 h 2962327"/>
                <a:gd name="connsiteX35" fmla="*/ 592475 w 3028217"/>
                <a:gd name="connsiteY35" fmla="*/ 1413889 h 2962327"/>
                <a:gd name="connsiteX36" fmla="*/ 596761 w 3028217"/>
                <a:gd name="connsiteY36" fmla="*/ 1414961 h 2962327"/>
                <a:gd name="connsiteX37" fmla="*/ 595809 w 3028217"/>
                <a:gd name="connsiteY37" fmla="*/ 1447346 h 2962327"/>
                <a:gd name="connsiteX38" fmla="*/ 588189 w 3028217"/>
                <a:gd name="connsiteY38" fmla="*/ 1414961 h 2962327"/>
                <a:gd name="connsiteX39" fmla="*/ 592475 w 3028217"/>
                <a:gd name="connsiteY39" fmla="*/ 1413889 h 2962327"/>
                <a:gd name="connsiteX40" fmla="*/ 2633206 w 3028217"/>
                <a:gd name="connsiteY40" fmla="*/ 1174931 h 2962327"/>
                <a:gd name="connsiteX41" fmla="*/ 2673211 w 3028217"/>
                <a:gd name="connsiteY41" fmla="*/ 1180646 h 2962327"/>
                <a:gd name="connsiteX42" fmla="*/ 2633206 w 3028217"/>
                <a:gd name="connsiteY42" fmla="*/ 1174931 h 2962327"/>
                <a:gd name="connsiteX43" fmla="*/ 2477948 w 3028217"/>
                <a:gd name="connsiteY43" fmla="*/ 1095873 h 2962327"/>
                <a:gd name="connsiteX44" fmla="*/ 2484616 w 3028217"/>
                <a:gd name="connsiteY44" fmla="*/ 1110160 h 2962327"/>
                <a:gd name="connsiteX45" fmla="*/ 2464613 w 3028217"/>
                <a:gd name="connsiteY45" fmla="*/ 1135878 h 2962327"/>
                <a:gd name="connsiteX46" fmla="*/ 2444611 w 3028217"/>
                <a:gd name="connsiteY46" fmla="*/ 1144450 h 2962327"/>
                <a:gd name="connsiteX47" fmla="*/ 2415083 w 3028217"/>
                <a:gd name="connsiteY47" fmla="*/ 1119685 h 2962327"/>
                <a:gd name="connsiteX48" fmla="*/ 2446516 w 3028217"/>
                <a:gd name="connsiteY48" fmla="*/ 1114923 h 2962327"/>
                <a:gd name="connsiteX49" fmla="*/ 2477948 w 3028217"/>
                <a:gd name="connsiteY49" fmla="*/ 1095873 h 2962327"/>
                <a:gd name="connsiteX50" fmla="*/ 2344599 w 3028217"/>
                <a:gd name="connsiteY50" fmla="*/ 1039676 h 2962327"/>
                <a:gd name="connsiteX51" fmla="*/ 2355076 w 3028217"/>
                <a:gd name="connsiteY51" fmla="*/ 1066346 h 2962327"/>
                <a:gd name="connsiteX52" fmla="*/ 2341741 w 3028217"/>
                <a:gd name="connsiteY52" fmla="*/ 1092063 h 2962327"/>
                <a:gd name="connsiteX53" fmla="*/ 2328406 w 3028217"/>
                <a:gd name="connsiteY53" fmla="*/ 1065393 h 2962327"/>
                <a:gd name="connsiteX54" fmla="*/ 2344599 w 3028217"/>
                <a:gd name="connsiteY54" fmla="*/ 1039676 h 2962327"/>
                <a:gd name="connsiteX55" fmla="*/ 699631 w 3028217"/>
                <a:gd name="connsiteY55" fmla="*/ 966334 h 2962327"/>
                <a:gd name="connsiteX56" fmla="*/ 616764 w 3028217"/>
                <a:gd name="connsiteY56" fmla="*/ 992051 h 2962327"/>
                <a:gd name="connsiteX57" fmla="*/ 699631 w 3028217"/>
                <a:gd name="connsiteY57" fmla="*/ 966334 h 2962327"/>
                <a:gd name="connsiteX58" fmla="*/ 2786559 w 3028217"/>
                <a:gd name="connsiteY58" fmla="*/ 938711 h 2962327"/>
                <a:gd name="connsiteX59" fmla="*/ 2814181 w 3028217"/>
                <a:gd name="connsiteY59" fmla="*/ 938711 h 2962327"/>
                <a:gd name="connsiteX60" fmla="*/ 2814181 w 3028217"/>
                <a:gd name="connsiteY60" fmla="*/ 945378 h 2962327"/>
                <a:gd name="connsiteX61" fmla="*/ 2786559 w 3028217"/>
                <a:gd name="connsiteY61" fmla="*/ 938711 h 2962327"/>
                <a:gd name="connsiteX62" fmla="*/ 737731 w 3028217"/>
                <a:gd name="connsiteY62" fmla="*/ 935019 h 2962327"/>
                <a:gd name="connsiteX63" fmla="*/ 702489 w 3028217"/>
                <a:gd name="connsiteY63" fmla="*/ 951093 h 2962327"/>
                <a:gd name="connsiteX64" fmla="*/ 770116 w 3028217"/>
                <a:gd name="connsiteY64" fmla="*/ 936805 h 2962327"/>
                <a:gd name="connsiteX65" fmla="*/ 737731 w 3028217"/>
                <a:gd name="connsiteY65" fmla="*/ 935019 h 2962327"/>
                <a:gd name="connsiteX66" fmla="*/ 619383 w 3028217"/>
                <a:gd name="connsiteY66" fmla="*/ 880251 h 2962327"/>
                <a:gd name="connsiteX67" fmla="*/ 608191 w 3028217"/>
                <a:gd name="connsiteY67" fmla="*/ 882513 h 2962327"/>
                <a:gd name="connsiteX68" fmla="*/ 541516 w 3028217"/>
                <a:gd name="connsiteY68" fmla="*/ 968238 h 2962327"/>
                <a:gd name="connsiteX69" fmla="*/ 558661 w 3028217"/>
                <a:gd name="connsiteY69" fmla="*/ 975858 h 2962327"/>
                <a:gd name="connsiteX70" fmla="*/ 578664 w 3028217"/>
                <a:gd name="connsiteY70" fmla="*/ 949188 h 2962327"/>
                <a:gd name="connsiteX71" fmla="*/ 623431 w 3028217"/>
                <a:gd name="connsiteY71" fmla="*/ 890133 h 2962327"/>
                <a:gd name="connsiteX72" fmla="*/ 619383 w 3028217"/>
                <a:gd name="connsiteY72" fmla="*/ 880251 h 2962327"/>
                <a:gd name="connsiteX73" fmla="*/ 659626 w 3028217"/>
                <a:gd name="connsiteY73" fmla="*/ 872036 h 2962327"/>
                <a:gd name="connsiteX74" fmla="*/ 647244 w 3028217"/>
                <a:gd name="connsiteY74" fmla="*/ 879656 h 2962327"/>
                <a:gd name="connsiteX75" fmla="*/ 657721 w 3028217"/>
                <a:gd name="connsiteY75" fmla="*/ 950141 h 2962327"/>
                <a:gd name="connsiteX76" fmla="*/ 683439 w 3028217"/>
                <a:gd name="connsiteY76" fmla="*/ 913946 h 2962327"/>
                <a:gd name="connsiteX77" fmla="*/ 711061 w 3028217"/>
                <a:gd name="connsiteY77" fmla="*/ 910136 h 2962327"/>
                <a:gd name="connsiteX78" fmla="*/ 709156 w 3028217"/>
                <a:gd name="connsiteY78" fmla="*/ 891086 h 2962327"/>
                <a:gd name="connsiteX79" fmla="*/ 659626 w 3028217"/>
                <a:gd name="connsiteY79" fmla="*/ 872036 h 2962327"/>
                <a:gd name="connsiteX80" fmla="*/ 620410 w 3028217"/>
                <a:gd name="connsiteY80" fmla="*/ 803828 h 2962327"/>
                <a:gd name="connsiteX81" fmla="*/ 603429 w 3028217"/>
                <a:gd name="connsiteY81" fmla="*/ 807266 h 2962327"/>
                <a:gd name="connsiteX82" fmla="*/ 532944 w 3028217"/>
                <a:gd name="connsiteY82" fmla="*/ 841556 h 2962327"/>
                <a:gd name="connsiteX83" fmla="*/ 541516 w 3028217"/>
                <a:gd name="connsiteY83" fmla="*/ 855843 h 2962327"/>
                <a:gd name="connsiteX84" fmla="*/ 602476 w 3028217"/>
                <a:gd name="connsiteY84" fmla="*/ 859653 h 2962327"/>
                <a:gd name="connsiteX85" fmla="*/ 652959 w 3028217"/>
                <a:gd name="connsiteY85" fmla="*/ 835841 h 2962327"/>
                <a:gd name="connsiteX86" fmla="*/ 620410 w 3028217"/>
                <a:gd name="connsiteY86" fmla="*/ 803828 h 2962327"/>
                <a:gd name="connsiteX87" fmla="*/ 2051228 w 3028217"/>
                <a:gd name="connsiteY87" fmla="*/ 690108 h 2962327"/>
                <a:gd name="connsiteX88" fmla="*/ 2074088 w 3028217"/>
                <a:gd name="connsiteY88" fmla="*/ 722493 h 2962327"/>
                <a:gd name="connsiteX89" fmla="*/ 2021701 w 3028217"/>
                <a:gd name="connsiteY89" fmla="*/ 782500 h 2962327"/>
                <a:gd name="connsiteX90" fmla="*/ 2000746 w 3028217"/>
                <a:gd name="connsiteY90" fmla="*/ 772023 h 2962327"/>
                <a:gd name="connsiteX91" fmla="*/ 2036941 w 3028217"/>
                <a:gd name="connsiteY91" fmla="*/ 698680 h 2962327"/>
                <a:gd name="connsiteX92" fmla="*/ 2051228 w 3028217"/>
                <a:gd name="connsiteY92" fmla="*/ 690108 h 2962327"/>
                <a:gd name="connsiteX93" fmla="*/ 2111236 w 3028217"/>
                <a:gd name="connsiteY93" fmla="*/ 608669 h 2962327"/>
                <a:gd name="connsiteX94" fmla="*/ 2113141 w 3028217"/>
                <a:gd name="connsiteY94" fmla="*/ 623433 h 2962327"/>
                <a:gd name="connsiteX95" fmla="*/ 2111236 w 3028217"/>
                <a:gd name="connsiteY95" fmla="*/ 626290 h 2962327"/>
                <a:gd name="connsiteX96" fmla="*/ 2159814 w 3028217"/>
                <a:gd name="connsiteY96" fmla="*/ 711063 h 2962327"/>
                <a:gd name="connsiteX97" fmla="*/ 2199819 w 3028217"/>
                <a:gd name="connsiteY97" fmla="*/ 758688 h 2962327"/>
                <a:gd name="connsiteX98" fmla="*/ 2176959 w 3028217"/>
                <a:gd name="connsiteY98" fmla="*/ 800598 h 2962327"/>
                <a:gd name="connsiteX99" fmla="*/ 2092186 w 3028217"/>
                <a:gd name="connsiteY99" fmla="*/ 814885 h 2962327"/>
                <a:gd name="connsiteX100" fmla="*/ 2092186 w 3028217"/>
                <a:gd name="connsiteY100" fmla="*/ 777738 h 2962327"/>
                <a:gd name="connsiteX101" fmla="*/ 2111236 w 3028217"/>
                <a:gd name="connsiteY101" fmla="*/ 740590 h 2962327"/>
                <a:gd name="connsiteX102" fmla="*/ 2110284 w 3028217"/>
                <a:gd name="connsiteY102" fmla="*/ 710110 h 2962327"/>
                <a:gd name="connsiteX103" fmla="*/ 2076946 w 3028217"/>
                <a:gd name="connsiteY103" fmla="*/ 669153 h 2962327"/>
                <a:gd name="connsiteX104" fmla="*/ 2097901 w 3028217"/>
                <a:gd name="connsiteY104" fmla="*/ 611050 h 2962327"/>
                <a:gd name="connsiteX105" fmla="*/ 2111236 w 3028217"/>
                <a:gd name="connsiteY105" fmla="*/ 608669 h 2962327"/>
                <a:gd name="connsiteX106" fmla="*/ 927279 w 3028217"/>
                <a:gd name="connsiteY106" fmla="*/ 479605 h 2962327"/>
                <a:gd name="connsiteX107" fmla="*/ 933946 w 3028217"/>
                <a:gd name="connsiteY107" fmla="*/ 486273 h 2962327"/>
                <a:gd name="connsiteX108" fmla="*/ 929184 w 3028217"/>
                <a:gd name="connsiteY108" fmla="*/ 493893 h 2962327"/>
                <a:gd name="connsiteX109" fmla="*/ 919659 w 3028217"/>
                <a:gd name="connsiteY109" fmla="*/ 488178 h 2962327"/>
                <a:gd name="connsiteX110" fmla="*/ 927279 w 3028217"/>
                <a:gd name="connsiteY110" fmla="*/ 479605 h 2962327"/>
                <a:gd name="connsiteX111" fmla="*/ 1938089 w 3028217"/>
                <a:gd name="connsiteY111" fmla="*/ 417931 h 2962327"/>
                <a:gd name="connsiteX112" fmla="*/ 1959789 w 3028217"/>
                <a:gd name="connsiteY112" fmla="*/ 441505 h 2962327"/>
                <a:gd name="connsiteX113" fmla="*/ 1940739 w 3028217"/>
                <a:gd name="connsiteY113" fmla="*/ 466270 h 2962327"/>
                <a:gd name="connsiteX114" fmla="*/ 1842631 w 3028217"/>
                <a:gd name="connsiteY114" fmla="*/ 480558 h 2962327"/>
                <a:gd name="connsiteX115" fmla="*/ 1832154 w 3028217"/>
                <a:gd name="connsiteY115" fmla="*/ 458650 h 2962327"/>
                <a:gd name="connsiteX116" fmla="*/ 1833106 w 3028217"/>
                <a:gd name="connsiteY116" fmla="*/ 431980 h 2962327"/>
                <a:gd name="connsiteX117" fmla="*/ 1845489 w 3028217"/>
                <a:gd name="connsiteY117" fmla="*/ 423408 h 2962327"/>
                <a:gd name="connsiteX118" fmla="*/ 1857871 w 3028217"/>
                <a:gd name="connsiteY118" fmla="*/ 432933 h 2962327"/>
                <a:gd name="connsiteX119" fmla="*/ 1926451 w 3028217"/>
                <a:gd name="connsiteY119" fmla="*/ 418645 h 2962327"/>
                <a:gd name="connsiteX120" fmla="*/ 1938089 w 3028217"/>
                <a:gd name="connsiteY120" fmla="*/ 417931 h 2962327"/>
                <a:gd name="connsiteX121" fmla="*/ 904419 w 3028217"/>
                <a:gd name="connsiteY121" fmla="*/ 389118 h 2962327"/>
                <a:gd name="connsiteX122" fmla="*/ 938709 w 3028217"/>
                <a:gd name="connsiteY122" fmla="*/ 433886 h 2962327"/>
                <a:gd name="connsiteX123" fmla="*/ 942519 w 3028217"/>
                <a:gd name="connsiteY123" fmla="*/ 446268 h 2962327"/>
                <a:gd name="connsiteX124" fmla="*/ 931089 w 3028217"/>
                <a:gd name="connsiteY124" fmla="*/ 449125 h 2962327"/>
                <a:gd name="connsiteX125" fmla="*/ 878701 w 3028217"/>
                <a:gd name="connsiteY125" fmla="*/ 449125 h 2962327"/>
                <a:gd name="connsiteX126" fmla="*/ 856794 w 3028217"/>
                <a:gd name="connsiteY126" fmla="*/ 443411 h 2962327"/>
                <a:gd name="connsiteX127" fmla="*/ 867271 w 3028217"/>
                <a:gd name="connsiteY127" fmla="*/ 412930 h 2962327"/>
                <a:gd name="connsiteX128" fmla="*/ 904419 w 3028217"/>
                <a:gd name="connsiteY128" fmla="*/ 389118 h 2962327"/>
                <a:gd name="connsiteX129" fmla="*/ 1062534 w 3028217"/>
                <a:gd name="connsiteY129" fmla="*/ 340541 h 2962327"/>
                <a:gd name="connsiteX130" fmla="*/ 1083489 w 3028217"/>
                <a:gd name="connsiteY130" fmla="*/ 353876 h 2962327"/>
                <a:gd name="connsiteX131" fmla="*/ 1053961 w 3028217"/>
                <a:gd name="connsiteY131" fmla="*/ 360543 h 2962327"/>
                <a:gd name="connsiteX132" fmla="*/ 1062534 w 3028217"/>
                <a:gd name="connsiteY132" fmla="*/ 340541 h 2962327"/>
                <a:gd name="connsiteX133" fmla="*/ 2471113 w 3028217"/>
                <a:gd name="connsiteY133" fmla="*/ 336025 h 2962327"/>
                <a:gd name="connsiteX134" fmla="*/ 2521763 w 3028217"/>
                <a:gd name="connsiteY134" fmla="*/ 370068 h 2962327"/>
                <a:gd name="connsiteX135" fmla="*/ 2848471 w 3028217"/>
                <a:gd name="connsiteY135" fmla="*/ 785358 h 2962327"/>
                <a:gd name="connsiteX136" fmla="*/ 2920861 w 3028217"/>
                <a:gd name="connsiteY136" fmla="*/ 940616 h 2962327"/>
                <a:gd name="connsiteX137" fmla="*/ 2926576 w 3028217"/>
                <a:gd name="connsiteY137" fmla="*/ 977763 h 2962327"/>
                <a:gd name="connsiteX138" fmla="*/ 2847518 w 3028217"/>
                <a:gd name="connsiteY138" fmla="*/ 938711 h 2962327"/>
                <a:gd name="connsiteX139" fmla="*/ 2864663 w 3028217"/>
                <a:gd name="connsiteY139" fmla="*/ 890133 h 2962327"/>
                <a:gd name="connsiteX140" fmla="*/ 2810371 w 3028217"/>
                <a:gd name="connsiteY140" fmla="*/ 908231 h 2962327"/>
                <a:gd name="connsiteX141" fmla="*/ 2757031 w 3028217"/>
                <a:gd name="connsiteY141" fmla="*/ 904421 h 2962327"/>
                <a:gd name="connsiteX142" fmla="*/ 2728456 w 3028217"/>
                <a:gd name="connsiteY142" fmla="*/ 916803 h 2962327"/>
                <a:gd name="connsiteX143" fmla="*/ 2707501 w 3028217"/>
                <a:gd name="connsiteY143" fmla="*/ 971096 h 2962327"/>
                <a:gd name="connsiteX144" fmla="*/ 2706548 w 3028217"/>
                <a:gd name="connsiteY144" fmla="*/ 1011101 h 2962327"/>
                <a:gd name="connsiteX145" fmla="*/ 2712263 w 3028217"/>
                <a:gd name="connsiteY145" fmla="*/ 1044438 h 2962327"/>
                <a:gd name="connsiteX146" fmla="*/ 2750438 w 3028217"/>
                <a:gd name="connsiteY146" fmla="*/ 1026892 h 2962327"/>
                <a:gd name="connsiteX147" fmla="*/ 2757317 w 3028217"/>
                <a:gd name="connsiteY147" fmla="*/ 1029909 h 2962327"/>
                <a:gd name="connsiteX148" fmla="*/ 2760842 w 3028217"/>
                <a:gd name="connsiteY148" fmla="*/ 1028246 h 2962327"/>
                <a:gd name="connsiteX149" fmla="*/ 2785607 w 3028217"/>
                <a:gd name="connsiteY149" fmla="*/ 1010148 h 2962327"/>
                <a:gd name="connsiteX150" fmla="*/ 2804538 w 3028217"/>
                <a:gd name="connsiteY150" fmla="*/ 1006457 h 2962327"/>
                <a:gd name="connsiteX151" fmla="*/ 2822755 w 3028217"/>
                <a:gd name="connsiteY151" fmla="*/ 1009196 h 2962327"/>
                <a:gd name="connsiteX152" fmla="*/ 2938959 w 3028217"/>
                <a:gd name="connsiteY152" fmla="*/ 1031103 h 2962327"/>
                <a:gd name="connsiteX153" fmla="*/ 2959915 w 3028217"/>
                <a:gd name="connsiteY153" fmla="*/ 1058726 h 2962327"/>
                <a:gd name="connsiteX154" fmla="*/ 3021827 w 3028217"/>
                <a:gd name="connsiteY154" fmla="*/ 1368288 h 2962327"/>
                <a:gd name="connsiteX155" fmla="*/ 3027542 w 3028217"/>
                <a:gd name="connsiteY155" fmla="*/ 1562598 h 2962327"/>
                <a:gd name="connsiteX156" fmla="*/ 3020874 w 3028217"/>
                <a:gd name="connsiteY156" fmla="*/ 1594983 h 2962327"/>
                <a:gd name="connsiteX157" fmla="*/ 2958009 w 3028217"/>
                <a:gd name="connsiteY157" fmla="*/ 1512116 h 2962327"/>
                <a:gd name="connsiteX158" fmla="*/ 2918005 w 3028217"/>
                <a:gd name="connsiteY158" fmla="*/ 1446393 h 2962327"/>
                <a:gd name="connsiteX159" fmla="*/ 2860855 w 3028217"/>
                <a:gd name="connsiteY159" fmla="*/ 1371146 h 2962327"/>
                <a:gd name="connsiteX160" fmla="*/ 2831327 w 3028217"/>
                <a:gd name="connsiteY160" fmla="*/ 1343523 h 2962327"/>
                <a:gd name="connsiteX161" fmla="*/ 2856092 w 3028217"/>
                <a:gd name="connsiteY161" fmla="*/ 1380671 h 2962327"/>
                <a:gd name="connsiteX162" fmla="*/ 2930387 w 3028217"/>
                <a:gd name="connsiteY162" fmla="*/ 1514021 h 2962327"/>
                <a:gd name="connsiteX163" fmla="*/ 2939912 w 3028217"/>
                <a:gd name="connsiteY163" fmla="*/ 1546406 h 2962327"/>
                <a:gd name="connsiteX164" fmla="*/ 2962772 w 3028217"/>
                <a:gd name="connsiteY164" fmla="*/ 1597841 h 2962327"/>
                <a:gd name="connsiteX165" fmla="*/ 2999919 w 3028217"/>
                <a:gd name="connsiteY165" fmla="*/ 1683566 h 2962327"/>
                <a:gd name="connsiteX166" fmla="*/ 3012302 w 3028217"/>
                <a:gd name="connsiteY166" fmla="*/ 1740716 h 2962327"/>
                <a:gd name="connsiteX167" fmla="*/ 2886572 w 3028217"/>
                <a:gd name="connsiteY167" fmla="*/ 2158864 h 2962327"/>
                <a:gd name="connsiteX168" fmla="*/ 2841805 w 3028217"/>
                <a:gd name="connsiteY168" fmla="*/ 2246493 h 2962327"/>
                <a:gd name="connsiteX169" fmla="*/ 2821802 w 3028217"/>
                <a:gd name="connsiteY169" fmla="*/ 2266496 h 2962327"/>
                <a:gd name="connsiteX170" fmla="*/ 2808467 w 3028217"/>
                <a:gd name="connsiteY170" fmla="*/ 2240778 h 2962327"/>
                <a:gd name="connsiteX171" fmla="*/ 2785607 w 3028217"/>
                <a:gd name="connsiteY171" fmla="*/ 2172198 h 2962327"/>
                <a:gd name="connsiteX172" fmla="*/ 2805609 w 3028217"/>
                <a:gd name="connsiteY172" fmla="*/ 2234111 h 2962327"/>
                <a:gd name="connsiteX173" fmla="*/ 2821802 w 3028217"/>
                <a:gd name="connsiteY173" fmla="*/ 2273164 h 2962327"/>
                <a:gd name="connsiteX174" fmla="*/ 2708455 w 3028217"/>
                <a:gd name="connsiteY174" fmla="*/ 2451281 h 2962327"/>
                <a:gd name="connsiteX175" fmla="*/ 2551292 w 3028217"/>
                <a:gd name="connsiteY175" fmla="*/ 2622731 h 2962327"/>
                <a:gd name="connsiteX176" fmla="*/ 2476997 w 3028217"/>
                <a:gd name="connsiteY176" fmla="*/ 2687501 h 2962327"/>
                <a:gd name="connsiteX177" fmla="*/ 2463662 w 3028217"/>
                <a:gd name="connsiteY177" fmla="*/ 2655116 h 2962327"/>
                <a:gd name="connsiteX178" fmla="*/ 2425562 w 3028217"/>
                <a:gd name="connsiteY178" fmla="*/ 2533196 h 2962327"/>
                <a:gd name="connsiteX179" fmla="*/ 2439849 w 3028217"/>
                <a:gd name="connsiteY179" fmla="*/ 2375081 h 2962327"/>
                <a:gd name="connsiteX180" fmla="*/ 2449374 w 3028217"/>
                <a:gd name="connsiteY180" fmla="*/ 2301739 h 2962327"/>
                <a:gd name="connsiteX181" fmla="*/ 2430324 w 3028217"/>
                <a:gd name="connsiteY181" fmla="*/ 2210298 h 2962327"/>
                <a:gd name="connsiteX182" fmla="*/ 2396987 w 3028217"/>
                <a:gd name="connsiteY182" fmla="*/ 2144576 h 2962327"/>
                <a:gd name="connsiteX183" fmla="*/ 2370317 w 3028217"/>
                <a:gd name="connsiteY183" fmla="*/ 2012178 h 2962327"/>
                <a:gd name="connsiteX184" fmla="*/ 2374127 w 3028217"/>
                <a:gd name="connsiteY184" fmla="*/ 1992176 h 2962327"/>
                <a:gd name="connsiteX185" fmla="*/ 2319834 w 3028217"/>
                <a:gd name="connsiteY185" fmla="*/ 1944551 h 2962327"/>
                <a:gd name="connsiteX186" fmla="*/ 2282687 w 3028217"/>
                <a:gd name="connsiteY186" fmla="*/ 1931216 h 2962327"/>
                <a:gd name="connsiteX187" fmla="*/ 2200772 w 3028217"/>
                <a:gd name="connsiteY187" fmla="*/ 1905498 h 2962327"/>
                <a:gd name="connsiteX188" fmla="*/ 2157909 w 3028217"/>
                <a:gd name="connsiteY188" fmla="*/ 1926453 h 2962327"/>
                <a:gd name="connsiteX189" fmla="*/ 2106474 w 3028217"/>
                <a:gd name="connsiteY189" fmla="*/ 1931216 h 2962327"/>
                <a:gd name="connsiteX190" fmla="*/ 2040752 w 3028217"/>
                <a:gd name="connsiteY190" fmla="*/ 1937883 h 2962327"/>
                <a:gd name="connsiteX191" fmla="*/ 1974077 w 3028217"/>
                <a:gd name="connsiteY191" fmla="*/ 1924548 h 2962327"/>
                <a:gd name="connsiteX192" fmla="*/ 1919784 w 3028217"/>
                <a:gd name="connsiteY192" fmla="*/ 1877876 h 2962327"/>
                <a:gd name="connsiteX193" fmla="*/ 1896924 w 3028217"/>
                <a:gd name="connsiteY193" fmla="*/ 1849301 h 2962327"/>
                <a:gd name="connsiteX194" fmla="*/ 1839774 w 3028217"/>
                <a:gd name="connsiteY194" fmla="*/ 1762623 h 2962327"/>
                <a:gd name="connsiteX195" fmla="*/ 1822629 w 3028217"/>
                <a:gd name="connsiteY195" fmla="*/ 1676898 h 2962327"/>
                <a:gd name="connsiteX196" fmla="*/ 1829297 w 3028217"/>
                <a:gd name="connsiteY196" fmla="*/ 1537833 h 2962327"/>
                <a:gd name="connsiteX197" fmla="*/ 1828344 w 3028217"/>
                <a:gd name="connsiteY197" fmla="*/ 1514973 h 2962327"/>
                <a:gd name="connsiteX198" fmla="*/ 1909307 w 3028217"/>
                <a:gd name="connsiteY198" fmla="*/ 1373051 h 2962327"/>
                <a:gd name="connsiteX199" fmla="*/ 1929309 w 3028217"/>
                <a:gd name="connsiteY199" fmla="*/ 1361621 h 2962327"/>
                <a:gd name="connsiteX200" fmla="*/ 1977887 w 3028217"/>
                <a:gd name="connsiteY200" fmla="*/ 1293041 h 2962327"/>
                <a:gd name="connsiteX201" fmla="*/ 2019797 w 3028217"/>
                <a:gd name="connsiteY201" fmla="*/ 1227318 h 2962327"/>
                <a:gd name="connsiteX202" fmla="*/ 2051229 w 3028217"/>
                <a:gd name="connsiteY202" fmla="*/ 1178741 h 2962327"/>
                <a:gd name="connsiteX203" fmla="*/ 2083614 w 3028217"/>
                <a:gd name="connsiteY203" fmla="*/ 1172073 h 2962327"/>
                <a:gd name="connsiteX204" fmla="*/ 2161719 w 3028217"/>
                <a:gd name="connsiteY204" fmla="*/ 1162548 h 2962327"/>
                <a:gd name="connsiteX205" fmla="*/ 2266494 w 3028217"/>
                <a:gd name="connsiteY205" fmla="*/ 1136831 h 2962327"/>
                <a:gd name="connsiteX206" fmla="*/ 2331264 w 3028217"/>
                <a:gd name="connsiteY206" fmla="*/ 1133021 h 2962327"/>
                <a:gd name="connsiteX207" fmla="*/ 2387462 w 3028217"/>
                <a:gd name="connsiteY207" fmla="*/ 1197791 h 2962327"/>
                <a:gd name="connsiteX208" fmla="*/ 2400797 w 3028217"/>
                <a:gd name="connsiteY208" fmla="*/ 1229223 h 2962327"/>
                <a:gd name="connsiteX209" fmla="*/ 2517002 w 3028217"/>
                <a:gd name="connsiteY209" fmla="*/ 1283516 h 2962327"/>
                <a:gd name="connsiteX210" fmla="*/ 2556055 w 3028217"/>
                <a:gd name="connsiteY210" fmla="*/ 1266371 h 2962327"/>
                <a:gd name="connsiteX211" fmla="*/ 2617967 w 3028217"/>
                <a:gd name="connsiteY211" fmla="*/ 1241606 h 2962327"/>
                <a:gd name="connsiteX212" fmla="*/ 2701787 w 3028217"/>
                <a:gd name="connsiteY212" fmla="*/ 1271133 h 2962327"/>
                <a:gd name="connsiteX213" fmla="*/ 2823707 w 3028217"/>
                <a:gd name="connsiteY213" fmla="*/ 1270181 h 2962327"/>
                <a:gd name="connsiteX214" fmla="*/ 2842757 w 3028217"/>
                <a:gd name="connsiteY214" fmla="*/ 1253988 h 2962327"/>
                <a:gd name="connsiteX215" fmla="*/ 2857997 w 3028217"/>
                <a:gd name="connsiteY215" fmla="*/ 1191123 h 2962327"/>
                <a:gd name="connsiteX216" fmla="*/ 2824659 w 3028217"/>
                <a:gd name="connsiteY216" fmla="*/ 1163501 h 2962327"/>
                <a:gd name="connsiteX217" fmla="*/ 2781797 w 3028217"/>
                <a:gd name="connsiteY217" fmla="*/ 1153023 h 2962327"/>
                <a:gd name="connsiteX218" fmla="*/ 2778142 w 3028217"/>
                <a:gd name="connsiteY218" fmla="*/ 1149005 h 2962327"/>
                <a:gd name="connsiteX219" fmla="*/ 2758579 w 3028217"/>
                <a:gd name="connsiteY219" fmla="*/ 1157637 h 2962327"/>
                <a:gd name="connsiteX220" fmla="*/ 2684641 w 3028217"/>
                <a:gd name="connsiteY220" fmla="*/ 1122543 h 2962327"/>
                <a:gd name="connsiteX221" fmla="*/ 2664638 w 3028217"/>
                <a:gd name="connsiteY221" fmla="*/ 1083491 h 2962327"/>
                <a:gd name="connsiteX222" fmla="*/ 2646541 w 3028217"/>
                <a:gd name="connsiteY222" fmla="*/ 1054916 h 2962327"/>
                <a:gd name="connsiteX223" fmla="*/ 2610346 w 3028217"/>
                <a:gd name="connsiteY223" fmla="*/ 1080633 h 2962327"/>
                <a:gd name="connsiteX224" fmla="*/ 2609202 w 3028217"/>
                <a:gd name="connsiteY224" fmla="*/ 1082346 h 2962327"/>
                <a:gd name="connsiteX225" fmla="*/ 2613204 w 3028217"/>
                <a:gd name="connsiteY225" fmla="*/ 1086348 h 2962327"/>
                <a:gd name="connsiteX226" fmla="*/ 2632254 w 3028217"/>
                <a:gd name="connsiteY226" fmla="*/ 1108255 h 2962327"/>
                <a:gd name="connsiteX227" fmla="*/ 2609394 w 3028217"/>
                <a:gd name="connsiteY227" fmla="*/ 1145403 h 2962327"/>
                <a:gd name="connsiteX228" fmla="*/ 2584629 w 3028217"/>
                <a:gd name="connsiteY228" fmla="*/ 1132068 h 2962327"/>
                <a:gd name="connsiteX229" fmla="*/ 2566055 w 3028217"/>
                <a:gd name="connsiteY229" fmla="*/ 1095397 h 2962327"/>
                <a:gd name="connsiteX230" fmla="*/ 2558490 w 3028217"/>
                <a:gd name="connsiteY230" fmla="*/ 1083461 h 2962327"/>
                <a:gd name="connsiteX231" fmla="*/ 2545576 w 3028217"/>
                <a:gd name="connsiteY231" fmla="*/ 1071108 h 2962327"/>
                <a:gd name="connsiteX232" fmla="*/ 2536051 w 3028217"/>
                <a:gd name="connsiteY232" fmla="*/ 1061583 h 2962327"/>
                <a:gd name="connsiteX233" fmla="*/ 2429371 w 3028217"/>
                <a:gd name="connsiteY233" fmla="*/ 952046 h 2962327"/>
                <a:gd name="connsiteX234" fmla="*/ 2417941 w 3028217"/>
                <a:gd name="connsiteY234" fmla="*/ 944426 h 2962327"/>
                <a:gd name="connsiteX235" fmla="*/ 2407463 w 3028217"/>
                <a:gd name="connsiteY235" fmla="*/ 947283 h 2962327"/>
                <a:gd name="connsiteX236" fmla="*/ 2469376 w 3028217"/>
                <a:gd name="connsiteY236" fmla="*/ 1014911 h 2962327"/>
                <a:gd name="connsiteX237" fmla="*/ 2509381 w 3028217"/>
                <a:gd name="connsiteY237" fmla="*/ 1044438 h 2962327"/>
                <a:gd name="connsiteX238" fmla="*/ 2504618 w 3028217"/>
                <a:gd name="connsiteY238" fmla="*/ 1057773 h 2962327"/>
                <a:gd name="connsiteX239" fmla="*/ 2488426 w 3028217"/>
                <a:gd name="connsiteY239" fmla="*/ 1077776 h 2962327"/>
                <a:gd name="connsiteX240" fmla="*/ 2476996 w 3028217"/>
                <a:gd name="connsiteY240" fmla="*/ 1084443 h 2962327"/>
                <a:gd name="connsiteX241" fmla="*/ 2356028 w 3028217"/>
                <a:gd name="connsiteY241" fmla="*/ 985383 h 2962327"/>
                <a:gd name="connsiteX242" fmla="*/ 2317928 w 3028217"/>
                <a:gd name="connsiteY242" fmla="*/ 978716 h 2962327"/>
                <a:gd name="connsiteX243" fmla="*/ 2295068 w 3028217"/>
                <a:gd name="connsiteY243" fmla="*/ 993003 h 2962327"/>
                <a:gd name="connsiteX244" fmla="*/ 2196008 w 3028217"/>
                <a:gd name="connsiteY244" fmla="*/ 1057773 h 2962327"/>
                <a:gd name="connsiteX245" fmla="*/ 2181721 w 3028217"/>
                <a:gd name="connsiteY245" fmla="*/ 1087301 h 2962327"/>
                <a:gd name="connsiteX246" fmla="*/ 2105521 w 3028217"/>
                <a:gd name="connsiteY246" fmla="*/ 1157786 h 2962327"/>
                <a:gd name="connsiteX247" fmla="*/ 2053133 w 3028217"/>
                <a:gd name="connsiteY247" fmla="*/ 1155881 h 2962327"/>
                <a:gd name="connsiteX248" fmla="*/ 2036941 w 3028217"/>
                <a:gd name="connsiteY248" fmla="*/ 1136831 h 2962327"/>
                <a:gd name="connsiteX249" fmla="*/ 2008366 w 3028217"/>
                <a:gd name="connsiteY249" fmla="*/ 1131116 h 2962327"/>
                <a:gd name="connsiteX250" fmla="*/ 2001698 w 3028217"/>
                <a:gd name="connsiteY250" fmla="*/ 1074918 h 2962327"/>
                <a:gd name="connsiteX251" fmla="*/ 2008366 w 3028217"/>
                <a:gd name="connsiteY251" fmla="*/ 1001576 h 2962327"/>
                <a:gd name="connsiteX252" fmla="*/ 2035988 w 3028217"/>
                <a:gd name="connsiteY252" fmla="*/ 977763 h 2962327"/>
                <a:gd name="connsiteX253" fmla="*/ 2107426 w 3028217"/>
                <a:gd name="connsiteY253" fmla="*/ 983478 h 2962327"/>
                <a:gd name="connsiteX254" fmla="*/ 2148383 w 3028217"/>
                <a:gd name="connsiteY254" fmla="*/ 975858 h 2962327"/>
                <a:gd name="connsiteX255" fmla="*/ 2150288 w 3028217"/>
                <a:gd name="connsiteY255" fmla="*/ 913946 h 2962327"/>
                <a:gd name="connsiteX256" fmla="*/ 2112188 w 3028217"/>
                <a:gd name="connsiteY256" fmla="*/ 876798 h 2962327"/>
                <a:gd name="connsiteX257" fmla="*/ 2096948 w 3028217"/>
                <a:gd name="connsiteY257" fmla="*/ 862511 h 2962327"/>
                <a:gd name="connsiteX258" fmla="*/ 2118856 w 3028217"/>
                <a:gd name="connsiteY258" fmla="*/ 849176 h 2962327"/>
                <a:gd name="connsiteX259" fmla="*/ 2206486 w 3028217"/>
                <a:gd name="connsiteY259" fmla="*/ 810123 h 2962327"/>
                <a:gd name="connsiteX260" fmla="*/ 2308403 w 3028217"/>
                <a:gd name="connsiteY260" fmla="*/ 731066 h 2962327"/>
                <a:gd name="connsiteX261" fmla="*/ 2321738 w 3028217"/>
                <a:gd name="connsiteY261" fmla="*/ 708206 h 2962327"/>
                <a:gd name="connsiteX262" fmla="*/ 2311261 w 3028217"/>
                <a:gd name="connsiteY262" fmla="*/ 679631 h 2962327"/>
                <a:gd name="connsiteX263" fmla="*/ 2320786 w 3028217"/>
                <a:gd name="connsiteY263" fmla="*/ 643436 h 2962327"/>
                <a:gd name="connsiteX264" fmla="*/ 2338883 w 3028217"/>
                <a:gd name="connsiteY264" fmla="*/ 638673 h 2962327"/>
                <a:gd name="connsiteX265" fmla="*/ 2343646 w 3028217"/>
                <a:gd name="connsiteY265" fmla="*/ 675821 h 2962327"/>
                <a:gd name="connsiteX266" fmla="*/ 2348408 w 3028217"/>
                <a:gd name="connsiteY266" fmla="*/ 699633 h 2962327"/>
                <a:gd name="connsiteX267" fmla="*/ 2376031 w 3028217"/>
                <a:gd name="connsiteY267" fmla="*/ 706301 h 2962327"/>
                <a:gd name="connsiteX268" fmla="*/ 2385556 w 3028217"/>
                <a:gd name="connsiteY268" fmla="*/ 704396 h 2962327"/>
                <a:gd name="connsiteX269" fmla="*/ 2454136 w 3028217"/>
                <a:gd name="connsiteY269" fmla="*/ 698681 h 2962327"/>
                <a:gd name="connsiteX270" fmla="*/ 2476996 w 3028217"/>
                <a:gd name="connsiteY270" fmla="*/ 692013 h 2962327"/>
                <a:gd name="connsiteX271" fmla="*/ 2517953 w 3028217"/>
                <a:gd name="connsiteY271" fmla="*/ 648198 h 2962327"/>
                <a:gd name="connsiteX272" fmla="*/ 2563673 w 3028217"/>
                <a:gd name="connsiteY272" fmla="*/ 626291 h 2962327"/>
                <a:gd name="connsiteX273" fmla="*/ 2554148 w 3028217"/>
                <a:gd name="connsiteY273" fmla="*/ 585333 h 2962327"/>
                <a:gd name="connsiteX274" fmla="*/ 2572928 w 3028217"/>
                <a:gd name="connsiteY274" fmla="*/ 573708 h 2962327"/>
                <a:gd name="connsiteX275" fmla="*/ 2586098 w 3028217"/>
                <a:gd name="connsiteY275" fmla="*/ 571735 h 2962327"/>
                <a:gd name="connsiteX276" fmla="*/ 2586726 w 3028217"/>
                <a:gd name="connsiteY276" fmla="*/ 571671 h 2962327"/>
                <a:gd name="connsiteX277" fmla="*/ 2624633 w 3028217"/>
                <a:gd name="connsiteY277" fmla="*/ 568188 h 2962327"/>
                <a:gd name="connsiteX278" fmla="*/ 2630348 w 3028217"/>
                <a:gd name="connsiteY278" fmla="*/ 563426 h 2962327"/>
                <a:gd name="connsiteX279" fmla="*/ 2633206 w 3028217"/>
                <a:gd name="connsiteY279" fmla="*/ 563426 h 2962327"/>
                <a:gd name="connsiteX280" fmla="*/ 2626538 w 3028217"/>
                <a:gd name="connsiteY280" fmla="*/ 563426 h 2962327"/>
                <a:gd name="connsiteX281" fmla="*/ 2593082 w 3028217"/>
                <a:gd name="connsiteY281" fmla="*/ 570689 h 2962327"/>
                <a:gd name="connsiteX282" fmla="*/ 2586098 w 3028217"/>
                <a:gd name="connsiteY282" fmla="*/ 571735 h 2962327"/>
                <a:gd name="connsiteX283" fmla="*/ 2574151 w 3028217"/>
                <a:gd name="connsiteY283" fmla="*/ 572951 h 2962327"/>
                <a:gd name="connsiteX284" fmla="*/ 2572928 w 3028217"/>
                <a:gd name="connsiteY284" fmla="*/ 573708 h 2962327"/>
                <a:gd name="connsiteX285" fmla="*/ 2558911 w 3028217"/>
                <a:gd name="connsiteY285" fmla="*/ 575808 h 2962327"/>
                <a:gd name="connsiteX286" fmla="*/ 2506523 w 3028217"/>
                <a:gd name="connsiteY286" fmla="*/ 541518 h 2962327"/>
                <a:gd name="connsiteX287" fmla="*/ 2512238 w 3028217"/>
                <a:gd name="connsiteY287" fmla="*/ 480558 h 2962327"/>
                <a:gd name="connsiteX288" fmla="*/ 2533193 w 3028217"/>
                <a:gd name="connsiteY288" fmla="*/ 458651 h 2962327"/>
                <a:gd name="connsiteX289" fmla="*/ 2534146 w 3028217"/>
                <a:gd name="connsiteY289" fmla="*/ 440553 h 2962327"/>
                <a:gd name="connsiteX290" fmla="*/ 2513191 w 3028217"/>
                <a:gd name="connsiteY290" fmla="*/ 445316 h 2962327"/>
                <a:gd name="connsiteX291" fmla="*/ 2464613 w 3028217"/>
                <a:gd name="connsiteY291" fmla="*/ 509133 h 2962327"/>
                <a:gd name="connsiteX292" fmla="*/ 2467471 w 3028217"/>
                <a:gd name="connsiteY292" fmla="*/ 551996 h 2962327"/>
                <a:gd name="connsiteX293" fmla="*/ 2468423 w 3028217"/>
                <a:gd name="connsiteY293" fmla="*/ 597716 h 2962327"/>
                <a:gd name="connsiteX294" fmla="*/ 2453183 w 3028217"/>
                <a:gd name="connsiteY294" fmla="*/ 638673 h 2962327"/>
                <a:gd name="connsiteX295" fmla="*/ 2423656 w 3028217"/>
                <a:gd name="connsiteY295" fmla="*/ 676773 h 2962327"/>
                <a:gd name="connsiteX296" fmla="*/ 2389366 w 3028217"/>
                <a:gd name="connsiteY296" fmla="*/ 683441 h 2962327"/>
                <a:gd name="connsiteX297" fmla="*/ 2383651 w 3028217"/>
                <a:gd name="connsiteY297" fmla="*/ 659628 h 2962327"/>
                <a:gd name="connsiteX298" fmla="*/ 2367458 w 3028217"/>
                <a:gd name="connsiteY298" fmla="*/ 627243 h 2962327"/>
                <a:gd name="connsiteX299" fmla="*/ 2308403 w 3028217"/>
                <a:gd name="connsiteY299" fmla="*/ 612003 h 2962327"/>
                <a:gd name="connsiteX300" fmla="*/ 2270303 w 3028217"/>
                <a:gd name="connsiteY300" fmla="*/ 571046 h 2962327"/>
                <a:gd name="connsiteX301" fmla="*/ 2260778 w 3028217"/>
                <a:gd name="connsiteY301" fmla="*/ 543423 h 2962327"/>
                <a:gd name="connsiteX302" fmla="*/ 2259826 w 3028217"/>
                <a:gd name="connsiteY302" fmla="*/ 522468 h 2962327"/>
                <a:gd name="connsiteX303" fmla="*/ 2390318 w 3028217"/>
                <a:gd name="connsiteY303" fmla="*/ 385308 h 2962327"/>
                <a:gd name="connsiteX304" fmla="*/ 2416988 w 3028217"/>
                <a:gd name="connsiteY304" fmla="*/ 357686 h 2962327"/>
                <a:gd name="connsiteX305" fmla="*/ 2417941 w 3028217"/>
                <a:gd name="connsiteY305" fmla="*/ 351971 h 2962327"/>
                <a:gd name="connsiteX306" fmla="*/ 2424608 w 3028217"/>
                <a:gd name="connsiteY306" fmla="*/ 353876 h 2962327"/>
                <a:gd name="connsiteX307" fmla="*/ 2452245 w 3028217"/>
                <a:gd name="connsiteY307" fmla="*/ 336582 h 2962327"/>
                <a:gd name="connsiteX308" fmla="*/ 2471113 w 3028217"/>
                <a:gd name="connsiteY308" fmla="*/ 336025 h 2962327"/>
                <a:gd name="connsiteX309" fmla="*/ 761544 w 3028217"/>
                <a:gd name="connsiteY309" fmla="*/ 194808 h 2962327"/>
                <a:gd name="connsiteX310" fmla="*/ 773926 w 3028217"/>
                <a:gd name="connsiteY310" fmla="*/ 216716 h 2962327"/>
                <a:gd name="connsiteX311" fmla="*/ 773926 w 3028217"/>
                <a:gd name="connsiteY311" fmla="*/ 278628 h 2962327"/>
                <a:gd name="connsiteX312" fmla="*/ 687249 w 3028217"/>
                <a:gd name="connsiteY312" fmla="*/ 293868 h 2962327"/>
                <a:gd name="connsiteX313" fmla="*/ 671056 w 3028217"/>
                <a:gd name="connsiteY313" fmla="*/ 292916 h 2962327"/>
                <a:gd name="connsiteX314" fmla="*/ 640576 w 3028217"/>
                <a:gd name="connsiteY314" fmla="*/ 298631 h 2962327"/>
                <a:gd name="connsiteX315" fmla="*/ 603429 w 3028217"/>
                <a:gd name="connsiteY315" fmla="*/ 291011 h 2962327"/>
                <a:gd name="connsiteX316" fmla="*/ 715824 w 3028217"/>
                <a:gd name="connsiteY316" fmla="*/ 211953 h 2962327"/>
                <a:gd name="connsiteX317" fmla="*/ 727254 w 3028217"/>
                <a:gd name="connsiteY317" fmla="*/ 215763 h 2962327"/>
                <a:gd name="connsiteX318" fmla="*/ 761544 w 3028217"/>
                <a:gd name="connsiteY318" fmla="*/ 194808 h 2962327"/>
                <a:gd name="connsiteX319" fmla="*/ 873343 w 3028217"/>
                <a:gd name="connsiteY319" fmla="*/ 184331 h 2962327"/>
                <a:gd name="connsiteX320" fmla="*/ 891083 w 3028217"/>
                <a:gd name="connsiteY320" fmla="*/ 191951 h 2962327"/>
                <a:gd name="connsiteX321" fmla="*/ 888226 w 3028217"/>
                <a:gd name="connsiteY321" fmla="*/ 217668 h 2962327"/>
                <a:gd name="connsiteX322" fmla="*/ 879241 w 3028217"/>
                <a:gd name="connsiteY322" fmla="*/ 234820 h 2962327"/>
                <a:gd name="connsiteX323" fmla="*/ 895370 w 3028217"/>
                <a:gd name="connsiteY323" fmla="*/ 235036 h 2962327"/>
                <a:gd name="connsiteX324" fmla="*/ 899656 w 3028217"/>
                <a:gd name="connsiteY324" fmla="*/ 266246 h 2962327"/>
                <a:gd name="connsiteX325" fmla="*/ 892988 w 3028217"/>
                <a:gd name="connsiteY325" fmla="*/ 303393 h 2962327"/>
                <a:gd name="connsiteX326" fmla="*/ 905371 w 3028217"/>
                <a:gd name="connsiteY326" fmla="*/ 303393 h 2962327"/>
                <a:gd name="connsiteX327" fmla="*/ 915848 w 3028217"/>
                <a:gd name="connsiteY327" fmla="*/ 337683 h 2962327"/>
                <a:gd name="connsiteX328" fmla="*/ 946328 w 3028217"/>
                <a:gd name="connsiteY328" fmla="*/ 324348 h 2962327"/>
                <a:gd name="connsiteX329" fmla="*/ 973409 w 3028217"/>
                <a:gd name="connsiteY329" fmla="*/ 303804 h 2962327"/>
                <a:gd name="connsiteX330" fmla="*/ 975260 w 3028217"/>
                <a:gd name="connsiteY330" fmla="*/ 292796 h 2962327"/>
                <a:gd name="connsiteX331" fmla="*/ 965378 w 3028217"/>
                <a:gd name="connsiteY331" fmla="*/ 281485 h 2962327"/>
                <a:gd name="connsiteX332" fmla="*/ 962521 w 3028217"/>
                <a:gd name="connsiteY332" fmla="*/ 233860 h 2962327"/>
                <a:gd name="connsiteX333" fmla="*/ 1013956 w 3028217"/>
                <a:gd name="connsiteY333" fmla="*/ 203380 h 2962327"/>
                <a:gd name="connsiteX334" fmla="*/ 1028243 w 3028217"/>
                <a:gd name="connsiteY334" fmla="*/ 200165 h 2962327"/>
                <a:gd name="connsiteX335" fmla="*/ 1042531 w 3028217"/>
                <a:gd name="connsiteY335" fmla="*/ 206238 h 2962327"/>
                <a:gd name="connsiteX336" fmla="*/ 1016813 w 3028217"/>
                <a:gd name="connsiteY336" fmla="*/ 234813 h 2962327"/>
                <a:gd name="connsiteX337" fmla="*/ 1075868 w 3028217"/>
                <a:gd name="connsiteY337" fmla="*/ 204333 h 2962327"/>
                <a:gd name="connsiteX338" fmla="*/ 1095871 w 3028217"/>
                <a:gd name="connsiteY338" fmla="*/ 204333 h 2962327"/>
                <a:gd name="connsiteX339" fmla="*/ 1099681 w 3028217"/>
                <a:gd name="connsiteY339" fmla="*/ 232908 h 2962327"/>
                <a:gd name="connsiteX340" fmla="*/ 1133971 w 3028217"/>
                <a:gd name="connsiteY340" fmla="*/ 231003 h 2962327"/>
                <a:gd name="connsiteX341" fmla="*/ 1151116 w 3028217"/>
                <a:gd name="connsiteY341" fmla="*/ 238623 h 2962327"/>
                <a:gd name="connsiteX342" fmla="*/ 1205408 w 3028217"/>
                <a:gd name="connsiteY342" fmla="*/ 287200 h 2962327"/>
                <a:gd name="connsiteX343" fmla="*/ 1198741 w 3028217"/>
                <a:gd name="connsiteY343" fmla="*/ 334825 h 2962327"/>
                <a:gd name="connsiteX344" fmla="*/ 1248271 w 3028217"/>
                <a:gd name="connsiteY344" fmla="*/ 377688 h 2962327"/>
                <a:gd name="connsiteX345" fmla="*/ 1246366 w 3028217"/>
                <a:gd name="connsiteY345" fmla="*/ 402453 h 2962327"/>
                <a:gd name="connsiteX346" fmla="*/ 1187311 w 3028217"/>
                <a:gd name="connsiteY346" fmla="*/ 402453 h 2962327"/>
                <a:gd name="connsiteX347" fmla="*/ 1171118 w 3028217"/>
                <a:gd name="connsiteY347" fmla="*/ 396738 h 2962327"/>
                <a:gd name="connsiteX348" fmla="*/ 1171118 w 3028217"/>
                <a:gd name="connsiteY348" fmla="*/ 431028 h 2962327"/>
                <a:gd name="connsiteX349" fmla="*/ 1151116 w 3028217"/>
                <a:gd name="connsiteY349" fmla="*/ 479605 h 2962327"/>
                <a:gd name="connsiteX350" fmla="*/ 1136828 w 3028217"/>
                <a:gd name="connsiteY350" fmla="*/ 476748 h 2962327"/>
                <a:gd name="connsiteX351" fmla="*/ 1136828 w 3028217"/>
                <a:gd name="connsiteY351" fmla="*/ 487225 h 2962327"/>
                <a:gd name="connsiteX352" fmla="*/ 1118731 w 3028217"/>
                <a:gd name="connsiteY352" fmla="*/ 497703 h 2962327"/>
                <a:gd name="connsiteX353" fmla="*/ 1066343 w 3028217"/>
                <a:gd name="connsiteY353" fmla="*/ 455793 h 2962327"/>
                <a:gd name="connsiteX354" fmla="*/ 1016813 w 3028217"/>
                <a:gd name="connsiteY354" fmla="*/ 433885 h 2962327"/>
                <a:gd name="connsiteX355" fmla="*/ 996811 w 3028217"/>
                <a:gd name="connsiteY355" fmla="*/ 428170 h 2962327"/>
                <a:gd name="connsiteX356" fmla="*/ 1013003 w 3028217"/>
                <a:gd name="connsiteY356" fmla="*/ 411978 h 2962327"/>
                <a:gd name="connsiteX357" fmla="*/ 1109206 w 3028217"/>
                <a:gd name="connsiteY357" fmla="*/ 369115 h 2962327"/>
                <a:gd name="connsiteX358" fmla="*/ 1089203 w 3028217"/>
                <a:gd name="connsiteY358" fmla="*/ 307203 h 2962327"/>
                <a:gd name="connsiteX359" fmla="*/ 1077773 w 3028217"/>
                <a:gd name="connsiteY359" fmla="*/ 291010 h 2962327"/>
                <a:gd name="connsiteX360" fmla="*/ 1016813 w 3028217"/>
                <a:gd name="connsiteY360" fmla="*/ 292915 h 2962327"/>
                <a:gd name="connsiteX361" fmla="*/ 1007169 w 3028217"/>
                <a:gd name="connsiteY361" fmla="*/ 296011 h 2962327"/>
                <a:gd name="connsiteX362" fmla="*/ 1007866 w 3028217"/>
                <a:gd name="connsiteY362" fmla="*/ 302667 h 2962327"/>
                <a:gd name="connsiteX363" fmla="*/ 1009193 w 3028217"/>
                <a:gd name="connsiteY363" fmla="*/ 303393 h 2962327"/>
                <a:gd name="connsiteX364" fmla="*/ 962521 w 3028217"/>
                <a:gd name="connsiteY364" fmla="*/ 370068 h 2962327"/>
                <a:gd name="connsiteX365" fmla="*/ 905371 w 3028217"/>
                <a:gd name="connsiteY365" fmla="*/ 371973 h 2962327"/>
                <a:gd name="connsiteX366" fmla="*/ 868223 w 3028217"/>
                <a:gd name="connsiteY366" fmla="*/ 410073 h 2962327"/>
                <a:gd name="connsiteX367" fmla="*/ 836791 w 3028217"/>
                <a:gd name="connsiteY367" fmla="*/ 426266 h 2962327"/>
                <a:gd name="connsiteX368" fmla="*/ 816788 w 3028217"/>
                <a:gd name="connsiteY368" fmla="*/ 424361 h 2962327"/>
                <a:gd name="connsiteX369" fmla="*/ 677723 w 3028217"/>
                <a:gd name="connsiteY369" fmla="*/ 507228 h 2962327"/>
                <a:gd name="connsiteX370" fmla="*/ 668198 w 3028217"/>
                <a:gd name="connsiteY370" fmla="*/ 553901 h 2962327"/>
                <a:gd name="connsiteX371" fmla="*/ 662483 w 3028217"/>
                <a:gd name="connsiteY371" fmla="*/ 586286 h 2962327"/>
                <a:gd name="connsiteX372" fmla="*/ 716776 w 3028217"/>
                <a:gd name="connsiteY372" fmla="*/ 612956 h 2962327"/>
                <a:gd name="connsiteX373" fmla="*/ 771068 w 3028217"/>
                <a:gd name="connsiteY373" fmla="*/ 645341 h 2962327"/>
                <a:gd name="connsiteX374" fmla="*/ 782498 w 3028217"/>
                <a:gd name="connsiteY374" fmla="*/ 667248 h 2962327"/>
                <a:gd name="connsiteX375" fmla="*/ 772973 w 3028217"/>
                <a:gd name="connsiteY375" fmla="*/ 726303 h 2962327"/>
                <a:gd name="connsiteX376" fmla="*/ 805358 w 3028217"/>
                <a:gd name="connsiteY376" fmla="*/ 736781 h 2962327"/>
                <a:gd name="connsiteX377" fmla="*/ 828218 w 3028217"/>
                <a:gd name="connsiteY377" fmla="*/ 689156 h 2962327"/>
                <a:gd name="connsiteX378" fmla="*/ 858698 w 3028217"/>
                <a:gd name="connsiteY378" fmla="*/ 652961 h 2962327"/>
                <a:gd name="connsiteX379" fmla="*/ 901561 w 3028217"/>
                <a:gd name="connsiteY379" fmla="*/ 573903 h 2962327"/>
                <a:gd name="connsiteX380" fmla="*/ 904418 w 3028217"/>
                <a:gd name="connsiteY380" fmla="*/ 561521 h 2962327"/>
                <a:gd name="connsiteX381" fmla="*/ 953948 w 3028217"/>
                <a:gd name="connsiteY381" fmla="*/ 491988 h 2962327"/>
                <a:gd name="connsiteX382" fmla="*/ 968236 w 3028217"/>
                <a:gd name="connsiteY382" fmla="*/ 478653 h 2962327"/>
                <a:gd name="connsiteX383" fmla="*/ 1049198 w 3028217"/>
                <a:gd name="connsiteY383" fmla="*/ 512943 h 2962327"/>
                <a:gd name="connsiteX384" fmla="*/ 1063486 w 3028217"/>
                <a:gd name="connsiteY384" fmla="*/ 539613 h 2962327"/>
                <a:gd name="connsiteX385" fmla="*/ 1067296 w 3028217"/>
                <a:gd name="connsiteY385" fmla="*/ 583428 h 2962327"/>
                <a:gd name="connsiteX386" fmla="*/ 1112063 w 3028217"/>
                <a:gd name="connsiteY386" fmla="*/ 568188 h 2962327"/>
                <a:gd name="connsiteX387" fmla="*/ 1146353 w 3028217"/>
                <a:gd name="connsiteY387" fmla="*/ 580571 h 2962327"/>
                <a:gd name="connsiteX388" fmla="*/ 1151116 w 3028217"/>
                <a:gd name="connsiteY388" fmla="*/ 616766 h 2962327"/>
                <a:gd name="connsiteX389" fmla="*/ 1193026 w 3028217"/>
                <a:gd name="connsiteY389" fmla="*/ 684393 h 2962327"/>
                <a:gd name="connsiteX390" fmla="*/ 1182905 w 3028217"/>
                <a:gd name="connsiteY390" fmla="*/ 697847 h 2962327"/>
                <a:gd name="connsiteX391" fmla="*/ 1179024 w 3028217"/>
                <a:gd name="connsiteY391" fmla="*/ 699159 h 2962327"/>
                <a:gd name="connsiteX392" fmla="*/ 1177845 w 3028217"/>
                <a:gd name="connsiteY392" fmla="*/ 699023 h 2962327"/>
                <a:gd name="connsiteX393" fmla="*/ 1166356 w 3028217"/>
                <a:gd name="connsiteY393" fmla="*/ 703443 h 2962327"/>
                <a:gd name="connsiteX394" fmla="*/ 1179024 w 3028217"/>
                <a:gd name="connsiteY394" fmla="*/ 699159 h 2962327"/>
                <a:gd name="connsiteX395" fmla="*/ 1188263 w 3028217"/>
                <a:gd name="connsiteY395" fmla="*/ 700229 h 2962327"/>
                <a:gd name="connsiteX396" fmla="*/ 1207313 w 3028217"/>
                <a:gd name="connsiteY396" fmla="*/ 712016 h 2962327"/>
                <a:gd name="connsiteX397" fmla="*/ 1205051 w 3028217"/>
                <a:gd name="connsiteY397" fmla="*/ 754402 h 2962327"/>
                <a:gd name="connsiteX398" fmla="*/ 1180854 w 3028217"/>
                <a:gd name="connsiteY398" fmla="*/ 787924 h 2962327"/>
                <a:gd name="connsiteX399" fmla="*/ 1187073 w 3028217"/>
                <a:gd name="connsiteY399" fmla="*/ 807504 h 2962327"/>
                <a:gd name="connsiteX400" fmla="*/ 1206361 w 3028217"/>
                <a:gd name="connsiteY400" fmla="*/ 814886 h 2962327"/>
                <a:gd name="connsiteX401" fmla="*/ 1213981 w 3028217"/>
                <a:gd name="connsiteY401" fmla="*/ 828221 h 2962327"/>
                <a:gd name="connsiteX402" fmla="*/ 1172071 w 3028217"/>
                <a:gd name="connsiteY402" fmla="*/ 862511 h 2962327"/>
                <a:gd name="connsiteX403" fmla="*/ 1115874 w 3028217"/>
                <a:gd name="connsiteY403" fmla="*/ 854891 h 2962327"/>
                <a:gd name="connsiteX404" fmla="*/ 1148259 w 3028217"/>
                <a:gd name="connsiteY404" fmla="*/ 807266 h 2962327"/>
                <a:gd name="connsiteX405" fmla="*/ 1173024 w 3028217"/>
                <a:gd name="connsiteY405" fmla="*/ 780596 h 2962327"/>
                <a:gd name="connsiteX406" fmla="*/ 1173125 w 3028217"/>
                <a:gd name="connsiteY406" fmla="*/ 780684 h 2962327"/>
                <a:gd name="connsiteX407" fmla="*/ 1174333 w 3028217"/>
                <a:gd name="connsiteY407" fmla="*/ 770475 h 2962327"/>
                <a:gd name="connsiteX408" fmla="*/ 1163498 w 3028217"/>
                <a:gd name="connsiteY408" fmla="*/ 767261 h 2962327"/>
                <a:gd name="connsiteX409" fmla="*/ 1124446 w 3028217"/>
                <a:gd name="connsiteY409" fmla="*/ 787263 h 2962327"/>
                <a:gd name="connsiteX410" fmla="*/ 1043483 w 3028217"/>
                <a:gd name="connsiteY410" fmla="*/ 789168 h 2962327"/>
                <a:gd name="connsiteX411" fmla="*/ 993953 w 3028217"/>
                <a:gd name="connsiteY411" fmla="*/ 794883 h 2962327"/>
                <a:gd name="connsiteX412" fmla="*/ 959663 w 3028217"/>
                <a:gd name="connsiteY412" fmla="*/ 814886 h 2962327"/>
                <a:gd name="connsiteX413" fmla="*/ 929183 w 3028217"/>
                <a:gd name="connsiteY413" fmla="*/ 839651 h 2962327"/>
                <a:gd name="connsiteX414" fmla="*/ 925100 w 3028217"/>
                <a:gd name="connsiteY414" fmla="*/ 843462 h 2962327"/>
                <a:gd name="connsiteX415" fmla="*/ 915848 w 3028217"/>
                <a:gd name="connsiteY415" fmla="*/ 851081 h 2962327"/>
                <a:gd name="connsiteX416" fmla="*/ 912991 w 3028217"/>
                <a:gd name="connsiteY416" fmla="*/ 851081 h 2962327"/>
                <a:gd name="connsiteX417" fmla="*/ 914896 w 3028217"/>
                <a:gd name="connsiteY417" fmla="*/ 852986 h 2962327"/>
                <a:gd name="connsiteX418" fmla="*/ 925100 w 3028217"/>
                <a:gd name="connsiteY418" fmla="*/ 843462 h 2962327"/>
                <a:gd name="connsiteX419" fmla="*/ 932041 w 3028217"/>
                <a:gd name="connsiteY419" fmla="*/ 837746 h 2962327"/>
                <a:gd name="connsiteX420" fmla="*/ 972998 w 3028217"/>
                <a:gd name="connsiteY420" fmla="*/ 820601 h 2962327"/>
                <a:gd name="connsiteX421" fmla="*/ 992048 w 3028217"/>
                <a:gd name="connsiteY421" fmla="*/ 814886 h 2962327"/>
                <a:gd name="connsiteX422" fmla="*/ 1023481 w 3028217"/>
                <a:gd name="connsiteY422" fmla="*/ 819648 h 2962327"/>
                <a:gd name="connsiteX423" fmla="*/ 1005383 w 3028217"/>
                <a:gd name="connsiteY423" fmla="*/ 842508 h 2962327"/>
                <a:gd name="connsiteX424" fmla="*/ 1006336 w 3028217"/>
                <a:gd name="connsiteY424" fmla="*/ 854891 h 2962327"/>
                <a:gd name="connsiteX425" fmla="*/ 1005383 w 3028217"/>
                <a:gd name="connsiteY425" fmla="*/ 889181 h 2962327"/>
                <a:gd name="connsiteX426" fmla="*/ 984428 w 3028217"/>
                <a:gd name="connsiteY426" fmla="*/ 910136 h 2962327"/>
                <a:gd name="connsiteX427" fmla="*/ 952043 w 3028217"/>
                <a:gd name="connsiteY427" fmla="*/ 916803 h 2962327"/>
                <a:gd name="connsiteX428" fmla="*/ 899656 w 3028217"/>
                <a:gd name="connsiteY428" fmla="*/ 938711 h 2962327"/>
                <a:gd name="connsiteX429" fmla="*/ 855841 w 3028217"/>
                <a:gd name="connsiteY429" fmla="*/ 985383 h 2962327"/>
                <a:gd name="connsiteX430" fmla="*/ 831076 w 3028217"/>
                <a:gd name="connsiteY430" fmla="*/ 1003481 h 2962327"/>
                <a:gd name="connsiteX431" fmla="*/ 738683 w 3028217"/>
                <a:gd name="connsiteY431" fmla="*/ 1081586 h 2962327"/>
                <a:gd name="connsiteX432" fmla="*/ 711061 w 3028217"/>
                <a:gd name="connsiteY432" fmla="*/ 1115876 h 2962327"/>
                <a:gd name="connsiteX433" fmla="*/ 666293 w 3028217"/>
                <a:gd name="connsiteY433" fmla="*/ 1175883 h 2962327"/>
                <a:gd name="connsiteX434" fmla="*/ 585331 w 3028217"/>
                <a:gd name="connsiteY434" fmla="*/ 1230176 h 2962327"/>
                <a:gd name="connsiteX435" fmla="*/ 559613 w 3028217"/>
                <a:gd name="connsiteY435" fmla="*/ 1297803 h 2962327"/>
                <a:gd name="connsiteX436" fmla="*/ 557708 w 3028217"/>
                <a:gd name="connsiteY436" fmla="*/ 1386386 h 2962327"/>
                <a:gd name="connsiteX437" fmla="*/ 542468 w 3028217"/>
                <a:gd name="connsiteY437" fmla="*/ 1407341 h 2962327"/>
                <a:gd name="connsiteX438" fmla="*/ 528181 w 3028217"/>
                <a:gd name="connsiteY438" fmla="*/ 1387338 h 2962327"/>
                <a:gd name="connsiteX439" fmla="*/ 519608 w 3028217"/>
                <a:gd name="connsiteY439" fmla="*/ 1320663 h 2962327"/>
                <a:gd name="connsiteX440" fmla="*/ 488176 w 3028217"/>
                <a:gd name="connsiteY440" fmla="*/ 1283516 h 2962327"/>
                <a:gd name="connsiteX441" fmla="*/ 429121 w 3028217"/>
                <a:gd name="connsiteY441" fmla="*/ 1267323 h 2962327"/>
                <a:gd name="connsiteX442" fmla="*/ 409118 w 3028217"/>
                <a:gd name="connsiteY442" fmla="*/ 1268276 h 2962327"/>
                <a:gd name="connsiteX443" fmla="*/ 336728 w 3028217"/>
                <a:gd name="connsiteY443" fmla="*/ 1284468 h 2962327"/>
                <a:gd name="connsiteX444" fmla="*/ 215761 w 3028217"/>
                <a:gd name="connsiteY444" fmla="*/ 1373051 h 2962327"/>
                <a:gd name="connsiteX445" fmla="*/ 189091 w 3028217"/>
                <a:gd name="connsiteY445" fmla="*/ 1441631 h 2962327"/>
                <a:gd name="connsiteX446" fmla="*/ 196711 w 3028217"/>
                <a:gd name="connsiteY446" fmla="*/ 1544501 h 2962327"/>
                <a:gd name="connsiteX447" fmla="*/ 244336 w 3028217"/>
                <a:gd name="connsiteY447" fmla="*/ 1573076 h 2962327"/>
                <a:gd name="connsiteX448" fmla="*/ 320536 w 3028217"/>
                <a:gd name="connsiteY448" fmla="*/ 1514973 h 2962327"/>
                <a:gd name="connsiteX449" fmla="*/ 387211 w 3028217"/>
                <a:gd name="connsiteY449" fmla="*/ 1494971 h 2962327"/>
                <a:gd name="connsiteX450" fmla="*/ 389116 w 3028217"/>
                <a:gd name="connsiteY450" fmla="*/ 1515926 h 2962327"/>
                <a:gd name="connsiteX451" fmla="*/ 340538 w 3028217"/>
                <a:gd name="connsiteY451" fmla="*/ 1624511 h 2962327"/>
                <a:gd name="connsiteX452" fmla="*/ 354826 w 3028217"/>
                <a:gd name="connsiteY452" fmla="*/ 1644513 h 2962327"/>
                <a:gd name="connsiteX453" fmla="*/ 410071 w 3028217"/>
                <a:gd name="connsiteY453" fmla="*/ 1645466 h 2962327"/>
                <a:gd name="connsiteX454" fmla="*/ 439598 w 3028217"/>
                <a:gd name="connsiteY454" fmla="*/ 1687376 h 2962327"/>
                <a:gd name="connsiteX455" fmla="*/ 426263 w 3028217"/>
                <a:gd name="connsiteY455" fmla="*/ 1743573 h 2962327"/>
                <a:gd name="connsiteX456" fmla="*/ 450076 w 3028217"/>
                <a:gd name="connsiteY456" fmla="*/ 1813106 h 2962327"/>
                <a:gd name="connsiteX457" fmla="*/ 499606 w 3028217"/>
                <a:gd name="connsiteY457" fmla="*/ 1812153 h 2962327"/>
                <a:gd name="connsiteX458" fmla="*/ 536753 w 3028217"/>
                <a:gd name="connsiteY458" fmla="*/ 1818821 h 2962327"/>
                <a:gd name="connsiteX459" fmla="*/ 577711 w 3028217"/>
                <a:gd name="connsiteY459" fmla="*/ 1813106 h 2962327"/>
                <a:gd name="connsiteX460" fmla="*/ 661531 w 3028217"/>
                <a:gd name="connsiteY460" fmla="*/ 1754051 h 2962327"/>
                <a:gd name="connsiteX461" fmla="*/ 672008 w 3028217"/>
                <a:gd name="connsiteY461" fmla="*/ 1763576 h 2962327"/>
                <a:gd name="connsiteX462" fmla="*/ 695821 w 3028217"/>
                <a:gd name="connsiteY462" fmla="*/ 1768338 h 2962327"/>
                <a:gd name="connsiteX463" fmla="*/ 741541 w 3028217"/>
                <a:gd name="connsiteY463" fmla="*/ 1772148 h 2962327"/>
                <a:gd name="connsiteX464" fmla="*/ 832028 w 3028217"/>
                <a:gd name="connsiteY464" fmla="*/ 1788341 h 2962327"/>
                <a:gd name="connsiteX465" fmla="*/ 865366 w 3028217"/>
                <a:gd name="connsiteY465" fmla="*/ 1796913 h 2962327"/>
                <a:gd name="connsiteX466" fmla="*/ 910133 w 3028217"/>
                <a:gd name="connsiteY466" fmla="*/ 1838823 h 2962327"/>
                <a:gd name="connsiteX467" fmla="*/ 1047293 w 3028217"/>
                <a:gd name="connsiteY467" fmla="*/ 1918833 h 2962327"/>
                <a:gd name="connsiteX468" fmla="*/ 1116826 w 3028217"/>
                <a:gd name="connsiteY468" fmla="*/ 2036943 h 2962327"/>
                <a:gd name="connsiteX469" fmla="*/ 1106348 w 3028217"/>
                <a:gd name="connsiteY469" fmla="*/ 2056946 h 2962327"/>
                <a:gd name="connsiteX470" fmla="*/ 1104443 w 3028217"/>
                <a:gd name="connsiteY470" fmla="*/ 2099808 h 2962327"/>
                <a:gd name="connsiteX471" fmla="*/ 1124446 w 3028217"/>
                <a:gd name="connsiteY471" fmla="*/ 2102666 h 2962327"/>
                <a:gd name="connsiteX472" fmla="*/ 1193026 w 3028217"/>
                <a:gd name="connsiteY472" fmla="*/ 2077901 h 2962327"/>
                <a:gd name="connsiteX473" fmla="*/ 1280656 w 3028217"/>
                <a:gd name="connsiteY473" fmla="*/ 2123621 h 2962327"/>
                <a:gd name="connsiteX474" fmla="*/ 1387336 w 3028217"/>
                <a:gd name="connsiteY474" fmla="*/ 2172198 h 2962327"/>
                <a:gd name="connsiteX475" fmla="*/ 1434008 w 3028217"/>
                <a:gd name="connsiteY475" fmla="*/ 2199821 h 2962327"/>
                <a:gd name="connsiteX476" fmla="*/ 1430198 w 3028217"/>
                <a:gd name="connsiteY476" fmla="*/ 2282688 h 2962327"/>
                <a:gd name="connsiteX477" fmla="*/ 1370191 w 3028217"/>
                <a:gd name="connsiteY477" fmla="*/ 2373176 h 2962327"/>
                <a:gd name="connsiteX478" fmla="*/ 1358761 w 3028217"/>
                <a:gd name="connsiteY478" fmla="*/ 2423658 h 2962327"/>
                <a:gd name="connsiteX479" fmla="*/ 1327328 w 3028217"/>
                <a:gd name="connsiteY479" fmla="*/ 2600823 h 2962327"/>
                <a:gd name="connsiteX480" fmla="*/ 1293991 w 3028217"/>
                <a:gd name="connsiteY480" fmla="*/ 2626541 h 2962327"/>
                <a:gd name="connsiteX481" fmla="*/ 1218743 w 3028217"/>
                <a:gd name="connsiteY481" fmla="*/ 2661783 h 2962327"/>
                <a:gd name="connsiteX482" fmla="*/ 1193026 w 3028217"/>
                <a:gd name="connsiteY482" fmla="*/ 2710361 h 2962327"/>
                <a:gd name="connsiteX483" fmla="*/ 1164451 w 3028217"/>
                <a:gd name="connsiteY483" fmla="*/ 2832281 h 2962327"/>
                <a:gd name="connsiteX484" fmla="*/ 1122541 w 3028217"/>
                <a:gd name="connsiteY484" fmla="*/ 2910386 h 2962327"/>
                <a:gd name="connsiteX485" fmla="*/ 1095871 w 3028217"/>
                <a:gd name="connsiteY485" fmla="*/ 2929436 h 2962327"/>
                <a:gd name="connsiteX486" fmla="*/ 1061581 w 3028217"/>
                <a:gd name="connsiteY486" fmla="*/ 2922768 h 2962327"/>
                <a:gd name="connsiteX487" fmla="*/ 1047293 w 3028217"/>
                <a:gd name="connsiteY487" fmla="*/ 2929436 h 2962327"/>
                <a:gd name="connsiteX488" fmla="*/ 1061581 w 3028217"/>
                <a:gd name="connsiteY488" fmla="*/ 2956106 h 2962327"/>
                <a:gd name="connsiteX489" fmla="*/ 1040626 w 3028217"/>
                <a:gd name="connsiteY489" fmla="*/ 2959916 h 2962327"/>
                <a:gd name="connsiteX490" fmla="*/ 783451 w 3028217"/>
                <a:gd name="connsiteY490" fmla="*/ 2850378 h 2962327"/>
                <a:gd name="connsiteX491" fmla="*/ 752971 w 3028217"/>
                <a:gd name="connsiteY491" fmla="*/ 2805611 h 2962327"/>
                <a:gd name="connsiteX492" fmla="*/ 737731 w 3028217"/>
                <a:gd name="connsiteY492" fmla="*/ 2765606 h 2962327"/>
                <a:gd name="connsiteX493" fmla="*/ 721538 w 3028217"/>
                <a:gd name="connsiteY493" fmla="*/ 2564628 h 2962327"/>
                <a:gd name="connsiteX494" fmla="*/ 670103 w 3028217"/>
                <a:gd name="connsiteY494" fmla="*/ 2492238 h 2962327"/>
                <a:gd name="connsiteX495" fmla="*/ 539611 w 3028217"/>
                <a:gd name="connsiteY495" fmla="*/ 2337933 h 2962327"/>
                <a:gd name="connsiteX496" fmla="*/ 473888 w 3028217"/>
                <a:gd name="connsiteY496" fmla="*/ 2221728 h 2962327"/>
                <a:gd name="connsiteX497" fmla="*/ 468173 w 3028217"/>
                <a:gd name="connsiteY497" fmla="*/ 2148386 h 2962327"/>
                <a:gd name="connsiteX498" fmla="*/ 471983 w 3028217"/>
                <a:gd name="connsiteY498" fmla="*/ 2122668 h 2962327"/>
                <a:gd name="connsiteX499" fmla="*/ 493891 w 3028217"/>
                <a:gd name="connsiteY499" fmla="*/ 2021703 h 2962327"/>
                <a:gd name="connsiteX500" fmla="*/ 538658 w 3028217"/>
                <a:gd name="connsiteY500" fmla="*/ 1907403 h 2962327"/>
                <a:gd name="connsiteX501" fmla="*/ 524371 w 3028217"/>
                <a:gd name="connsiteY501" fmla="*/ 1854063 h 2962327"/>
                <a:gd name="connsiteX502" fmla="*/ 499606 w 3028217"/>
                <a:gd name="connsiteY502" fmla="*/ 1853111 h 2962327"/>
                <a:gd name="connsiteX503" fmla="*/ 459601 w 3028217"/>
                <a:gd name="connsiteY503" fmla="*/ 1860731 h 2962327"/>
                <a:gd name="connsiteX504" fmla="*/ 408166 w 3028217"/>
                <a:gd name="connsiteY504" fmla="*/ 1827393 h 2962327"/>
                <a:gd name="connsiteX505" fmla="*/ 354826 w 3028217"/>
                <a:gd name="connsiteY505" fmla="*/ 1742621 h 2962327"/>
                <a:gd name="connsiteX506" fmla="*/ 322441 w 3028217"/>
                <a:gd name="connsiteY506" fmla="*/ 1715951 h 2962327"/>
                <a:gd name="connsiteX507" fmla="*/ 234811 w 3028217"/>
                <a:gd name="connsiteY507" fmla="*/ 1658801 h 2962327"/>
                <a:gd name="connsiteX508" fmla="*/ 206236 w 3028217"/>
                <a:gd name="connsiteY508" fmla="*/ 1644513 h 2962327"/>
                <a:gd name="connsiteX509" fmla="*/ 116701 w 3028217"/>
                <a:gd name="connsiteY509" fmla="*/ 1622606 h 2962327"/>
                <a:gd name="connsiteX510" fmla="*/ 28118 w 3028217"/>
                <a:gd name="connsiteY510" fmla="*/ 1557836 h 2962327"/>
                <a:gd name="connsiteX511" fmla="*/ 12878 w 3028217"/>
                <a:gd name="connsiteY511" fmla="*/ 1499733 h 2962327"/>
                <a:gd name="connsiteX512" fmla="*/ 10021 w 3028217"/>
                <a:gd name="connsiteY512" fmla="*/ 1446393 h 2962327"/>
                <a:gd name="connsiteX513" fmla="*/ 5258 w 3028217"/>
                <a:gd name="connsiteY513" fmla="*/ 1410198 h 2962327"/>
                <a:gd name="connsiteX514" fmla="*/ 45263 w 3028217"/>
                <a:gd name="connsiteY514" fmla="*/ 1105398 h 2962327"/>
                <a:gd name="connsiteX515" fmla="*/ 304343 w 3028217"/>
                <a:gd name="connsiteY515" fmla="*/ 581523 h 2962327"/>
                <a:gd name="connsiteX516" fmla="*/ 548183 w 3028217"/>
                <a:gd name="connsiteY516" fmla="*/ 329111 h 2962327"/>
                <a:gd name="connsiteX517" fmla="*/ 617716 w 3028217"/>
                <a:gd name="connsiteY517" fmla="*/ 317681 h 2962327"/>
                <a:gd name="connsiteX518" fmla="*/ 631051 w 3028217"/>
                <a:gd name="connsiteY518" fmla="*/ 309108 h 2962327"/>
                <a:gd name="connsiteX519" fmla="*/ 692011 w 3028217"/>
                <a:gd name="connsiteY519" fmla="*/ 299583 h 2962327"/>
                <a:gd name="connsiteX520" fmla="*/ 756781 w 3028217"/>
                <a:gd name="connsiteY520" fmla="*/ 316728 h 2962327"/>
                <a:gd name="connsiteX521" fmla="*/ 780593 w 3028217"/>
                <a:gd name="connsiteY521" fmla="*/ 315776 h 2962327"/>
                <a:gd name="connsiteX522" fmla="*/ 797738 w 3028217"/>
                <a:gd name="connsiteY522" fmla="*/ 314823 h 2962327"/>
                <a:gd name="connsiteX523" fmla="*/ 831076 w 3028217"/>
                <a:gd name="connsiteY523" fmla="*/ 316728 h 2962327"/>
                <a:gd name="connsiteX524" fmla="*/ 841553 w 3028217"/>
                <a:gd name="connsiteY524" fmla="*/ 277676 h 2962327"/>
                <a:gd name="connsiteX525" fmla="*/ 852031 w 3028217"/>
                <a:gd name="connsiteY525" fmla="*/ 259578 h 2962327"/>
                <a:gd name="connsiteX526" fmla="*/ 867152 w 3028217"/>
                <a:gd name="connsiteY526" fmla="*/ 248624 h 2962327"/>
                <a:gd name="connsiteX527" fmla="*/ 876026 w 3028217"/>
                <a:gd name="connsiteY527" fmla="*/ 238011 h 2962327"/>
                <a:gd name="connsiteX528" fmla="*/ 858921 w 3028217"/>
                <a:gd name="connsiteY528" fmla="*/ 241392 h 2962327"/>
                <a:gd name="connsiteX529" fmla="*/ 821551 w 3028217"/>
                <a:gd name="connsiteY529" fmla="*/ 210048 h 2962327"/>
                <a:gd name="connsiteX530" fmla="*/ 857746 w 3028217"/>
                <a:gd name="connsiteY530" fmla="*/ 190998 h 2962327"/>
                <a:gd name="connsiteX531" fmla="*/ 873343 w 3028217"/>
                <a:gd name="connsiteY531" fmla="*/ 184331 h 2962327"/>
                <a:gd name="connsiteX532" fmla="*/ 798215 w 3028217"/>
                <a:gd name="connsiteY532" fmla="*/ 181949 h 2962327"/>
                <a:gd name="connsiteX533" fmla="*/ 805359 w 3028217"/>
                <a:gd name="connsiteY533" fmla="*/ 187188 h 2962327"/>
                <a:gd name="connsiteX534" fmla="*/ 795834 w 3028217"/>
                <a:gd name="connsiteY534" fmla="*/ 196713 h 2962327"/>
                <a:gd name="connsiteX535" fmla="*/ 788214 w 3028217"/>
                <a:gd name="connsiteY535" fmla="*/ 182426 h 2962327"/>
                <a:gd name="connsiteX536" fmla="*/ 798215 w 3028217"/>
                <a:gd name="connsiteY536" fmla="*/ 181949 h 2962327"/>
                <a:gd name="connsiteX537" fmla="*/ 938708 w 3028217"/>
                <a:gd name="connsiteY537" fmla="*/ 121466 h 2962327"/>
                <a:gd name="connsiteX538" fmla="*/ 952043 w 3028217"/>
                <a:gd name="connsiteY538" fmla="*/ 141468 h 2962327"/>
                <a:gd name="connsiteX539" fmla="*/ 951037 w 3028217"/>
                <a:gd name="connsiteY539" fmla="*/ 142501 h 2962327"/>
                <a:gd name="connsiteX540" fmla="*/ 953949 w 3028217"/>
                <a:gd name="connsiteY540" fmla="*/ 140516 h 2962327"/>
                <a:gd name="connsiteX541" fmla="*/ 952996 w 3028217"/>
                <a:gd name="connsiteY541" fmla="*/ 148136 h 2962327"/>
                <a:gd name="connsiteX542" fmla="*/ 952996 w 3028217"/>
                <a:gd name="connsiteY542" fmla="*/ 169091 h 2962327"/>
                <a:gd name="connsiteX543" fmla="*/ 944424 w 3028217"/>
                <a:gd name="connsiteY543" fmla="*/ 159804 h 2962327"/>
                <a:gd name="connsiteX544" fmla="*/ 933131 w 3028217"/>
                <a:gd name="connsiteY544" fmla="*/ 154863 h 2962327"/>
                <a:gd name="connsiteX545" fmla="*/ 931088 w 3028217"/>
                <a:gd name="connsiteY545" fmla="*/ 155756 h 2962327"/>
                <a:gd name="connsiteX546" fmla="*/ 930136 w 3028217"/>
                <a:gd name="connsiteY546" fmla="*/ 155756 h 2962327"/>
                <a:gd name="connsiteX547" fmla="*/ 918706 w 3028217"/>
                <a:gd name="connsiteY547" fmla="*/ 144326 h 2962327"/>
                <a:gd name="connsiteX548" fmla="*/ 931088 w 3028217"/>
                <a:gd name="connsiteY548" fmla="*/ 122418 h 2962327"/>
                <a:gd name="connsiteX549" fmla="*/ 938708 w 3028217"/>
                <a:gd name="connsiteY549" fmla="*/ 121466 h 2962327"/>
                <a:gd name="connsiteX550" fmla="*/ 925373 w 3028217"/>
                <a:gd name="connsiteY550" fmla="*/ 107178 h 2962327"/>
                <a:gd name="connsiteX551" fmla="*/ 938708 w 3028217"/>
                <a:gd name="connsiteY551" fmla="*/ 121465 h 2962327"/>
                <a:gd name="connsiteX552" fmla="*/ 935851 w 3028217"/>
                <a:gd name="connsiteY552" fmla="*/ 121465 h 2962327"/>
                <a:gd name="connsiteX553" fmla="*/ 932993 w 3028217"/>
                <a:gd name="connsiteY553" fmla="*/ 121465 h 2962327"/>
                <a:gd name="connsiteX554" fmla="*/ 901561 w 3028217"/>
                <a:gd name="connsiteY554" fmla="*/ 123370 h 2962327"/>
                <a:gd name="connsiteX555" fmla="*/ 925373 w 3028217"/>
                <a:gd name="connsiteY555" fmla="*/ 107178 h 2962327"/>
                <a:gd name="connsiteX556" fmla="*/ 1021576 w 3028217"/>
                <a:gd name="connsiteY556" fmla="*/ 71936 h 2962327"/>
                <a:gd name="connsiteX557" fmla="*/ 1031101 w 3028217"/>
                <a:gd name="connsiteY557" fmla="*/ 97653 h 2962327"/>
                <a:gd name="connsiteX558" fmla="*/ 1000621 w 3028217"/>
                <a:gd name="connsiteY558" fmla="*/ 92891 h 2962327"/>
                <a:gd name="connsiteX559" fmla="*/ 1007288 w 3028217"/>
                <a:gd name="connsiteY559" fmla="*/ 79556 h 2962327"/>
                <a:gd name="connsiteX560" fmla="*/ 1021576 w 3028217"/>
                <a:gd name="connsiteY560" fmla="*/ 71936 h 2962327"/>
                <a:gd name="connsiteX561" fmla="*/ 1113849 w 3028217"/>
                <a:gd name="connsiteY561" fmla="*/ 40265 h 2962327"/>
                <a:gd name="connsiteX562" fmla="*/ 1159689 w 3028217"/>
                <a:gd name="connsiteY562" fmla="*/ 51933 h 2962327"/>
                <a:gd name="connsiteX563" fmla="*/ 1151116 w 3028217"/>
                <a:gd name="connsiteY563" fmla="*/ 84318 h 2962327"/>
                <a:gd name="connsiteX564" fmla="*/ 1111111 w 3028217"/>
                <a:gd name="connsiteY564" fmla="*/ 92891 h 2962327"/>
                <a:gd name="connsiteX565" fmla="*/ 1070153 w 3028217"/>
                <a:gd name="connsiteY565" fmla="*/ 58601 h 2962327"/>
                <a:gd name="connsiteX566" fmla="*/ 1113849 w 3028217"/>
                <a:gd name="connsiteY566" fmla="*/ 40265 h 2962327"/>
                <a:gd name="connsiteX567" fmla="*/ 1400760 w 3028217"/>
                <a:gd name="connsiteY567" fmla="*/ 96 h 2962327"/>
                <a:gd name="connsiteX568" fmla="*/ 1476871 w 3028217"/>
                <a:gd name="connsiteY568" fmla="*/ 5260 h 2962327"/>
                <a:gd name="connsiteX569" fmla="*/ 1611174 w 3028217"/>
                <a:gd name="connsiteY569" fmla="*/ 9070 h 2962327"/>
                <a:gd name="connsiteX570" fmla="*/ 1619746 w 3028217"/>
                <a:gd name="connsiteY570" fmla="*/ 17643 h 2962327"/>
                <a:gd name="connsiteX571" fmla="*/ 1646416 w 3028217"/>
                <a:gd name="connsiteY571" fmla="*/ 28120 h 2962327"/>
                <a:gd name="connsiteX572" fmla="*/ 1667371 w 3028217"/>
                <a:gd name="connsiteY572" fmla="*/ 31930 h 2962327"/>
                <a:gd name="connsiteX573" fmla="*/ 1742261 w 3028217"/>
                <a:gd name="connsiteY573" fmla="*/ 11690 h 2962327"/>
                <a:gd name="connsiteX574" fmla="*/ 1820723 w 3028217"/>
                <a:gd name="connsiteY574" fmla="*/ 30025 h 2962327"/>
                <a:gd name="connsiteX575" fmla="*/ 1901686 w 3028217"/>
                <a:gd name="connsiteY575" fmla="*/ 45265 h 2962327"/>
                <a:gd name="connsiteX576" fmla="*/ 1894066 w 3028217"/>
                <a:gd name="connsiteY576" fmla="*/ 69078 h 2962327"/>
                <a:gd name="connsiteX577" fmla="*/ 1955978 w 3028217"/>
                <a:gd name="connsiteY577" fmla="*/ 55743 h 2962327"/>
                <a:gd name="connsiteX578" fmla="*/ 1954073 w 3028217"/>
                <a:gd name="connsiteY578" fmla="*/ 71935 h 2962327"/>
                <a:gd name="connsiteX579" fmla="*/ 1935976 w 3028217"/>
                <a:gd name="connsiteY579" fmla="*/ 103368 h 2962327"/>
                <a:gd name="connsiteX580" fmla="*/ 1949311 w 3028217"/>
                <a:gd name="connsiteY580" fmla="*/ 161470 h 2962327"/>
                <a:gd name="connsiteX581" fmla="*/ 1894066 w 3028217"/>
                <a:gd name="connsiteY581" fmla="*/ 171948 h 2962327"/>
                <a:gd name="connsiteX582" fmla="*/ 1913116 w 3028217"/>
                <a:gd name="connsiteY582" fmla="*/ 183378 h 2962327"/>
                <a:gd name="connsiteX583" fmla="*/ 1907401 w 3028217"/>
                <a:gd name="connsiteY583" fmla="*/ 196713 h 2962327"/>
                <a:gd name="connsiteX584" fmla="*/ 1873111 w 3028217"/>
                <a:gd name="connsiteY584" fmla="*/ 245290 h 2962327"/>
                <a:gd name="connsiteX585" fmla="*/ 1866443 w 3028217"/>
                <a:gd name="connsiteY585" fmla="*/ 267198 h 2962327"/>
                <a:gd name="connsiteX586" fmla="*/ 1851203 w 3028217"/>
                <a:gd name="connsiteY586" fmla="*/ 270055 h 2962327"/>
                <a:gd name="connsiteX587" fmla="*/ 1866443 w 3028217"/>
                <a:gd name="connsiteY587" fmla="*/ 313870 h 2962327"/>
                <a:gd name="connsiteX588" fmla="*/ 1843583 w 3028217"/>
                <a:gd name="connsiteY588" fmla="*/ 319585 h 2962327"/>
                <a:gd name="connsiteX589" fmla="*/ 1819771 w 3028217"/>
                <a:gd name="connsiteY589" fmla="*/ 300535 h 2962327"/>
                <a:gd name="connsiteX590" fmla="*/ 1788338 w 3028217"/>
                <a:gd name="connsiteY590" fmla="*/ 313870 h 2962327"/>
                <a:gd name="connsiteX591" fmla="*/ 1800721 w 3028217"/>
                <a:gd name="connsiteY591" fmla="*/ 315775 h 2962327"/>
                <a:gd name="connsiteX592" fmla="*/ 1823581 w 3028217"/>
                <a:gd name="connsiteY592" fmla="*/ 314823 h 2962327"/>
                <a:gd name="connsiteX593" fmla="*/ 1833106 w 3028217"/>
                <a:gd name="connsiteY593" fmla="*/ 317680 h 2962327"/>
                <a:gd name="connsiteX594" fmla="*/ 1838821 w 3028217"/>
                <a:gd name="connsiteY594" fmla="*/ 334825 h 2962327"/>
                <a:gd name="connsiteX595" fmla="*/ 1715948 w 3028217"/>
                <a:gd name="connsiteY595" fmla="*/ 370068 h 2962327"/>
                <a:gd name="connsiteX596" fmla="*/ 1691183 w 3028217"/>
                <a:gd name="connsiteY596" fmla="*/ 379593 h 2962327"/>
                <a:gd name="connsiteX597" fmla="*/ 1586408 w 3028217"/>
                <a:gd name="connsiteY597" fmla="*/ 430075 h 2962327"/>
                <a:gd name="connsiteX598" fmla="*/ 1542593 w 3028217"/>
                <a:gd name="connsiteY598" fmla="*/ 468175 h 2962327"/>
                <a:gd name="connsiteX599" fmla="*/ 1480681 w 3028217"/>
                <a:gd name="connsiteY599" fmla="*/ 555805 h 2962327"/>
                <a:gd name="connsiteX600" fmla="*/ 1462583 w 3028217"/>
                <a:gd name="connsiteY600" fmla="*/ 562473 h 2962327"/>
                <a:gd name="connsiteX601" fmla="*/ 1385431 w 3028217"/>
                <a:gd name="connsiteY601" fmla="*/ 462460 h 2962327"/>
                <a:gd name="connsiteX602" fmla="*/ 1379716 w 3028217"/>
                <a:gd name="connsiteY602" fmla="*/ 398643 h 2962327"/>
                <a:gd name="connsiteX603" fmla="*/ 1441628 w 3028217"/>
                <a:gd name="connsiteY603" fmla="*/ 335778 h 2962327"/>
                <a:gd name="connsiteX604" fmla="*/ 1449248 w 3028217"/>
                <a:gd name="connsiteY604" fmla="*/ 321490 h 2962327"/>
                <a:gd name="connsiteX605" fmla="*/ 1461631 w 3028217"/>
                <a:gd name="connsiteY605" fmla="*/ 300535 h 2962327"/>
                <a:gd name="connsiteX606" fmla="*/ 1412101 w 3028217"/>
                <a:gd name="connsiteY606" fmla="*/ 280533 h 2962327"/>
                <a:gd name="connsiteX607" fmla="*/ 1434961 w 3028217"/>
                <a:gd name="connsiteY607" fmla="*/ 215763 h 2962327"/>
                <a:gd name="connsiteX608" fmla="*/ 1371143 w 3028217"/>
                <a:gd name="connsiteY608" fmla="*/ 160518 h 2962327"/>
                <a:gd name="connsiteX609" fmla="*/ 1331138 w 3028217"/>
                <a:gd name="connsiteY609" fmla="*/ 162423 h 2962327"/>
                <a:gd name="connsiteX610" fmla="*/ 1303516 w 3028217"/>
                <a:gd name="connsiteY610" fmla="*/ 150040 h 2962327"/>
                <a:gd name="connsiteX611" fmla="*/ 1313993 w 3028217"/>
                <a:gd name="connsiteY611" fmla="*/ 130038 h 2962327"/>
                <a:gd name="connsiteX612" fmla="*/ 1313041 w 3028217"/>
                <a:gd name="connsiteY612" fmla="*/ 121465 h 2962327"/>
                <a:gd name="connsiteX613" fmla="*/ 1323518 w 3028217"/>
                <a:gd name="connsiteY613" fmla="*/ 96700 h 2962327"/>
                <a:gd name="connsiteX614" fmla="*/ 1387336 w 3028217"/>
                <a:gd name="connsiteY614" fmla="*/ 88128 h 2962327"/>
                <a:gd name="connsiteX615" fmla="*/ 1394003 w 3028217"/>
                <a:gd name="connsiteY615" fmla="*/ 68125 h 2962327"/>
                <a:gd name="connsiteX616" fmla="*/ 1445438 w 3028217"/>
                <a:gd name="connsiteY616" fmla="*/ 41455 h 2962327"/>
                <a:gd name="connsiteX617" fmla="*/ 1471104 w 3028217"/>
                <a:gd name="connsiteY617" fmla="*/ 35589 h 2962327"/>
                <a:gd name="connsiteX618" fmla="*/ 1469608 w 3028217"/>
                <a:gd name="connsiteY618" fmla="*/ 35026 h 2962327"/>
                <a:gd name="connsiteX619" fmla="*/ 1456869 w 3028217"/>
                <a:gd name="connsiteY619" fmla="*/ 34788 h 2962327"/>
                <a:gd name="connsiteX620" fmla="*/ 1365429 w 3028217"/>
                <a:gd name="connsiteY620" fmla="*/ 60505 h 2962327"/>
                <a:gd name="connsiteX621" fmla="*/ 1208266 w 3028217"/>
                <a:gd name="connsiteY621" fmla="*/ 122418 h 2962327"/>
                <a:gd name="connsiteX622" fmla="*/ 1175881 w 3028217"/>
                <a:gd name="connsiteY622" fmla="*/ 122418 h 2962327"/>
                <a:gd name="connsiteX623" fmla="*/ 1187311 w 3028217"/>
                <a:gd name="connsiteY623" fmla="*/ 142420 h 2962327"/>
                <a:gd name="connsiteX624" fmla="*/ 1180644 w 3028217"/>
                <a:gd name="connsiteY624" fmla="*/ 149088 h 2962327"/>
                <a:gd name="connsiteX625" fmla="*/ 1158647 w 3028217"/>
                <a:gd name="connsiteY625" fmla="*/ 153642 h 2962327"/>
                <a:gd name="connsiteX626" fmla="*/ 1143520 w 3028217"/>
                <a:gd name="connsiteY626" fmla="*/ 152466 h 2962327"/>
                <a:gd name="connsiteX627" fmla="*/ 1148259 w 3028217"/>
                <a:gd name="connsiteY627" fmla="*/ 153731 h 2962327"/>
                <a:gd name="connsiteX628" fmla="*/ 1152069 w 3028217"/>
                <a:gd name="connsiteY628" fmla="*/ 175758 h 2962327"/>
                <a:gd name="connsiteX629" fmla="*/ 1029196 w 3028217"/>
                <a:gd name="connsiteY629" fmla="*/ 182425 h 2962327"/>
                <a:gd name="connsiteX630" fmla="*/ 1006336 w 3028217"/>
                <a:gd name="connsiteY630" fmla="*/ 148135 h 2962327"/>
                <a:gd name="connsiteX631" fmla="*/ 995859 w 3028217"/>
                <a:gd name="connsiteY631" fmla="*/ 134800 h 2962327"/>
                <a:gd name="connsiteX632" fmla="*/ 987286 w 3028217"/>
                <a:gd name="connsiteY632" fmla="*/ 114798 h 2962327"/>
                <a:gd name="connsiteX633" fmla="*/ 1049199 w 3028217"/>
                <a:gd name="connsiteY633" fmla="*/ 134800 h 2962327"/>
                <a:gd name="connsiteX634" fmla="*/ 1064439 w 3028217"/>
                <a:gd name="connsiteY634" fmla="*/ 149088 h 2962327"/>
                <a:gd name="connsiteX635" fmla="*/ 1095871 w 3028217"/>
                <a:gd name="connsiteY635" fmla="*/ 149326 h 2962327"/>
                <a:gd name="connsiteX636" fmla="*/ 1106484 w 3028217"/>
                <a:gd name="connsiteY636" fmla="*/ 148924 h 2962327"/>
                <a:gd name="connsiteX637" fmla="*/ 1093014 w 3028217"/>
                <a:gd name="connsiteY637" fmla="*/ 149088 h 2962327"/>
                <a:gd name="connsiteX638" fmla="*/ 1062534 w 3028217"/>
                <a:gd name="connsiteY638" fmla="*/ 131943 h 2962327"/>
                <a:gd name="connsiteX639" fmla="*/ 1133971 w 3028217"/>
                <a:gd name="connsiteY639" fmla="*/ 110988 h 2962327"/>
                <a:gd name="connsiteX640" fmla="*/ 1158736 w 3028217"/>
                <a:gd name="connsiteY640" fmla="*/ 88128 h 2962327"/>
                <a:gd name="connsiteX641" fmla="*/ 1173024 w 3028217"/>
                <a:gd name="connsiteY641" fmla="*/ 73840 h 2962327"/>
                <a:gd name="connsiteX642" fmla="*/ 1214934 w 3028217"/>
                <a:gd name="connsiteY642" fmla="*/ 54790 h 2962327"/>
                <a:gd name="connsiteX643" fmla="*/ 1275894 w 3028217"/>
                <a:gd name="connsiteY643" fmla="*/ 44313 h 2962327"/>
                <a:gd name="connsiteX644" fmla="*/ 1211124 w 3028217"/>
                <a:gd name="connsiteY644" fmla="*/ 51933 h 2962327"/>
                <a:gd name="connsiteX645" fmla="*/ 1174929 w 3028217"/>
                <a:gd name="connsiteY645" fmla="*/ 39550 h 2962327"/>
                <a:gd name="connsiteX646" fmla="*/ 1174929 w 3028217"/>
                <a:gd name="connsiteY646" fmla="*/ 26215 h 2962327"/>
                <a:gd name="connsiteX647" fmla="*/ 1400760 w 3028217"/>
                <a:gd name="connsiteY647" fmla="*/ 96 h 296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</a:cxnLst>
              <a:rect l="l" t="t" r="r" b="b"/>
              <a:pathLst>
                <a:path w="3028217" h="2962327">
                  <a:moveTo>
                    <a:pt x="2863236" y="2049564"/>
                  </a:moveTo>
                  <a:cubicBezTo>
                    <a:pt x="2854902" y="2049564"/>
                    <a:pt x="2847996" y="2053612"/>
                    <a:pt x="2844662" y="2065518"/>
                  </a:cubicBezTo>
                  <a:cubicBezTo>
                    <a:pt x="2840852" y="2080758"/>
                    <a:pt x="2821802" y="2104571"/>
                    <a:pt x="2847519" y="2116953"/>
                  </a:cubicBezTo>
                  <a:cubicBezTo>
                    <a:pt x="2878000" y="2131241"/>
                    <a:pt x="2877047" y="2098856"/>
                    <a:pt x="2887525" y="2084568"/>
                  </a:cubicBezTo>
                  <a:cubicBezTo>
                    <a:pt x="2888477" y="2083616"/>
                    <a:pt x="2889430" y="2080758"/>
                    <a:pt x="2890382" y="2078853"/>
                  </a:cubicBezTo>
                  <a:cubicBezTo>
                    <a:pt x="2895144" y="2071233"/>
                    <a:pt x="2896097" y="2064566"/>
                    <a:pt x="2890382" y="2057898"/>
                  </a:cubicBezTo>
                  <a:cubicBezTo>
                    <a:pt x="2881334" y="2053612"/>
                    <a:pt x="2871571" y="2049564"/>
                    <a:pt x="2863236" y="2049564"/>
                  </a:cubicBezTo>
                  <a:close/>
                  <a:moveTo>
                    <a:pt x="2453184" y="1703568"/>
                  </a:moveTo>
                  <a:cubicBezTo>
                    <a:pt x="2446516" y="1700711"/>
                    <a:pt x="2442706" y="1708331"/>
                    <a:pt x="2444611" y="1714046"/>
                  </a:cubicBezTo>
                  <a:cubicBezTo>
                    <a:pt x="2448421" y="1725476"/>
                    <a:pt x="2452231" y="1738811"/>
                    <a:pt x="2467471" y="1740716"/>
                  </a:cubicBezTo>
                  <a:cubicBezTo>
                    <a:pt x="2475091" y="1741668"/>
                    <a:pt x="2480806" y="1736906"/>
                    <a:pt x="2482711" y="1728333"/>
                  </a:cubicBezTo>
                  <a:cubicBezTo>
                    <a:pt x="2473186" y="1720713"/>
                    <a:pt x="2463661" y="1710236"/>
                    <a:pt x="2453184" y="1703568"/>
                  </a:cubicBezTo>
                  <a:close/>
                  <a:moveTo>
                    <a:pt x="802501" y="1583553"/>
                  </a:moveTo>
                  <a:cubicBezTo>
                    <a:pt x="805359" y="1585458"/>
                    <a:pt x="811074" y="1586410"/>
                    <a:pt x="812026" y="1589268"/>
                  </a:cubicBezTo>
                  <a:cubicBezTo>
                    <a:pt x="814884" y="1596888"/>
                    <a:pt x="807264" y="1597840"/>
                    <a:pt x="802501" y="1599745"/>
                  </a:cubicBezTo>
                  <a:cubicBezTo>
                    <a:pt x="797739" y="1601650"/>
                    <a:pt x="792976" y="1598793"/>
                    <a:pt x="792024" y="1594030"/>
                  </a:cubicBezTo>
                  <a:cubicBezTo>
                    <a:pt x="788214" y="1586410"/>
                    <a:pt x="794881" y="1585458"/>
                    <a:pt x="802501" y="1583553"/>
                  </a:cubicBezTo>
                  <a:close/>
                  <a:moveTo>
                    <a:pt x="573901" y="1577838"/>
                  </a:moveTo>
                  <a:cubicBezTo>
                    <a:pt x="581521" y="1579743"/>
                    <a:pt x="588189" y="1582600"/>
                    <a:pt x="592951" y="1589268"/>
                  </a:cubicBezTo>
                  <a:cubicBezTo>
                    <a:pt x="592951" y="1594982"/>
                    <a:pt x="589141" y="1596888"/>
                    <a:pt x="584379" y="1596888"/>
                  </a:cubicBezTo>
                  <a:cubicBezTo>
                    <a:pt x="575806" y="1597840"/>
                    <a:pt x="568186" y="1595935"/>
                    <a:pt x="565329" y="1587363"/>
                  </a:cubicBezTo>
                  <a:cubicBezTo>
                    <a:pt x="562471" y="1580695"/>
                    <a:pt x="568186" y="1576885"/>
                    <a:pt x="573901" y="1577838"/>
                  </a:cubicBezTo>
                  <a:close/>
                  <a:moveTo>
                    <a:pt x="698678" y="1550216"/>
                  </a:moveTo>
                  <a:cubicBezTo>
                    <a:pt x="729158" y="1545453"/>
                    <a:pt x="746303" y="1560693"/>
                    <a:pt x="763448" y="1592126"/>
                  </a:cubicBezTo>
                  <a:cubicBezTo>
                    <a:pt x="731063" y="1576886"/>
                    <a:pt x="706298" y="1611176"/>
                    <a:pt x="678676" y="1592126"/>
                  </a:cubicBezTo>
                  <a:cubicBezTo>
                    <a:pt x="675818" y="1573076"/>
                    <a:pt x="667246" y="1551168"/>
                    <a:pt x="698678" y="1550216"/>
                  </a:cubicBezTo>
                  <a:close/>
                  <a:moveTo>
                    <a:pt x="492939" y="1460681"/>
                  </a:moveTo>
                  <a:cubicBezTo>
                    <a:pt x="518656" y="1456871"/>
                    <a:pt x="541516" y="1464491"/>
                    <a:pt x="562471" y="1479731"/>
                  </a:cubicBezTo>
                  <a:cubicBezTo>
                    <a:pt x="590094" y="1499733"/>
                    <a:pt x="618669" y="1515926"/>
                    <a:pt x="646291" y="1537833"/>
                  </a:cubicBezTo>
                  <a:cubicBezTo>
                    <a:pt x="620574" y="1545453"/>
                    <a:pt x="593904" y="1560693"/>
                    <a:pt x="577711" y="1525451"/>
                  </a:cubicBezTo>
                  <a:cubicBezTo>
                    <a:pt x="567234" y="1503543"/>
                    <a:pt x="541516" y="1503543"/>
                    <a:pt x="527229" y="1487351"/>
                  </a:cubicBezTo>
                  <a:lnTo>
                    <a:pt x="525032" y="1486533"/>
                  </a:lnTo>
                  <a:lnTo>
                    <a:pt x="527229" y="1488303"/>
                  </a:lnTo>
                  <a:cubicBezTo>
                    <a:pt x="502464" y="1486398"/>
                    <a:pt x="475794" y="1465443"/>
                    <a:pt x="451029" y="1494971"/>
                  </a:cubicBezTo>
                  <a:cubicBezTo>
                    <a:pt x="453886" y="1467348"/>
                    <a:pt x="471984" y="1461633"/>
                    <a:pt x="492939" y="1460681"/>
                  </a:cubicBezTo>
                  <a:close/>
                  <a:moveTo>
                    <a:pt x="592475" y="1413889"/>
                  </a:moveTo>
                  <a:cubicBezTo>
                    <a:pt x="594380" y="1414008"/>
                    <a:pt x="596285" y="1414485"/>
                    <a:pt x="596761" y="1414961"/>
                  </a:cubicBezTo>
                  <a:cubicBezTo>
                    <a:pt x="605334" y="1423533"/>
                    <a:pt x="603428" y="1433058"/>
                    <a:pt x="595809" y="1447346"/>
                  </a:cubicBezTo>
                  <a:cubicBezTo>
                    <a:pt x="589141" y="1434011"/>
                    <a:pt x="579616" y="1426391"/>
                    <a:pt x="588189" y="1414961"/>
                  </a:cubicBezTo>
                  <a:cubicBezTo>
                    <a:pt x="588665" y="1414009"/>
                    <a:pt x="590570" y="1413770"/>
                    <a:pt x="592475" y="1413889"/>
                  </a:cubicBezTo>
                  <a:close/>
                  <a:moveTo>
                    <a:pt x="2633206" y="1174931"/>
                  </a:moveTo>
                  <a:cubicBezTo>
                    <a:pt x="2646541" y="1176836"/>
                    <a:pt x="2659876" y="1178741"/>
                    <a:pt x="2673211" y="1180646"/>
                  </a:cubicBezTo>
                  <a:cubicBezTo>
                    <a:pt x="2657018" y="1197791"/>
                    <a:pt x="2645588" y="1186361"/>
                    <a:pt x="2633206" y="1174931"/>
                  </a:cubicBezTo>
                  <a:close/>
                  <a:moveTo>
                    <a:pt x="2477948" y="1095873"/>
                  </a:moveTo>
                  <a:cubicBezTo>
                    <a:pt x="2477948" y="1101588"/>
                    <a:pt x="2478901" y="1106350"/>
                    <a:pt x="2484616" y="1110160"/>
                  </a:cubicBezTo>
                  <a:cubicBezTo>
                    <a:pt x="2478901" y="1119685"/>
                    <a:pt x="2464613" y="1121590"/>
                    <a:pt x="2464613" y="1135878"/>
                  </a:cubicBezTo>
                  <a:cubicBezTo>
                    <a:pt x="2464613" y="1153023"/>
                    <a:pt x="2454136" y="1151118"/>
                    <a:pt x="2444611" y="1144450"/>
                  </a:cubicBezTo>
                  <a:cubicBezTo>
                    <a:pt x="2434133" y="1136830"/>
                    <a:pt x="2413178" y="1133020"/>
                    <a:pt x="2415083" y="1119685"/>
                  </a:cubicBezTo>
                  <a:cubicBezTo>
                    <a:pt x="2417941" y="1101588"/>
                    <a:pt x="2436038" y="1116828"/>
                    <a:pt x="2446516" y="1114923"/>
                  </a:cubicBezTo>
                  <a:cubicBezTo>
                    <a:pt x="2458898" y="1112065"/>
                    <a:pt x="2470329" y="1106350"/>
                    <a:pt x="2477948" y="1095873"/>
                  </a:cubicBezTo>
                  <a:close/>
                  <a:moveTo>
                    <a:pt x="2344599" y="1039676"/>
                  </a:moveTo>
                  <a:cubicBezTo>
                    <a:pt x="2358886" y="1039676"/>
                    <a:pt x="2352219" y="1056821"/>
                    <a:pt x="2355076" y="1066346"/>
                  </a:cubicBezTo>
                  <a:cubicBezTo>
                    <a:pt x="2354124" y="1077776"/>
                    <a:pt x="2356981" y="1093016"/>
                    <a:pt x="2341741" y="1092063"/>
                  </a:cubicBezTo>
                  <a:cubicBezTo>
                    <a:pt x="2328406" y="1091111"/>
                    <a:pt x="2329359" y="1075871"/>
                    <a:pt x="2328406" y="1065393"/>
                  </a:cubicBezTo>
                  <a:cubicBezTo>
                    <a:pt x="2327454" y="1053011"/>
                    <a:pt x="2331264" y="1039676"/>
                    <a:pt x="2344599" y="1039676"/>
                  </a:cubicBezTo>
                  <a:close/>
                  <a:moveTo>
                    <a:pt x="699631" y="966334"/>
                  </a:moveTo>
                  <a:cubicBezTo>
                    <a:pt x="671056" y="960619"/>
                    <a:pt x="648196" y="971096"/>
                    <a:pt x="616764" y="992051"/>
                  </a:cubicBezTo>
                  <a:cubicBezTo>
                    <a:pt x="652959" y="990146"/>
                    <a:pt x="677724" y="983478"/>
                    <a:pt x="699631" y="966334"/>
                  </a:cubicBezTo>
                  <a:close/>
                  <a:moveTo>
                    <a:pt x="2786559" y="938711"/>
                  </a:moveTo>
                  <a:cubicBezTo>
                    <a:pt x="2796084" y="944426"/>
                    <a:pt x="2804656" y="939663"/>
                    <a:pt x="2814181" y="938711"/>
                  </a:cubicBezTo>
                  <a:cubicBezTo>
                    <a:pt x="2814181" y="940616"/>
                    <a:pt x="2814181" y="943473"/>
                    <a:pt x="2814181" y="945378"/>
                  </a:cubicBezTo>
                  <a:cubicBezTo>
                    <a:pt x="2803704" y="949188"/>
                    <a:pt x="2791321" y="959666"/>
                    <a:pt x="2786559" y="938711"/>
                  </a:cubicBezTo>
                  <a:close/>
                  <a:moveTo>
                    <a:pt x="737731" y="935019"/>
                  </a:moveTo>
                  <a:cubicBezTo>
                    <a:pt x="726540" y="936091"/>
                    <a:pt x="714872" y="940139"/>
                    <a:pt x="702489" y="951093"/>
                  </a:cubicBezTo>
                  <a:cubicBezTo>
                    <a:pt x="731064" y="951093"/>
                    <a:pt x="753924" y="958713"/>
                    <a:pt x="770116" y="936805"/>
                  </a:cubicBezTo>
                  <a:cubicBezTo>
                    <a:pt x="759639" y="935853"/>
                    <a:pt x="748923" y="933948"/>
                    <a:pt x="737731" y="935019"/>
                  </a:cubicBezTo>
                  <a:close/>
                  <a:moveTo>
                    <a:pt x="619383" y="880251"/>
                  </a:moveTo>
                  <a:cubicBezTo>
                    <a:pt x="616526" y="879417"/>
                    <a:pt x="612477" y="880608"/>
                    <a:pt x="608191" y="882513"/>
                  </a:cubicBezTo>
                  <a:cubicBezTo>
                    <a:pt x="589141" y="887276"/>
                    <a:pt x="539611" y="951093"/>
                    <a:pt x="541516" y="968238"/>
                  </a:cubicBezTo>
                  <a:cubicBezTo>
                    <a:pt x="543421" y="979668"/>
                    <a:pt x="550089" y="980621"/>
                    <a:pt x="558661" y="975858"/>
                  </a:cubicBezTo>
                  <a:cubicBezTo>
                    <a:pt x="569139" y="970143"/>
                    <a:pt x="576759" y="960618"/>
                    <a:pt x="578664" y="949188"/>
                  </a:cubicBezTo>
                  <a:cubicBezTo>
                    <a:pt x="582474" y="920613"/>
                    <a:pt x="601524" y="904421"/>
                    <a:pt x="623431" y="890133"/>
                  </a:cubicBezTo>
                  <a:cubicBezTo>
                    <a:pt x="623907" y="883942"/>
                    <a:pt x="622241" y="881084"/>
                    <a:pt x="619383" y="880251"/>
                  </a:cubicBezTo>
                  <a:close/>
                  <a:moveTo>
                    <a:pt x="659626" y="872036"/>
                  </a:moveTo>
                  <a:cubicBezTo>
                    <a:pt x="653911" y="870131"/>
                    <a:pt x="645339" y="876798"/>
                    <a:pt x="647244" y="879656"/>
                  </a:cubicBezTo>
                  <a:cubicBezTo>
                    <a:pt x="657721" y="901563"/>
                    <a:pt x="632956" y="928233"/>
                    <a:pt x="657721" y="950141"/>
                  </a:cubicBezTo>
                  <a:cubicBezTo>
                    <a:pt x="667246" y="936806"/>
                    <a:pt x="676771" y="926328"/>
                    <a:pt x="683439" y="913946"/>
                  </a:cubicBezTo>
                  <a:cubicBezTo>
                    <a:pt x="691059" y="897753"/>
                    <a:pt x="704394" y="924423"/>
                    <a:pt x="711061" y="910136"/>
                  </a:cubicBezTo>
                  <a:cubicBezTo>
                    <a:pt x="713919" y="903468"/>
                    <a:pt x="713919" y="896801"/>
                    <a:pt x="709156" y="891086"/>
                  </a:cubicBezTo>
                  <a:cubicBezTo>
                    <a:pt x="696774" y="875846"/>
                    <a:pt x="676771" y="876798"/>
                    <a:pt x="659626" y="872036"/>
                  </a:cubicBezTo>
                  <a:close/>
                  <a:moveTo>
                    <a:pt x="620410" y="803828"/>
                  </a:moveTo>
                  <a:cubicBezTo>
                    <a:pt x="614918" y="803575"/>
                    <a:pt x="609144" y="804646"/>
                    <a:pt x="603429" y="807266"/>
                  </a:cubicBezTo>
                  <a:cubicBezTo>
                    <a:pt x="579616" y="817743"/>
                    <a:pt x="555804" y="830126"/>
                    <a:pt x="532944" y="841556"/>
                  </a:cubicBezTo>
                  <a:cubicBezTo>
                    <a:pt x="530086" y="850128"/>
                    <a:pt x="536754" y="852033"/>
                    <a:pt x="541516" y="855843"/>
                  </a:cubicBezTo>
                  <a:cubicBezTo>
                    <a:pt x="561519" y="852986"/>
                    <a:pt x="579616" y="838698"/>
                    <a:pt x="602476" y="859653"/>
                  </a:cubicBezTo>
                  <a:cubicBezTo>
                    <a:pt x="617716" y="874893"/>
                    <a:pt x="654864" y="853938"/>
                    <a:pt x="652959" y="835841"/>
                  </a:cubicBezTo>
                  <a:cubicBezTo>
                    <a:pt x="650815" y="817267"/>
                    <a:pt x="636885" y="804587"/>
                    <a:pt x="620410" y="803828"/>
                  </a:cubicBezTo>
                  <a:close/>
                  <a:moveTo>
                    <a:pt x="2051228" y="690108"/>
                  </a:moveTo>
                  <a:cubicBezTo>
                    <a:pt x="2066468" y="695823"/>
                    <a:pt x="2079803" y="697728"/>
                    <a:pt x="2074088" y="722493"/>
                  </a:cubicBezTo>
                  <a:cubicBezTo>
                    <a:pt x="2066468" y="753925"/>
                    <a:pt x="2053133" y="773928"/>
                    <a:pt x="2021701" y="782500"/>
                  </a:cubicBezTo>
                  <a:cubicBezTo>
                    <a:pt x="2009318" y="785358"/>
                    <a:pt x="1997888" y="785358"/>
                    <a:pt x="2000746" y="772023"/>
                  </a:cubicBezTo>
                  <a:cubicBezTo>
                    <a:pt x="2006461" y="745353"/>
                    <a:pt x="2008366" y="714873"/>
                    <a:pt x="2036941" y="698680"/>
                  </a:cubicBezTo>
                  <a:cubicBezTo>
                    <a:pt x="2040751" y="694870"/>
                    <a:pt x="2045513" y="692965"/>
                    <a:pt x="2051228" y="690108"/>
                  </a:cubicBezTo>
                  <a:close/>
                  <a:moveTo>
                    <a:pt x="2111236" y="608669"/>
                  </a:moveTo>
                  <a:cubicBezTo>
                    <a:pt x="2115046" y="609621"/>
                    <a:pt x="2116951" y="613431"/>
                    <a:pt x="2113141" y="623433"/>
                  </a:cubicBezTo>
                  <a:cubicBezTo>
                    <a:pt x="2113141" y="624385"/>
                    <a:pt x="2112189" y="625338"/>
                    <a:pt x="2111236" y="626290"/>
                  </a:cubicBezTo>
                  <a:cubicBezTo>
                    <a:pt x="2147431" y="643435"/>
                    <a:pt x="2126476" y="692013"/>
                    <a:pt x="2159814" y="711063"/>
                  </a:cubicBezTo>
                  <a:cubicBezTo>
                    <a:pt x="2178864" y="721540"/>
                    <a:pt x="2174101" y="752020"/>
                    <a:pt x="2199819" y="758688"/>
                  </a:cubicBezTo>
                  <a:cubicBezTo>
                    <a:pt x="2206486" y="760593"/>
                    <a:pt x="2189341" y="798693"/>
                    <a:pt x="2176959" y="800598"/>
                  </a:cubicBezTo>
                  <a:cubicBezTo>
                    <a:pt x="2149336" y="805360"/>
                    <a:pt x="2120761" y="810123"/>
                    <a:pt x="2092186" y="814885"/>
                  </a:cubicBezTo>
                  <a:cubicBezTo>
                    <a:pt x="2089329" y="799645"/>
                    <a:pt x="2128381" y="789168"/>
                    <a:pt x="2092186" y="777738"/>
                  </a:cubicBezTo>
                  <a:cubicBezTo>
                    <a:pt x="2098854" y="765355"/>
                    <a:pt x="2098854" y="749163"/>
                    <a:pt x="2111236" y="740590"/>
                  </a:cubicBezTo>
                  <a:cubicBezTo>
                    <a:pt x="2127429" y="729160"/>
                    <a:pt x="2118856" y="712015"/>
                    <a:pt x="2110284" y="710110"/>
                  </a:cubicBezTo>
                  <a:cubicBezTo>
                    <a:pt x="2086471" y="705348"/>
                    <a:pt x="2087424" y="682488"/>
                    <a:pt x="2076946" y="669153"/>
                  </a:cubicBezTo>
                  <a:cubicBezTo>
                    <a:pt x="2062659" y="651055"/>
                    <a:pt x="2076946" y="617718"/>
                    <a:pt x="2097901" y="611050"/>
                  </a:cubicBezTo>
                  <a:cubicBezTo>
                    <a:pt x="2101711" y="609621"/>
                    <a:pt x="2107426" y="607716"/>
                    <a:pt x="2111236" y="608669"/>
                  </a:cubicBezTo>
                  <a:close/>
                  <a:moveTo>
                    <a:pt x="927279" y="479605"/>
                  </a:moveTo>
                  <a:cubicBezTo>
                    <a:pt x="932041" y="477700"/>
                    <a:pt x="935851" y="480558"/>
                    <a:pt x="933946" y="486273"/>
                  </a:cubicBezTo>
                  <a:cubicBezTo>
                    <a:pt x="932041" y="490083"/>
                    <a:pt x="929184" y="492941"/>
                    <a:pt x="929184" y="493893"/>
                  </a:cubicBezTo>
                  <a:cubicBezTo>
                    <a:pt x="919659" y="493893"/>
                    <a:pt x="917754" y="491035"/>
                    <a:pt x="919659" y="488178"/>
                  </a:cubicBezTo>
                  <a:cubicBezTo>
                    <a:pt x="921564" y="484368"/>
                    <a:pt x="924421" y="480558"/>
                    <a:pt x="927279" y="479605"/>
                  </a:cubicBezTo>
                  <a:close/>
                  <a:moveTo>
                    <a:pt x="1938089" y="417931"/>
                  </a:moveTo>
                  <a:cubicBezTo>
                    <a:pt x="1948537" y="420431"/>
                    <a:pt x="1955503" y="431504"/>
                    <a:pt x="1959789" y="441505"/>
                  </a:cubicBezTo>
                  <a:cubicBezTo>
                    <a:pt x="1967409" y="457698"/>
                    <a:pt x="1952169" y="461508"/>
                    <a:pt x="1940739" y="466270"/>
                  </a:cubicBezTo>
                  <a:cubicBezTo>
                    <a:pt x="1909306" y="478653"/>
                    <a:pt x="1880731" y="501513"/>
                    <a:pt x="1842631" y="480558"/>
                  </a:cubicBezTo>
                  <a:cubicBezTo>
                    <a:pt x="1829296" y="472938"/>
                    <a:pt x="1832154" y="467223"/>
                    <a:pt x="1832154" y="458650"/>
                  </a:cubicBezTo>
                  <a:cubicBezTo>
                    <a:pt x="1828344" y="450078"/>
                    <a:pt x="1835964" y="442458"/>
                    <a:pt x="1833106" y="431980"/>
                  </a:cubicBezTo>
                  <a:cubicBezTo>
                    <a:pt x="1828344" y="420550"/>
                    <a:pt x="1835011" y="416740"/>
                    <a:pt x="1845489" y="423408"/>
                  </a:cubicBezTo>
                  <a:cubicBezTo>
                    <a:pt x="1847394" y="430075"/>
                    <a:pt x="1849299" y="439600"/>
                    <a:pt x="1857871" y="432933"/>
                  </a:cubicBezTo>
                  <a:cubicBezTo>
                    <a:pt x="1878826" y="418645"/>
                    <a:pt x="1903591" y="426265"/>
                    <a:pt x="1926451" y="418645"/>
                  </a:cubicBezTo>
                  <a:cubicBezTo>
                    <a:pt x="1930737" y="417216"/>
                    <a:pt x="1934607" y="417097"/>
                    <a:pt x="1938089" y="417931"/>
                  </a:cubicBezTo>
                  <a:close/>
                  <a:moveTo>
                    <a:pt x="904419" y="389118"/>
                  </a:moveTo>
                  <a:cubicBezTo>
                    <a:pt x="915849" y="404358"/>
                    <a:pt x="928231" y="418646"/>
                    <a:pt x="938709" y="433886"/>
                  </a:cubicBezTo>
                  <a:cubicBezTo>
                    <a:pt x="940614" y="436743"/>
                    <a:pt x="940614" y="441505"/>
                    <a:pt x="942519" y="446268"/>
                  </a:cubicBezTo>
                  <a:cubicBezTo>
                    <a:pt x="938709" y="447221"/>
                    <a:pt x="932041" y="450078"/>
                    <a:pt x="931089" y="449125"/>
                  </a:cubicBezTo>
                  <a:cubicBezTo>
                    <a:pt x="912991" y="426266"/>
                    <a:pt x="896799" y="440553"/>
                    <a:pt x="878701" y="449125"/>
                  </a:cubicBezTo>
                  <a:cubicBezTo>
                    <a:pt x="871081" y="452936"/>
                    <a:pt x="863461" y="446268"/>
                    <a:pt x="856794" y="443411"/>
                  </a:cubicBezTo>
                  <a:cubicBezTo>
                    <a:pt x="835839" y="424361"/>
                    <a:pt x="864414" y="422455"/>
                    <a:pt x="867271" y="412930"/>
                  </a:cubicBezTo>
                  <a:cubicBezTo>
                    <a:pt x="878701" y="402453"/>
                    <a:pt x="887274" y="388166"/>
                    <a:pt x="904419" y="389118"/>
                  </a:cubicBezTo>
                  <a:close/>
                  <a:moveTo>
                    <a:pt x="1062534" y="340541"/>
                  </a:moveTo>
                  <a:cubicBezTo>
                    <a:pt x="1073011" y="340541"/>
                    <a:pt x="1082536" y="340541"/>
                    <a:pt x="1083489" y="353876"/>
                  </a:cubicBezTo>
                  <a:cubicBezTo>
                    <a:pt x="1073964" y="356733"/>
                    <a:pt x="1066344" y="373878"/>
                    <a:pt x="1053961" y="360543"/>
                  </a:cubicBezTo>
                  <a:cubicBezTo>
                    <a:pt x="1045389" y="351018"/>
                    <a:pt x="1054914" y="345303"/>
                    <a:pt x="1062534" y="340541"/>
                  </a:cubicBezTo>
                  <a:close/>
                  <a:moveTo>
                    <a:pt x="2471113" y="336025"/>
                  </a:moveTo>
                  <a:cubicBezTo>
                    <a:pt x="2489315" y="339763"/>
                    <a:pt x="2505689" y="355066"/>
                    <a:pt x="2521763" y="370068"/>
                  </a:cubicBezTo>
                  <a:cubicBezTo>
                    <a:pt x="2652256" y="491988"/>
                    <a:pt x="2764651" y="627243"/>
                    <a:pt x="2848471" y="785358"/>
                  </a:cubicBezTo>
                  <a:cubicBezTo>
                    <a:pt x="2875141" y="835841"/>
                    <a:pt x="2898953" y="887276"/>
                    <a:pt x="2920861" y="940616"/>
                  </a:cubicBezTo>
                  <a:cubicBezTo>
                    <a:pt x="2925623" y="952046"/>
                    <a:pt x="2938006" y="963476"/>
                    <a:pt x="2926576" y="977763"/>
                  </a:cubicBezTo>
                  <a:cubicBezTo>
                    <a:pt x="2893238" y="978716"/>
                    <a:pt x="2872283" y="955856"/>
                    <a:pt x="2847518" y="938711"/>
                  </a:cubicBezTo>
                  <a:cubicBezTo>
                    <a:pt x="2844661" y="919661"/>
                    <a:pt x="2858948" y="906326"/>
                    <a:pt x="2864663" y="890133"/>
                  </a:cubicBezTo>
                  <a:cubicBezTo>
                    <a:pt x="2846566" y="892991"/>
                    <a:pt x="2829421" y="903468"/>
                    <a:pt x="2810371" y="908231"/>
                  </a:cubicBezTo>
                  <a:cubicBezTo>
                    <a:pt x="2792273" y="911088"/>
                    <a:pt x="2774176" y="912041"/>
                    <a:pt x="2757031" y="904421"/>
                  </a:cubicBezTo>
                  <a:cubicBezTo>
                    <a:pt x="2741791" y="897753"/>
                    <a:pt x="2733218" y="902516"/>
                    <a:pt x="2728456" y="916803"/>
                  </a:cubicBezTo>
                  <a:cubicBezTo>
                    <a:pt x="2724646" y="935853"/>
                    <a:pt x="2713216" y="952998"/>
                    <a:pt x="2707501" y="971096"/>
                  </a:cubicBezTo>
                  <a:cubicBezTo>
                    <a:pt x="2702738" y="984431"/>
                    <a:pt x="2699881" y="997766"/>
                    <a:pt x="2706548" y="1011101"/>
                  </a:cubicBezTo>
                  <a:cubicBezTo>
                    <a:pt x="2712263" y="1021578"/>
                    <a:pt x="2722741" y="1031103"/>
                    <a:pt x="2712263" y="1044438"/>
                  </a:cubicBezTo>
                  <a:cubicBezTo>
                    <a:pt x="2722979" y="1032294"/>
                    <a:pt x="2735302" y="1023900"/>
                    <a:pt x="2750438" y="1026892"/>
                  </a:cubicBezTo>
                  <a:lnTo>
                    <a:pt x="2757317" y="1029909"/>
                  </a:lnTo>
                  <a:lnTo>
                    <a:pt x="2760842" y="1028246"/>
                  </a:lnTo>
                  <a:cubicBezTo>
                    <a:pt x="2768462" y="1021578"/>
                    <a:pt x="2775130" y="1013006"/>
                    <a:pt x="2785607" y="1010148"/>
                  </a:cubicBezTo>
                  <a:cubicBezTo>
                    <a:pt x="2791798" y="1008243"/>
                    <a:pt x="2798228" y="1006814"/>
                    <a:pt x="2804538" y="1006457"/>
                  </a:cubicBezTo>
                  <a:cubicBezTo>
                    <a:pt x="2810848" y="1006100"/>
                    <a:pt x="2817040" y="1006814"/>
                    <a:pt x="2822755" y="1009196"/>
                  </a:cubicBezTo>
                  <a:cubicBezTo>
                    <a:pt x="2859902" y="1023483"/>
                    <a:pt x="2898955" y="1027293"/>
                    <a:pt x="2938959" y="1031103"/>
                  </a:cubicBezTo>
                  <a:cubicBezTo>
                    <a:pt x="2955152" y="1033008"/>
                    <a:pt x="2957057" y="1047296"/>
                    <a:pt x="2959915" y="1058726"/>
                  </a:cubicBezTo>
                  <a:cubicBezTo>
                    <a:pt x="2990394" y="1159691"/>
                    <a:pt x="3010397" y="1262561"/>
                    <a:pt x="3021827" y="1368288"/>
                  </a:cubicBezTo>
                  <a:cubicBezTo>
                    <a:pt x="3029447" y="1433058"/>
                    <a:pt x="3025637" y="1497828"/>
                    <a:pt x="3027542" y="1562598"/>
                  </a:cubicBezTo>
                  <a:cubicBezTo>
                    <a:pt x="3027542" y="1573076"/>
                    <a:pt x="3031352" y="1585458"/>
                    <a:pt x="3020874" y="1594983"/>
                  </a:cubicBezTo>
                  <a:cubicBezTo>
                    <a:pt x="2992299" y="1573076"/>
                    <a:pt x="2963724" y="1551168"/>
                    <a:pt x="2958009" y="1512116"/>
                  </a:cubicBezTo>
                  <a:cubicBezTo>
                    <a:pt x="2954199" y="1483541"/>
                    <a:pt x="2933244" y="1467348"/>
                    <a:pt x="2918005" y="1446393"/>
                  </a:cubicBezTo>
                  <a:cubicBezTo>
                    <a:pt x="2898955" y="1421628"/>
                    <a:pt x="2888477" y="1390196"/>
                    <a:pt x="2860855" y="1371146"/>
                  </a:cubicBezTo>
                  <a:cubicBezTo>
                    <a:pt x="2846567" y="1368288"/>
                    <a:pt x="2836089" y="1359716"/>
                    <a:pt x="2831327" y="1343523"/>
                  </a:cubicBezTo>
                  <a:cubicBezTo>
                    <a:pt x="2835137" y="1360668"/>
                    <a:pt x="2849424" y="1368288"/>
                    <a:pt x="2856092" y="1380671"/>
                  </a:cubicBezTo>
                  <a:cubicBezTo>
                    <a:pt x="2882762" y="1424486"/>
                    <a:pt x="2896097" y="1474968"/>
                    <a:pt x="2930387" y="1514021"/>
                  </a:cubicBezTo>
                  <a:cubicBezTo>
                    <a:pt x="2938007" y="1522593"/>
                    <a:pt x="2938959" y="1534976"/>
                    <a:pt x="2939912" y="1546406"/>
                  </a:cubicBezTo>
                  <a:cubicBezTo>
                    <a:pt x="2941817" y="1566408"/>
                    <a:pt x="2950390" y="1582601"/>
                    <a:pt x="2962772" y="1597841"/>
                  </a:cubicBezTo>
                  <a:cubicBezTo>
                    <a:pt x="2983727" y="1622606"/>
                    <a:pt x="2993252" y="1652133"/>
                    <a:pt x="2999919" y="1683566"/>
                  </a:cubicBezTo>
                  <a:cubicBezTo>
                    <a:pt x="3023732" y="1698806"/>
                    <a:pt x="3015159" y="1721666"/>
                    <a:pt x="3012302" y="1740716"/>
                  </a:cubicBezTo>
                  <a:cubicBezTo>
                    <a:pt x="2988490" y="1885496"/>
                    <a:pt x="2951342" y="2026466"/>
                    <a:pt x="2886572" y="2158864"/>
                  </a:cubicBezTo>
                  <a:cubicBezTo>
                    <a:pt x="2872284" y="2188391"/>
                    <a:pt x="2858949" y="2218871"/>
                    <a:pt x="2841805" y="2246493"/>
                  </a:cubicBezTo>
                  <a:cubicBezTo>
                    <a:pt x="2837042" y="2255066"/>
                    <a:pt x="2835137" y="2266496"/>
                    <a:pt x="2821802" y="2266496"/>
                  </a:cubicBezTo>
                  <a:cubicBezTo>
                    <a:pt x="2812277" y="2260781"/>
                    <a:pt x="2812277" y="2249351"/>
                    <a:pt x="2808467" y="2240778"/>
                  </a:cubicBezTo>
                  <a:cubicBezTo>
                    <a:pt x="2794180" y="2222681"/>
                    <a:pt x="2796084" y="2198868"/>
                    <a:pt x="2785607" y="2172198"/>
                  </a:cubicBezTo>
                  <a:cubicBezTo>
                    <a:pt x="2795132" y="2196011"/>
                    <a:pt x="2791322" y="2217918"/>
                    <a:pt x="2805609" y="2234111"/>
                  </a:cubicBezTo>
                  <a:cubicBezTo>
                    <a:pt x="2812277" y="2246493"/>
                    <a:pt x="2811324" y="2261733"/>
                    <a:pt x="2821802" y="2273164"/>
                  </a:cubicBezTo>
                  <a:cubicBezTo>
                    <a:pt x="2795132" y="2339839"/>
                    <a:pt x="2750364" y="2394131"/>
                    <a:pt x="2708455" y="2451281"/>
                  </a:cubicBezTo>
                  <a:cubicBezTo>
                    <a:pt x="2661782" y="2514146"/>
                    <a:pt x="2606537" y="2568439"/>
                    <a:pt x="2551292" y="2622731"/>
                  </a:cubicBezTo>
                  <a:cubicBezTo>
                    <a:pt x="2527480" y="2646543"/>
                    <a:pt x="2502714" y="2666546"/>
                    <a:pt x="2476997" y="2687501"/>
                  </a:cubicBezTo>
                  <a:cubicBezTo>
                    <a:pt x="2465567" y="2677976"/>
                    <a:pt x="2476997" y="2661783"/>
                    <a:pt x="2463662" y="2655116"/>
                  </a:cubicBezTo>
                  <a:cubicBezTo>
                    <a:pt x="2469377" y="2608443"/>
                    <a:pt x="2446517" y="2570343"/>
                    <a:pt x="2425562" y="2533196"/>
                  </a:cubicBezTo>
                  <a:cubicBezTo>
                    <a:pt x="2392224" y="2475093"/>
                    <a:pt x="2414132" y="2424611"/>
                    <a:pt x="2439849" y="2375081"/>
                  </a:cubicBezTo>
                  <a:cubicBezTo>
                    <a:pt x="2453184" y="2349364"/>
                    <a:pt x="2458899" y="2330314"/>
                    <a:pt x="2449374" y="2301739"/>
                  </a:cubicBezTo>
                  <a:cubicBezTo>
                    <a:pt x="2439849" y="2272211"/>
                    <a:pt x="2442707" y="2240778"/>
                    <a:pt x="2430324" y="2210298"/>
                  </a:cubicBezTo>
                  <a:cubicBezTo>
                    <a:pt x="2420799" y="2187439"/>
                    <a:pt x="2416989" y="2160768"/>
                    <a:pt x="2396987" y="2144576"/>
                  </a:cubicBezTo>
                  <a:cubicBezTo>
                    <a:pt x="2352219" y="2107428"/>
                    <a:pt x="2357934" y="2060756"/>
                    <a:pt x="2370317" y="2012178"/>
                  </a:cubicBezTo>
                  <a:cubicBezTo>
                    <a:pt x="2372222" y="2005511"/>
                    <a:pt x="2374127" y="1998843"/>
                    <a:pt x="2374127" y="1992176"/>
                  </a:cubicBezTo>
                  <a:cubicBezTo>
                    <a:pt x="2376984" y="1954076"/>
                    <a:pt x="2356982" y="1935978"/>
                    <a:pt x="2319834" y="1944551"/>
                  </a:cubicBezTo>
                  <a:cubicBezTo>
                    <a:pt x="2303642" y="1948361"/>
                    <a:pt x="2292212" y="1948361"/>
                    <a:pt x="2282687" y="1931216"/>
                  </a:cubicBezTo>
                  <a:cubicBezTo>
                    <a:pt x="2263637" y="1897878"/>
                    <a:pt x="2235062" y="1889306"/>
                    <a:pt x="2200772" y="1905498"/>
                  </a:cubicBezTo>
                  <a:cubicBezTo>
                    <a:pt x="2186484" y="1912166"/>
                    <a:pt x="2171244" y="1918833"/>
                    <a:pt x="2157909" y="1926453"/>
                  </a:cubicBezTo>
                  <a:cubicBezTo>
                    <a:pt x="2140764" y="1935978"/>
                    <a:pt x="2124572" y="1938836"/>
                    <a:pt x="2106474" y="1931216"/>
                  </a:cubicBezTo>
                  <a:cubicBezTo>
                    <a:pt x="2083614" y="1921691"/>
                    <a:pt x="2059802" y="1925501"/>
                    <a:pt x="2040752" y="1937883"/>
                  </a:cubicBezTo>
                  <a:cubicBezTo>
                    <a:pt x="2012177" y="1956933"/>
                    <a:pt x="1991222" y="1941693"/>
                    <a:pt x="1974077" y="1924548"/>
                  </a:cubicBezTo>
                  <a:cubicBezTo>
                    <a:pt x="1956932" y="1907403"/>
                    <a:pt x="1938834" y="1892163"/>
                    <a:pt x="1919784" y="1877876"/>
                  </a:cubicBezTo>
                  <a:cubicBezTo>
                    <a:pt x="1909307" y="1870256"/>
                    <a:pt x="1899782" y="1861683"/>
                    <a:pt x="1896924" y="1849301"/>
                  </a:cubicBezTo>
                  <a:cubicBezTo>
                    <a:pt x="1889304" y="1812153"/>
                    <a:pt x="1862634" y="1789293"/>
                    <a:pt x="1839774" y="1762623"/>
                  </a:cubicBezTo>
                  <a:cubicBezTo>
                    <a:pt x="1827392" y="1748336"/>
                    <a:pt x="1815962" y="1694043"/>
                    <a:pt x="1822629" y="1676898"/>
                  </a:cubicBezTo>
                  <a:cubicBezTo>
                    <a:pt x="1840727" y="1632131"/>
                    <a:pt x="1846442" y="1585458"/>
                    <a:pt x="1829297" y="1537833"/>
                  </a:cubicBezTo>
                  <a:cubicBezTo>
                    <a:pt x="1826439" y="1530213"/>
                    <a:pt x="1823582" y="1522593"/>
                    <a:pt x="1828344" y="1514973"/>
                  </a:cubicBezTo>
                  <a:cubicBezTo>
                    <a:pt x="1854062" y="1466396"/>
                    <a:pt x="1875017" y="1416866"/>
                    <a:pt x="1909307" y="1373051"/>
                  </a:cubicBezTo>
                  <a:cubicBezTo>
                    <a:pt x="1915022" y="1366383"/>
                    <a:pt x="1923594" y="1365431"/>
                    <a:pt x="1929309" y="1361621"/>
                  </a:cubicBezTo>
                  <a:cubicBezTo>
                    <a:pt x="1954074" y="1345428"/>
                    <a:pt x="1976934" y="1330188"/>
                    <a:pt x="1977887" y="1293041"/>
                  </a:cubicBezTo>
                  <a:cubicBezTo>
                    <a:pt x="1978839" y="1267323"/>
                    <a:pt x="1992174" y="1239701"/>
                    <a:pt x="2019797" y="1227318"/>
                  </a:cubicBezTo>
                  <a:cubicBezTo>
                    <a:pt x="2040752" y="1217793"/>
                    <a:pt x="2050277" y="1201601"/>
                    <a:pt x="2051229" y="1178741"/>
                  </a:cubicBezTo>
                  <a:cubicBezTo>
                    <a:pt x="2058849" y="1162548"/>
                    <a:pt x="2071232" y="1167311"/>
                    <a:pt x="2083614" y="1172073"/>
                  </a:cubicBezTo>
                  <a:cubicBezTo>
                    <a:pt x="2111237" y="1181598"/>
                    <a:pt x="2136002" y="1178741"/>
                    <a:pt x="2161719" y="1162548"/>
                  </a:cubicBezTo>
                  <a:cubicBezTo>
                    <a:pt x="2193152" y="1142546"/>
                    <a:pt x="2229347" y="1134926"/>
                    <a:pt x="2266494" y="1136831"/>
                  </a:cubicBezTo>
                  <a:cubicBezTo>
                    <a:pt x="2288402" y="1137783"/>
                    <a:pt x="2310309" y="1137783"/>
                    <a:pt x="2331264" y="1133021"/>
                  </a:cubicBezTo>
                  <a:cubicBezTo>
                    <a:pt x="2370317" y="1123496"/>
                    <a:pt x="2397939" y="1138736"/>
                    <a:pt x="2387462" y="1197791"/>
                  </a:cubicBezTo>
                  <a:cubicBezTo>
                    <a:pt x="2384604" y="1213983"/>
                    <a:pt x="2384604" y="1228271"/>
                    <a:pt x="2400797" y="1229223"/>
                  </a:cubicBezTo>
                  <a:cubicBezTo>
                    <a:pt x="2447469" y="1231128"/>
                    <a:pt x="2477949" y="1266371"/>
                    <a:pt x="2517002" y="1283516"/>
                  </a:cubicBezTo>
                  <a:cubicBezTo>
                    <a:pt x="2538909" y="1293041"/>
                    <a:pt x="2550339" y="1296851"/>
                    <a:pt x="2556055" y="1266371"/>
                  </a:cubicBezTo>
                  <a:cubicBezTo>
                    <a:pt x="2561769" y="1236843"/>
                    <a:pt x="2589392" y="1227318"/>
                    <a:pt x="2617967" y="1241606"/>
                  </a:cubicBezTo>
                  <a:cubicBezTo>
                    <a:pt x="2644637" y="1254941"/>
                    <a:pt x="2673212" y="1262561"/>
                    <a:pt x="2701787" y="1271133"/>
                  </a:cubicBezTo>
                  <a:cubicBezTo>
                    <a:pt x="2743697" y="1283516"/>
                    <a:pt x="2782749" y="1259703"/>
                    <a:pt x="2823707" y="1270181"/>
                  </a:cubicBezTo>
                  <a:cubicBezTo>
                    <a:pt x="2833232" y="1272086"/>
                    <a:pt x="2840852" y="1262561"/>
                    <a:pt x="2842757" y="1253988"/>
                  </a:cubicBezTo>
                  <a:cubicBezTo>
                    <a:pt x="2847519" y="1233033"/>
                    <a:pt x="2856092" y="1212078"/>
                    <a:pt x="2857997" y="1191123"/>
                  </a:cubicBezTo>
                  <a:cubicBezTo>
                    <a:pt x="2861807" y="1157786"/>
                    <a:pt x="2857044" y="1154928"/>
                    <a:pt x="2824659" y="1163501"/>
                  </a:cubicBezTo>
                  <a:cubicBezTo>
                    <a:pt x="2807514" y="1168263"/>
                    <a:pt x="2793227" y="1167311"/>
                    <a:pt x="2781797" y="1153023"/>
                  </a:cubicBezTo>
                  <a:lnTo>
                    <a:pt x="2778142" y="1149005"/>
                  </a:lnTo>
                  <a:lnTo>
                    <a:pt x="2758579" y="1157637"/>
                  </a:lnTo>
                  <a:cubicBezTo>
                    <a:pt x="2730182" y="1164691"/>
                    <a:pt x="2706072" y="1153261"/>
                    <a:pt x="2684641" y="1122543"/>
                  </a:cubicBezTo>
                  <a:cubicBezTo>
                    <a:pt x="2676068" y="1110161"/>
                    <a:pt x="2672258" y="1095873"/>
                    <a:pt x="2664638" y="1083491"/>
                  </a:cubicBezTo>
                  <a:cubicBezTo>
                    <a:pt x="2658923" y="1073966"/>
                    <a:pt x="2664638" y="1054916"/>
                    <a:pt x="2646541" y="1054916"/>
                  </a:cubicBezTo>
                  <a:cubicBezTo>
                    <a:pt x="2631301" y="1055868"/>
                    <a:pt x="2616061" y="1061583"/>
                    <a:pt x="2610346" y="1080633"/>
                  </a:cubicBezTo>
                  <a:lnTo>
                    <a:pt x="2609202" y="1082346"/>
                  </a:lnTo>
                  <a:lnTo>
                    <a:pt x="2613204" y="1086348"/>
                  </a:lnTo>
                  <a:cubicBezTo>
                    <a:pt x="2619871" y="1093968"/>
                    <a:pt x="2626539" y="1101588"/>
                    <a:pt x="2632254" y="1108255"/>
                  </a:cubicBezTo>
                  <a:cubicBezTo>
                    <a:pt x="2619871" y="1117780"/>
                    <a:pt x="2617014" y="1133020"/>
                    <a:pt x="2609394" y="1145403"/>
                  </a:cubicBezTo>
                  <a:cubicBezTo>
                    <a:pt x="2602726" y="1154928"/>
                    <a:pt x="2586534" y="1142545"/>
                    <a:pt x="2584629" y="1132068"/>
                  </a:cubicBezTo>
                  <a:cubicBezTo>
                    <a:pt x="2581771" y="1117780"/>
                    <a:pt x="2574151" y="1106350"/>
                    <a:pt x="2566055" y="1095397"/>
                  </a:cubicBezTo>
                  <a:lnTo>
                    <a:pt x="2558490" y="1083461"/>
                  </a:lnTo>
                  <a:lnTo>
                    <a:pt x="2545576" y="1071108"/>
                  </a:lnTo>
                  <a:cubicBezTo>
                    <a:pt x="2541766" y="1068251"/>
                    <a:pt x="2537003" y="1065393"/>
                    <a:pt x="2536051" y="1061583"/>
                  </a:cubicBezTo>
                  <a:cubicBezTo>
                    <a:pt x="2522716" y="1003481"/>
                    <a:pt x="2462708" y="991098"/>
                    <a:pt x="2429371" y="952046"/>
                  </a:cubicBezTo>
                  <a:cubicBezTo>
                    <a:pt x="2426513" y="949188"/>
                    <a:pt x="2421751" y="947283"/>
                    <a:pt x="2417941" y="944426"/>
                  </a:cubicBezTo>
                  <a:cubicBezTo>
                    <a:pt x="2416036" y="943473"/>
                    <a:pt x="2413178" y="943473"/>
                    <a:pt x="2407463" y="947283"/>
                  </a:cubicBezTo>
                  <a:cubicBezTo>
                    <a:pt x="2425561" y="973001"/>
                    <a:pt x="2440801" y="998718"/>
                    <a:pt x="2469376" y="1014911"/>
                  </a:cubicBezTo>
                  <a:cubicBezTo>
                    <a:pt x="2483663" y="1023483"/>
                    <a:pt x="2500808" y="1028246"/>
                    <a:pt x="2509381" y="1044438"/>
                  </a:cubicBezTo>
                  <a:cubicBezTo>
                    <a:pt x="2510333" y="1049201"/>
                    <a:pt x="2508428" y="1053963"/>
                    <a:pt x="2504618" y="1057773"/>
                  </a:cubicBezTo>
                  <a:cubicBezTo>
                    <a:pt x="2500808" y="1066346"/>
                    <a:pt x="2479853" y="1059678"/>
                    <a:pt x="2488426" y="1077776"/>
                  </a:cubicBezTo>
                  <a:cubicBezTo>
                    <a:pt x="2485568" y="1082538"/>
                    <a:pt x="2481758" y="1084443"/>
                    <a:pt x="2476996" y="1084443"/>
                  </a:cubicBezTo>
                  <a:cubicBezTo>
                    <a:pt x="2437943" y="1050153"/>
                    <a:pt x="2385556" y="1032056"/>
                    <a:pt x="2356028" y="985383"/>
                  </a:cubicBezTo>
                  <a:cubicBezTo>
                    <a:pt x="2346503" y="970143"/>
                    <a:pt x="2333168" y="968238"/>
                    <a:pt x="2317928" y="978716"/>
                  </a:cubicBezTo>
                  <a:cubicBezTo>
                    <a:pt x="2310308" y="984431"/>
                    <a:pt x="2301736" y="994908"/>
                    <a:pt x="2295068" y="993003"/>
                  </a:cubicBezTo>
                  <a:cubicBezTo>
                    <a:pt x="2237918" y="978716"/>
                    <a:pt x="2232203" y="1040628"/>
                    <a:pt x="2196008" y="1057773"/>
                  </a:cubicBezTo>
                  <a:cubicBezTo>
                    <a:pt x="2185531" y="1062536"/>
                    <a:pt x="2183626" y="1075871"/>
                    <a:pt x="2181721" y="1087301"/>
                  </a:cubicBezTo>
                  <a:cubicBezTo>
                    <a:pt x="2172196" y="1130163"/>
                    <a:pt x="2149336" y="1152071"/>
                    <a:pt x="2105521" y="1157786"/>
                  </a:cubicBezTo>
                  <a:cubicBezTo>
                    <a:pt x="2088376" y="1159691"/>
                    <a:pt x="2069326" y="1179693"/>
                    <a:pt x="2053133" y="1155881"/>
                  </a:cubicBezTo>
                  <a:cubicBezTo>
                    <a:pt x="2052181" y="1145403"/>
                    <a:pt x="2048371" y="1137783"/>
                    <a:pt x="2036941" y="1136831"/>
                  </a:cubicBezTo>
                  <a:cubicBezTo>
                    <a:pt x="2026463" y="1135878"/>
                    <a:pt x="2010271" y="1148261"/>
                    <a:pt x="2008366" y="1131116"/>
                  </a:cubicBezTo>
                  <a:cubicBezTo>
                    <a:pt x="2005508" y="1113018"/>
                    <a:pt x="1993126" y="1094921"/>
                    <a:pt x="2001698" y="1074918"/>
                  </a:cubicBezTo>
                  <a:cubicBezTo>
                    <a:pt x="2011223" y="1051106"/>
                    <a:pt x="2015986" y="1027293"/>
                    <a:pt x="2008366" y="1001576"/>
                  </a:cubicBezTo>
                  <a:cubicBezTo>
                    <a:pt x="2002651" y="979668"/>
                    <a:pt x="2021701" y="978716"/>
                    <a:pt x="2035988" y="977763"/>
                  </a:cubicBezTo>
                  <a:cubicBezTo>
                    <a:pt x="2059801" y="974906"/>
                    <a:pt x="2083613" y="981573"/>
                    <a:pt x="2107426" y="983478"/>
                  </a:cubicBezTo>
                  <a:cubicBezTo>
                    <a:pt x="2120761" y="984431"/>
                    <a:pt x="2139811" y="992051"/>
                    <a:pt x="2148383" y="975858"/>
                  </a:cubicBezTo>
                  <a:cubicBezTo>
                    <a:pt x="2157908" y="956808"/>
                    <a:pt x="2162671" y="934901"/>
                    <a:pt x="2150288" y="913946"/>
                  </a:cubicBezTo>
                  <a:cubicBezTo>
                    <a:pt x="2140763" y="897753"/>
                    <a:pt x="2131238" y="882513"/>
                    <a:pt x="2112188" y="876798"/>
                  </a:cubicBezTo>
                  <a:cubicBezTo>
                    <a:pt x="2105521" y="874893"/>
                    <a:pt x="2094091" y="873941"/>
                    <a:pt x="2096948" y="862511"/>
                  </a:cubicBezTo>
                  <a:cubicBezTo>
                    <a:pt x="2098853" y="852033"/>
                    <a:pt x="2109331" y="852033"/>
                    <a:pt x="2118856" y="849176"/>
                  </a:cubicBezTo>
                  <a:cubicBezTo>
                    <a:pt x="2149336" y="838698"/>
                    <a:pt x="2177911" y="830126"/>
                    <a:pt x="2206486" y="810123"/>
                  </a:cubicBezTo>
                  <a:cubicBezTo>
                    <a:pt x="2241728" y="785358"/>
                    <a:pt x="2258873" y="735828"/>
                    <a:pt x="2308403" y="731066"/>
                  </a:cubicBezTo>
                  <a:cubicBezTo>
                    <a:pt x="2322691" y="729161"/>
                    <a:pt x="2323643" y="718683"/>
                    <a:pt x="2321738" y="708206"/>
                  </a:cubicBezTo>
                  <a:cubicBezTo>
                    <a:pt x="2319833" y="698681"/>
                    <a:pt x="2314118" y="689156"/>
                    <a:pt x="2311261" y="679631"/>
                  </a:cubicBezTo>
                  <a:cubicBezTo>
                    <a:pt x="2307451" y="666296"/>
                    <a:pt x="2305546" y="652008"/>
                    <a:pt x="2320786" y="643436"/>
                  </a:cubicBezTo>
                  <a:cubicBezTo>
                    <a:pt x="2326501" y="640578"/>
                    <a:pt x="2334121" y="632958"/>
                    <a:pt x="2338883" y="638673"/>
                  </a:cubicBezTo>
                  <a:cubicBezTo>
                    <a:pt x="2346503" y="649151"/>
                    <a:pt x="2353171" y="662486"/>
                    <a:pt x="2343646" y="675821"/>
                  </a:cubicBezTo>
                  <a:cubicBezTo>
                    <a:pt x="2337931" y="685346"/>
                    <a:pt x="2342693" y="692966"/>
                    <a:pt x="2348408" y="699633"/>
                  </a:cubicBezTo>
                  <a:cubicBezTo>
                    <a:pt x="2356028" y="708206"/>
                    <a:pt x="2364601" y="711063"/>
                    <a:pt x="2376031" y="706301"/>
                  </a:cubicBezTo>
                  <a:cubicBezTo>
                    <a:pt x="2378888" y="705348"/>
                    <a:pt x="2381746" y="704396"/>
                    <a:pt x="2385556" y="704396"/>
                  </a:cubicBezTo>
                  <a:cubicBezTo>
                    <a:pt x="2409368" y="712968"/>
                    <a:pt x="2432228" y="712016"/>
                    <a:pt x="2454136" y="698681"/>
                  </a:cubicBezTo>
                  <a:cubicBezTo>
                    <a:pt x="2460803" y="694871"/>
                    <a:pt x="2469376" y="692966"/>
                    <a:pt x="2476996" y="692013"/>
                  </a:cubicBezTo>
                  <a:cubicBezTo>
                    <a:pt x="2517001" y="689156"/>
                    <a:pt x="2517001" y="689156"/>
                    <a:pt x="2517953" y="648198"/>
                  </a:cubicBezTo>
                  <a:cubicBezTo>
                    <a:pt x="2525573" y="626291"/>
                    <a:pt x="2540813" y="618671"/>
                    <a:pt x="2563673" y="626291"/>
                  </a:cubicBezTo>
                  <a:cubicBezTo>
                    <a:pt x="2558911" y="610098"/>
                    <a:pt x="2545576" y="599621"/>
                    <a:pt x="2554148" y="585333"/>
                  </a:cubicBezTo>
                  <a:lnTo>
                    <a:pt x="2572928" y="573708"/>
                  </a:lnTo>
                  <a:lnTo>
                    <a:pt x="2586098" y="571735"/>
                  </a:lnTo>
                  <a:lnTo>
                    <a:pt x="2586726" y="571671"/>
                  </a:lnTo>
                  <a:cubicBezTo>
                    <a:pt x="2599630" y="572653"/>
                    <a:pt x="2613203" y="578189"/>
                    <a:pt x="2624633" y="568188"/>
                  </a:cubicBezTo>
                  <a:cubicBezTo>
                    <a:pt x="2626538" y="566283"/>
                    <a:pt x="2628443" y="565331"/>
                    <a:pt x="2630348" y="563426"/>
                  </a:cubicBezTo>
                  <a:cubicBezTo>
                    <a:pt x="2634158" y="561521"/>
                    <a:pt x="2634158" y="568188"/>
                    <a:pt x="2633206" y="563426"/>
                  </a:cubicBezTo>
                  <a:cubicBezTo>
                    <a:pt x="2632253" y="557711"/>
                    <a:pt x="2629396" y="564378"/>
                    <a:pt x="2626538" y="563426"/>
                  </a:cubicBezTo>
                  <a:cubicBezTo>
                    <a:pt x="2615584" y="567236"/>
                    <a:pt x="2604392" y="569141"/>
                    <a:pt x="2593082" y="570689"/>
                  </a:cubicBezTo>
                  <a:lnTo>
                    <a:pt x="2586098" y="571735"/>
                  </a:lnTo>
                  <a:lnTo>
                    <a:pt x="2574151" y="572951"/>
                  </a:lnTo>
                  <a:lnTo>
                    <a:pt x="2572928" y="573708"/>
                  </a:lnTo>
                  <a:lnTo>
                    <a:pt x="2558911" y="575808"/>
                  </a:lnTo>
                  <a:cubicBezTo>
                    <a:pt x="2533193" y="580571"/>
                    <a:pt x="2516048" y="563426"/>
                    <a:pt x="2506523" y="541518"/>
                  </a:cubicBezTo>
                  <a:cubicBezTo>
                    <a:pt x="2496998" y="519611"/>
                    <a:pt x="2487473" y="498656"/>
                    <a:pt x="2512238" y="480558"/>
                  </a:cubicBezTo>
                  <a:cubicBezTo>
                    <a:pt x="2520811" y="474843"/>
                    <a:pt x="2527478" y="467223"/>
                    <a:pt x="2533193" y="458651"/>
                  </a:cubicBezTo>
                  <a:cubicBezTo>
                    <a:pt x="2537003" y="452936"/>
                    <a:pt x="2541766" y="446268"/>
                    <a:pt x="2534146" y="440553"/>
                  </a:cubicBezTo>
                  <a:cubicBezTo>
                    <a:pt x="2526526" y="434838"/>
                    <a:pt x="2515096" y="437696"/>
                    <a:pt x="2513191" y="445316"/>
                  </a:cubicBezTo>
                  <a:cubicBezTo>
                    <a:pt x="2506523" y="474843"/>
                    <a:pt x="2482711" y="489131"/>
                    <a:pt x="2464613" y="509133"/>
                  </a:cubicBezTo>
                  <a:cubicBezTo>
                    <a:pt x="2452231" y="523421"/>
                    <a:pt x="2455088" y="538661"/>
                    <a:pt x="2467471" y="551996"/>
                  </a:cubicBezTo>
                  <a:cubicBezTo>
                    <a:pt x="2481758" y="567236"/>
                    <a:pt x="2481758" y="582476"/>
                    <a:pt x="2468423" y="597716"/>
                  </a:cubicBezTo>
                  <a:cubicBezTo>
                    <a:pt x="2457946" y="610098"/>
                    <a:pt x="2455088" y="623433"/>
                    <a:pt x="2453183" y="638673"/>
                  </a:cubicBezTo>
                  <a:cubicBezTo>
                    <a:pt x="2451278" y="657723"/>
                    <a:pt x="2442706" y="671058"/>
                    <a:pt x="2423656" y="676773"/>
                  </a:cubicBezTo>
                  <a:cubicBezTo>
                    <a:pt x="2413178" y="682488"/>
                    <a:pt x="2402701" y="690108"/>
                    <a:pt x="2389366" y="683441"/>
                  </a:cubicBezTo>
                  <a:cubicBezTo>
                    <a:pt x="2381746" y="676773"/>
                    <a:pt x="2376983" y="670106"/>
                    <a:pt x="2383651" y="659628"/>
                  </a:cubicBezTo>
                  <a:cubicBezTo>
                    <a:pt x="2377936" y="649151"/>
                    <a:pt x="2372221" y="638673"/>
                    <a:pt x="2367458" y="627243"/>
                  </a:cubicBezTo>
                  <a:cubicBezTo>
                    <a:pt x="2348408" y="585333"/>
                    <a:pt x="2348408" y="584381"/>
                    <a:pt x="2308403" y="612003"/>
                  </a:cubicBezTo>
                  <a:cubicBezTo>
                    <a:pt x="2273161" y="616766"/>
                    <a:pt x="2265541" y="608193"/>
                    <a:pt x="2270303" y="571046"/>
                  </a:cubicBezTo>
                  <a:cubicBezTo>
                    <a:pt x="2271256" y="560568"/>
                    <a:pt x="2287448" y="545328"/>
                    <a:pt x="2260778" y="543423"/>
                  </a:cubicBezTo>
                  <a:cubicBezTo>
                    <a:pt x="2255063" y="542471"/>
                    <a:pt x="2255063" y="530088"/>
                    <a:pt x="2259826" y="522468"/>
                  </a:cubicBezTo>
                  <a:cubicBezTo>
                    <a:pt x="2313166" y="486273"/>
                    <a:pt x="2361743" y="445316"/>
                    <a:pt x="2390318" y="385308"/>
                  </a:cubicBezTo>
                  <a:cubicBezTo>
                    <a:pt x="2396986" y="372926"/>
                    <a:pt x="2403653" y="362448"/>
                    <a:pt x="2416988" y="357686"/>
                  </a:cubicBezTo>
                  <a:cubicBezTo>
                    <a:pt x="2416988" y="355781"/>
                    <a:pt x="2416988" y="353876"/>
                    <a:pt x="2417941" y="351971"/>
                  </a:cubicBezTo>
                  <a:cubicBezTo>
                    <a:pt x="2419846" y="352923"/>
                    <a:pt x="2423656" y="354828"/>
                    <a:pt x="2424608" y="353876"/>
                  </a:cubicBezTo>
                  <a:cubicBezTo>
                    <a:pt x="2434371" y="344351"/>
                    <a:pt x="2443539" y="338934"/>
                    <a:pt x="2452245" y="336582"/>
                  </a:cubicBezTo>
                  <a:cubicBezTo>
                    <a:pt x="2458775" y="334818"/>
                    <a:pt x="2465045" y="334779"/>
                    <a:pt x="2471113" y="336025"/>
                  </a:cubicBezTo>
                  <a:close/>
                  <a:moveTo>
                    <a:pt x="761544" y="194808"/>
                  </a:moveTo>
                  <a:cubicBezTo>
                    <a:pt x="773926" y="196713"/>
                    <a:pt x="774879" y="206238"/>
                    <a:pt x="773926" y="216716"/>
                  </a:cubicBezTo>
                  <a:cubicBezTo>
                    <a:pt x="755829" y="237671"/>
                    <a:pt x="760591" y="257673"/>
                    <a:pt x="773926" y="278628"/>
                  </a:cubicBezTo>
                  <a:cubicBezTo>
                    <a:pt x="748209" y="302441"/>
                    <a:pt x="720586" y="315776"/>
                    <a:pt x="687249" y="293868"/>
                  </a:cubicBezTo>
                  <a:cubicBezTo>
                    <a:pt x="682486" y="291011"/>
                    <a:pt x="675819" y="292916"/>
                    <a:pt x="671056" y="292916"/>
                  </a:cubicBezTo>
                  <a:cubicBezTo>
                    <a:pt x="660579" y="294821"/>
                    <a:pt x="650101" y="296726"/>
                    <a:pt x="640576" y="298631"/>
                  </a:cubicBezTo>
                  <a:cubicBezTo>
                    <a:pt x="627241" y="300536"/>
                    <a:pt x="613906" y="302441"/>
                    <a:pt x="603429" y="291011"/>
                  </a:cubicBezTo>
                  <a:cubicBezTo>
                    <a:pt x="636766" y="258626"/>
                    <a:pt x="678676" y="239576"/>
                    <a:pt x="715824" y="211953"/>
                  </a:cubicBezTo>
                  <a:cubicBezTo>
                    <a:pt x="719634" y="209096"/>
                    <a:pt x="724396" y="211953"/>
                    <a:pt x="727254" y="215763"/>
                  </a:cubicBezTo>
                  <a:cubicBezTo>
                    <a:pt x="746304" y="220526"/>
                    <a:pt x="741541" y="187188"/>
                    <a:pt x="761544" y="194808"/>
                  </a:cubicBezTo>
                  <a:close/>
                  <a:moveTo>
                    <a:pt x="873343" y="184331"/>
                  </a:moveTo>
                  <a:cubicBezTo>
                    <a:pt x="879653" y="185283"/>
                    <a:pt x="886320" y="188617"/>
                    <a:pt x="891083" y="191951"/>
                  </a:cubicBezTo>
                  <a:cubicBezTo>
                    <a:pt x="904418" y="200523"/>
                    <a:pt x="892988" y="209096"/>
                    <a:pt x="888226" y="217668"/>
                  </a:cubicBezTo>
                  <a:lnTo>
                    <a:pt x="879241" y="234820"/>
                  </a:lnTo>
                  <a:lnTo>
                    <a:pt x="895370" y="235036"/>
                  </a:lnTo>
                  <a:cubicBezTo>
                    <a:pt x="907514" y="238206"/>
                    <a:pt x="906800" y="249815"/>
                    <a:pt x="899656" y="266246"/>
                  </a:cubicBezTo>
                  <a:cubicBezTo>
                    <a:pt x="894893" y="277676"/>
                    <a:pt x="884416" y="289106"/>
                    <a:pt x="892988" y="303393"/>
                  </a:cubicBezTo>
                  <a:cubicBezTo>
                    <a:pt x="897751" y="310061"/>
                    <a:pt x="901561" y="309108"/>
                    <a:pt x="905371" y="303393"/>
                  </a:cubicBezTo>
                  <a:cubicBezTo>
                    <a:pt x="923468" y="307203"/>
                    <a:pt x="923468" y="307203"/>
                    <a:pt x="915848" y="337683"/>
                  </a:cubicBezTo>
                  <a:cubicBezTo>
                    <a:pt x="926326" y="330063"/>
                    <a:pt x="936803" y="329111"/>
                    <a:pt x="946328" y="324348"/>
                  </a:cubicBezTo>
                  <a:lnTo>
                    <a:pt x="973409" y="303804"/>
                  </a:lnTo>
                  <a:lnTo>
                    <a:pt x="975260" y="292796"/>
                  </a:lnTo>
                  <a:cubicBezTo>
                    <a:pt x="974903" y="288629"/>
                    <a:pt x="972522" y="284819"/>
                    <a:pt x="965378" y="281485"/>
                  </a:cubicBezTo>
                  <a:cubicBezTo>
                    <a:pt x="944423" y="270055"/>
                    <a:pt x="942518" y="249100"/>
                    <a:pt x="962521" y="233860"/>
                  </a:cubicBezTo>
                  <a:cubicBezTo>
                    <a:pt x="977761" y="221478"/>
                    <a:pt x="993953" y="208143"/>
                    <a:pt x="1013956" y="203380"/>
                  </a:cubicBezTo>
                  <a:cubicBezTo>
                    <a:pt x="1018718" y="201475"/>
                    <a:pt x="1023481" y="200046"/>
                    <a:pt x="1028243" y="200165"/>
                  </a:cubicBezTo>
                  <a:cubicBezTo>
                    <a:pt x="1033006" y="200284"/>
                    <a:pt x="1037768" y="201951"/>
                    <a:pt x="1042531" y="206238"/>
                  </a:cubicBezTo>
                  <a:cubicBezTo>
                    <a:pt x="1037768" y="220525"/>
                    <a:pt x="1018718" y="221478"/>
                    <a:pt x="1016813" y="234813"/>
                  </a:cubicBezTo>
                  <a:cubicBezTo>
                    <a:pt x="1029196" y="212905"/>
                    <a:pt x="1052056" y="208143"/>
                    <a:pt x="1075868" y="204333"/>
                  </a:cubicBezTo>
                  <a:cubicBezTo>
                    <a:pt x="1082536" y="204333"/>
                    <a:pt x="1089203" y="204333"/>
                    <a:pt x="1095871" y="204333"/>
                  </a:cubicBezTo>
                  <a:cubicBezTo>
                    <a:pt x="1106348" y="211953"/>
                    <a:pt x="1099681" y="223383"/>
                    <a:pt x="1099681" y="232908"/>
                  </a:cubicBezTo>
                  <a:cubicBezTo>
                    <a:pt x="1112063" y="235765"/>
                    <a:pt x="1123493" y="229098"/>
                    <a:pt x="1133971" y="231003"/>
                  </a:cubicBezTo>
                  <a:cubicBezTo>
                    <a:pt x="1140638" y="231003"/>
                    <a:pt x="1146353" y="233860"/>
                    <a:pt x="1151116" y="238623"/>
                  </a:cubicBezTo>
                  <a:cubicBezTo>
                    <a:pt x="1162546" y="262435"/>
                    <a:pt x="1192073" y="265293"/>
                    <a:pt x="1205408" y="287200"/>
                  </a:cubicBezTo>
                  <a:cubicBezTo>
                    <a:pt x="1219696" y="305298"/>
                    <a:pt x="1210171" y="320538"/>
                    <a:pt x="1198741" y="334825"/>
                  </a:cubicBezTo>
                  <a:cubicBezTo>
                    <a:pt x="1205408" y="359590"/>
                    <a:pt x="1234936" y="358638"/>
                    <a:pt x="1248271" y="377688"/>
                  </a:cubicBezTo>
                  <a:cubicBezTo>
                    <a:pt x="1257796" y="391023"/>
                    <a:pt x="1257796" y="393880"/>
                    <a:pt x="1246366" y="402453"/>
                  </a:cubicBezTo>
                  <a:cubicBezTo>
                    <a:pt x="1226363" y="415788"/>
                    <a:pt x="1207313" y="445315"/>
                    <a:pt x="1187311" y="402453"/>
                  </a:cubicBezTo>
                  <a:cubicBezTo>
                    <a:pt x="1184453" y="396738"/>
                    <a:pt x="1176833" y="390070"/>
                    <a:pt x="1171118" y="396738"/>
                  </a:cubicBezTo>
                  <a:cubicBezTo>
                    <a:pt x="1161593" y="407215"/>
                    <a:pt x="1163498" y="418645"/>
                    <a:pt x="1171118" y="431028"/>
                  </a:cubicBezTo>
                  <a:cubicBezTo>
                    <a:pt x="1186358" y="457698"/>
                    <a:pt x="1180643" y="471033"/>
                    <a:pt x="1151116" y="479605"/>
                  </a:cubicBezTo>
                  <a:cubicBezTo>
                    <a:pt x="1147306" y="475795"/>
                    <a:pt x="1141591" y="474843"/>
                    <a:pt x="1136828" y="476748"/>
                  </a:cubicBezTo>
                  <a:cubicBezTo>
                    <a:pt x="1132066" y="478653"/>
                    <a:pt x="1134923" y="483415"/>
                    <a:pt x="1136828" y="487225"/>
                  </a:cubicBezTo>
                  <a:cubicBezTo>
                    <a:pt x="1135876" y="500560"/>
                    <a:pt x="1128256" y="503418"/>
                    <a:pt x="1118731" y="497703"/>
                  </a:cubicBezTo>
                  <a:cubicBezTo>
                    <a:pt x="1098728" y="487225"/>
                    <a:pt x="1074916" y="482463"/>
                    <a:pt x="1066343" y="455793"/>
                  </a:cubicBezTo>
                  <a:cubicBezTo>
                    <a:pt x="1058723" y="432933"/>
                    <a:pt x="1039673" y="427218"/>
                    <a:pt x="1016813" y="433885"/>
                  </a:cubicBezTo>
                  <a:cubicBezTo>
                    <a:pt x="1008241" y="436743"/>
                    <a:pt x="999668" y="438648"/>
                    <a:pt x="996811" y="428170"/>
                  </a:cubicBezTo>
                  <a:cubicBezTo>
                    <a:pt x="993001" y="415788"/>
                    <a:pt x="1007288" y="411025"/>
                    <a:pt x="1013003" y="411978"/>
                  </a:cubicBezTo>
                  <a:cubicBezTo>
                    <a:pt x="1055866" y="420550"/>
                    <a:pt x="1078726" y="386260"/>
                    <a:pt x="1109206" y="369115"/>
                  </a:cubicBezTo>
                  <a:cubicBezTo>
                    <a:pt x="1117778" y="343398"/>
                    <a:pt x="1089203" y="330063"/>
                    <a:pt x="1089203" y="307203"/>
                  </a:cubicBezTo>
                  <a:cubicBezTo>
                    <a:pt x="1085393" y="301488"/>
                    <a:pt x="1081583" y="296725"/>
                    <a:pt x="1077773" y="291010"/>
                  </a:cubicBezTo>
                  <a:cubicBezTo>
                    <a:pt x="1057771" y="307203"/>
                    <a:pt x="1036816" y="290058"/>
                    <a:pt x="1016813" y="292915"/>
                  </a:cubicBezTo>
                  <a:cubicBezTo>
                    <a:pt x="1012050" y="293391"/>
                    <a:pt x="1008717" y="294106"/>
                    <a:pt x="1007169" y="296011"/>
                  </a:cubicBezTo>
                  <a:lnTo>
                    <a:pt x="1007866" y="302667"/>
                  </a:lnTo>
                  <a:lnTo>
                    <a:pt x="1009193" y="303393"/>
                  </a:lnTo>
                  <a:cubicBezTo>
                    <a:pt x="1013003" y="324348"/>
                    <a:pt x="986333" y="363401"/>
                    <a:pt x="962521" y="370068"/>
                  </a:cubicBezTo>
                  <a:cubicBezTo>
                    <a:pt x="943471" y="375783"/>
                    <a:pt x="924421" y="377688"/>
                    <a:pt x="905371" y="371973"/>
                  </a:cubicBezTo>
                  <a:cubicBezTo>
                    <a:pt x="896798" y="389118"/>
                    <a:pt x="879653" y="396738"/>
                    <a:pt x="868223" y="410073"/>
                  </a:cubicBezTo>
                  <a:cubicBezTo>
                    <a:pt x="859651" y="419598"/>
                    <a:pt x="849173" y="424361"/>
                    <a:pt x="836791" y="426266"/>
                  </a:cubicBezTo>
                  <a:cubicBezTo>
                    <a:pt x="830123" y="425313"/>
                    <a:pt x="820598" y="421503"/>
                    <a:pt x="816788" y="424361"/>
                  </a:cubicBezTo>
                  <a:cubicBezTo>
                    <a:pt x="772973" y="455793"/>
                    <a:pt x="714871" y="464366"/>
                    <a:pt x="677723" y="507228"/>
                  </a:cubicBezTo>
                  <a:cubicBezTo>
                    <a:pt x="667246" y="519611"/>
                    <a:pt x="646291" y="531993"/>
                    <a:pt x="668198" y="553901"/>
                  </a:cubicBezTo>
                  <a:cubicBezTo>
                    <a:pt x="672961" y="558663"/>
                    <a:pt x="665341" y="574856"/>
                    <a:pt x="662483" y="586286"/>
                  </a:cubicBezTo>
                  <a:cubicBezTo>
                    <a:pt x="685343" y="585333"/>
                    <a:pt x="702488" y="596763"/>
                    <a:pt x="716776" y="612956"/>
                  </a:cubicBezTo>
                  <a:cubicBezTo>
                    <a:pt x="731063" y="630101"/>
                    <a:pt x="747256" y="644388"/>
                    <a:pt x="771068" y="645341"/>
                  </a:cubicBezTo>
                  <a:cubicBezTo>
                    <a:pt x="789166" y="646293"/>
                    <a:pt x="788213" y="653913"/>
                    <a:pt x="782498" y="667248"/>
                  </a:cubicBezTo>
                  <a:cubicBezTo>
                    <a:pt x="774878" y="685346"/>
                    <a:pt x="766306" y="702491"/>
                    <a:pt x="772973" y="726303"/>
                  </a:cubicBezTo>
                  <a:cubicBezTo>
                    <a:pt x="779641" y="752973"/>
                    <a:pt x="789166" y="747258"/>
                    <a:pt x="805358" y="736781"/>
                  </a:cubicBezTo>
                  <a:cubicBezTo>
                    <a:pt x="823456" y="725351"/>
                    <a:pt x="826313" y="706301"/>
                    <a:pt x="828218" y="689156"/>
                  </a:cubicBezTo>
                  <a:cubicBezTo>
                    <a:pt x="831076" y="669153"/>
                    <a:pt x="841553" y="660581"/>
                    <a:pt x="858698" y="652961"/>
                  </a:cubicBezTo>
                  <a:cubicBezTo>
                    <a:pt x="901561" y="638673"/>
                    <a:pt x="911086" y="619623"/>
                    <a:pt x="901561" y="573903"/>
                  </a:cubicBezTo>
                  <a:cubicBezTo>
                    <a:pt x="900608" y="569141"/>
                    <a:pt x="899656" y="563426"/>
                    <a:pt x="904418" y="561521"/>
                  </a:cubicBezTo>
                  <a:cubicBezTo>
                    <a:pt x="937756" y="550091"/>
                    <a:pt x="937756" y="514848"/>
                    <a:pt x="953948" y="491988"/>
                  </a:cubicBezTo>
                  <a:cubicBezTo>
                    <a:pt x="957758" y="486273"/>
                    <a:pt x="961568" y="480558"/>
                    <a:pt x="968236" y="478653"/>
                  </a:cubicBezTo>
                  <a:cubicBezTo>
                    <a:pt x="991096" y="471986"/>
                    <a:pt x="1037768" y="491036"/>
                    <a:pt x="1049198" y="512943"/>
                  </a:cubicBezTo>
                  <a:cubicBezTo>
                    <a:pt x="1061581" y="517706"/>
                    <a:pt x="1074916" y="522468"/>
                    <a:pt x="1063486" y="539613"/>
                  </a:cubicBezTo>
                  <a:cubicBezTo>
                    <a:pt x="1048246" y="555806"/>
                    <a:pt x="1052056" y="572951"/>
                    <a:pt x="1067296" y="583428"/>
                  </a:cubicBezTo>
                  <a:cubicBezTo>
                    <a:pt x="1084441" y="593906"/>
                    <a:pt x="1099681" y="578666"/>
                    <a:pt x="1112063" y="568188"/>
                  </a:cubicBezTo>
                  <a:cubicBezTo>
                    <a:pt x="1139686" y="545328"/>
                    <a:pt x="1138733" y="544376"/>
                    <a:pt x="1146353" y="580571"/>
                  </a:cubicBezTo>
                  <a:cubicBezTo>
                    <a:pt x="1149211" y="592953"/>
                    <a:pt x="1154926" y="606288"/>
                    <a:pt x="1151116" y="616766"/>
                  </a:cubicBezTo>
                  <a:cubicBezTo>
                    <a:pt x="1138733" y="656771"/>
                    <a:pt x="1163498" y="672011"/>
                    <a:pt x="1193026" y="684393"/>
                  </a:cubicBezTo>
                  <a:cubicBezTo>
                    <a:pt x="1193026" y="693918"/>
                    <a:pt x="1188501" y="696537"/>
                    <a:pt x="1182905" y="697847"/>
                  </a:cubicBezTo>
                  <a:lnTo>
                    <a:pt x="1179024" y="699159"/>
                  </a:lnTo>
                  <a:lnTo>
                    <a:pt x="1177845" y="699023"/>
                  </a:lnTo>
                  <a:cubicBezTo>
                    <a:pt x="1174214" y="699455"/>
                    <a:pt x="1170404" y="700824"/>
                    <a:pt x="1166356" y="703443"/>
                  </a:cubicBezTo>
                  <a:lnTo>
                    <a:pt x="1179024" y="699159"/>
                  </a:lnTo>
                  <a:lnTo>
                    <a:pt x="1188263" y="700229"/>
                  </a:lnTo>
                  <a:cubicBezTo>
                    <a:pt x="1194931" y="702491"/>
                    <a:pt x="1201122" y="707253"/>
                    <a:pt x="1207313" y="712016"/>
                  </a:cubicBezTo>
                  <a:cubicBezTo>
                    <a:pt x="1210647" y="727732"/>
                    <a:pt x="1209694" y="741781"/>
                    <a:pt x="1205051" y="754402"/>
                  </a:cubicBezTo>
                  <a:lnTo>
                    <a:pt x="1180854" y="787924"/>
                  </a:lnTo>
                  <a:lnTo>
                    <a:pt x="1187073" y="807504"/>
                  </a:lnTo>
                  <a:cubicBezTo>
                    <a:pt x="1190883" y="812504"/>
                    <a:pt x="1196836" y="815362"/>
                    <a:pt x="1206361" y="814886"/>
                  </a:cubicBezTo>
                  <a:cubicBezTo>
                    <a:pt x="1214934" y="814886"/>
                    <a:pt x="1223506" y="816791"/>
                    <a:pt x="1213981" y="828221"/>
                  </a:cubicBezTo>
                  <a:cubicBezTo>
                    <a:pt x="1208266" y="850128"/>
                    <a:pt x="1205409" y="874893"/>
                    <a:pt x="1172071" y="862511"/>
                  </a:cubicBezTo>
                  <a:cubicBezTo>
                    <a:pt x="1153021" y="859653"/>
                    <a:pt x="1123494" y="872036"/>
                    <a:pt x="1115874" y="854891"/>
                  </a:cubicBezTo>
                  <a:cubicBezTo>
                    <a:pt x="1109206" y="839651"/>
                    <a:pt x="1133971" y="821553"/>
                    <a:pt x="1148259" y="807266"/>
                  </a:cubicBezTo>
                  <a:cubicBezTo>
                    <a:pt x="1157784" y="799646"/>
                    <a:pt x="1159689" y="785358"/>
                    <a:pt x="1173024" y="780596"/>
                  </a:cubicBezTo>
                  <a:lnTo>
                    <a:pt x="1173125" y="780684"/>
                  </a:lnTo>
                  <a:lnTo>
                    <a:pt x="1174333" y="770475"/>
                  </a:lnTo>
                  <a:cubicBezTo>
                    <a:pt x="1173023" y="767975"/>
                    <a:pt x="1169689" y="766784"/>
                    <a:pt x="1163498" y="767261"/>
                  </a:cubicBezTo>
                  <a:cubicBezTo>
                    <a:pt x="1147306" y="769166"/>
                    <a:pt x="1137781" y="780596"/>
                    <a:pt x="1124446" y="787263"/>
                  </a:cubicBezTo>
                  <a:cubicBezTo>
                    <a:pt x="1097776" y="793931"/>
                    <a:pt x="1070153" y="791073"/>
                    <a:pt x="1043483" y="789168"/>
                  </a:cubicBezTo>
                  <a:cubicBezTo>
                    <a:pt x="1026338" y="788216"/>
                    <a:pt x="1010146" y="786311"/>
                    <a:pt x="993953" y="794883"/>
                  </a:cubicBezTo>
                  <a:cubicBezTo>
                    <a:pt x="987286" y="810123"/>
                    <a:pt x="971093" y="808218"/>
                    <a:pt x="959663" y="814886"/>
                  </a:cubicBezTo>
                  <a:cubicBezTo>
                    <a:pt x="951091" y="825363"/>
                    <a:pt x="939661" y="831078"/>
                    <a:pt x="929183" y="839651"/>
                  </a:cubicBezTo>
                  <a:lnTo>
                    <a:pt x="925100" y="843462"/>
                  </a:lnTo>
                  <a:lnTo>
                    <a:pt x="915848" y="851081"/>
                  </a:lnTo>
                  <a:cubicBezTo>
                    <a:pt x="915848" y="851081"/>
                    <a:pt x="912991" y="851081"/>
                    <a:pt x="912991" y="851081"/>
                  </a:cubicBezTo>
                  <a:cubicBezTo>
                    <a:pt x="912991" y="851081"/>
                    <a:pt x="914896" y="852986"/>
                    <a:pt x="914896" y="852986"/>
                  </a:cubicBezTo>
                  <a:lnTo>
                    <a:pt x="925100" y="843462"/>
                  </a:lnTo>
                  <a:lnTo>
                    <a:pt x="932041" y="837746"/>
                  </a:lnTo>
                  <a:cubicBezTo>
                    <a:pt x="942518" y="824411"/>
                    <a:pt x="959663" y="826316"/>
                    <a:pt x="972998" y="820601"/>
                  </a:cubicBezTo>
                  <a:cubicBezTo>
                    <a:pt x="979666" y="818696"/>
                    <a:pt x="986333" y="814886"/>
                    <a:pt x="992048" y="814886"/>
                  </a:cubicBezTo>
                  <a:cubicBezTo>
                    <a:pt x="1003478" y="813933"/>
                    <a:pt x="1017766" y="809171"/>
                    <a:pt x="1023481" y="819648"/>
                  </a:cubicBezTo>
                  <a:cubicBezTo>
                    <a:pt x="1032053" y="834888"/>
                    <a:pt x="1013003" y="835841"/>
                    <a:pt x="1005383" y="842508"/>
                  </a:cubicBezTo>
                  <a:cubicBezTo>
                    <a:pt x="1003478" y="844413"/>
                    <a:pt x="1005383" y="851081"/>
                    <a:pt x="1006336" y="854891"/>
                  </a:cubicBezTo>
                  <a:cubicBezTo>
                    <a:pt x="997763" y="866321"/>
                    <a:pt x="1011098" y="877751"/>
                    <a:pt x="1005383" y="889181"/>
                  </a:cubicBezTo>
                  <a:cubicBezTo>
                    <a:pt x="1001573" y="899658"/>
                    <a:pt x="992048" y="903468"/>
                    <a:pt x="984428" y="910136"/>
                  </a:cubicBezTo>
                  <a:cubicBezTo>
                    <a:pt x="974903" y="918708"/>
                    <a:pt x="961568" y="909183"/>
                    <a:pt x="952043" y="916803"/>
                  </a:cubicBezTo>
                  <a:cubicBezTo>
                    <a:pt x="937756" y="931091"/>
                    <a:pt x="916801" y="932043"/>
                    <a:pt x="899656" y="938711"/>
                  </a:cubicBezTo>
                  <a:cubicBezTo>
                    <a:pt x="876796" y="947283"/>
                    <a:pt x="858698" y="959666"/>
                    <a:pt x="855841" y="985383"/>
                  </a:cubicBezTo>
                  <a:cubicBezTo>
                    <a:pt x="853936" y="1001576"/>
                    <a:pt x="839648" y="1003481"/>
                    <a:pt x="831076" y="1003481"/>
                  </a:cubicBezTo>
                  <a:cubicBezTo>
                    <a:pt x="779641" y="1006338"/>
                    <a:pt x="763448" y="1048248"/>
                    <a:pt x="738683" y="1081586"/>
                  </a:cubicBezTo>
                  <a:cubicBezTo>
                    <a:pt x="708203" y="1076823"/>
                    <a:pt x="712013" y="1097778"/>
                    <a:pt x="711061" y="1115876"/>
                  </a:cubicBezTo>
                  <a:cubicBezTo>
                    <a:pt x="707251" y="1144451"/>
                    <a:pt x="692011" y="1163501"/>
                    <a:pt x="666293" y="1175883"/>
                  </a:cubicBezTo>
                  <a:cubicBezTo>
                    <a:pt x="636766" y="1191123"/>
                    <a:pt x="610096" y="1209221"/>
                    <a:pt x="585331" y="1230176"/>
                  </a:cubicBezTo>
                  <a:cubicBezTo>
                    <a:pt x="565328" y="1247320"/>
                    <a:pt x="557708" y="1270181"/>
                    <a:pt x="559613" y="1297803"/>
                  </a:cubicBezTo>
                  <a:cubicBezTo>
                    <a:pt x="561518" y="1327331"/>
                    <a:pt x="564376" y="1356858"/>
                    <a:pt x="557708" y="1386386"/>
                  </a:cubicBezTo>
                  <a:cubicBezTo>
                    <a:pt x="555803" y="1394958"/>
                    <a:pt x="551993" y="1406388"/>
                    <a:pt x="542468" y="1407341"/>
                  </a:cubicBezTo>
                  <a:cubicBezTo>
                    <a:pt x="530086" y="1409246"/>
                    <a:pt x="531038" y="1394958"/>
                    <a:pt x="528181" y="1387338"/>
                  </a:cubicBezTo>
                  <a:cubicBezTo>
                    <a:pt x="522466" y="1365431"/>
                    <a:pt x="516751" y="1344476"/>
                    <a:pt x="519608" y="1320663"/>
                  </a:cubicBezTo>
                  <a:cubicBezTo>
                    <a:pt x="521513" y="1300661"/>
                    <a:pt x="522466" y="1280658"/>
                    <a:pt x="488176" y="1283516"/>
                  </a:cubicBezTo>
                  <a:cubicBezTo>
                    <a:pt x="470078" y="1285421"/>
                    <a:pt x="452933" y="1262561"/>
                    <a:pt x="429121" y="1267323"/>
                  </a:cubicBezTo>
                  <a:cubicBezTo>
                    <a:pt x="422453" y="1268276"/>
                    <a:pt x="411023" y="1265418"/>
                    <a:pt x="409118" y="1268276"/>
                  </a:cubicBezTo>
                  <a:cubicBezTo>
                    <a:pt x="391973" y="1307328"/>
                    <a:pt x="364351" y="1288278"/>
                    <a:pt x="336728" y="1284468"/>
                  </a:cubicBezTo>
                  <a:cubicBezTo>
                    <a:pt x="279578" y="1275896"/>
                    <a:pt x="228143" y="1315901"/>
                    <a:pt x="215761" y="1373051"/>
                  </a:cubicBezTo>
                  <a:cubicBezTo>
                    <a:pt x="210998" y="1396863"/>
                    <a:pt x="193853" y="1415913"/>
                    <a:pt x="189091" y="1441631"/>
                  </a:cubicBezTo>
                  <a:cubicBezTo>
                    <a:pt x="182423" y="1476873"/>
                    <a:pt x="183376" y="1511163"/>
                    <a:pt x="196711" y="1544501"/>
                  </a:cubicBezTo>
                  <a:cubicBezTo>
                    <a:pt x="204331" y="1564503"/>
                    <a:pt x="219571" y="1574028"/>
                    <a:pt x="244336" y="1573076"/>
                  </a:cubicBezTo>
                  <a:cubicBezTo>
                    <a:pt x="284341" y="1571171"/>
                    <a:pt x="310058" y="1555931"/>
                    <a:pt x="320536" y="1514973"/>
                  </a:cubicBezTo>
                  <a:cubicBezTo>
                    <a:pt x="324346" y="1500686"/>
                    <a:pt x="374828" y="1487351"/>
                    <a:pt x="387211" y="1494971"/>
                  </a:cubicBezTo>
                  <a:cubicBezTo>
                    <a:pt x="396736" y="1500686"/>
                    <a:pt x="392926" y="1507353"/>
                    <a:pt x="389116" y="1515926"/>
                  </a:cubicBezTo>
                  <a:cubicBezTo>
                    <a:pt x="372923" y="1552121"/>
                    <a:pt x="358636" y="1589268"/>
                    <a:pt x="340538" y="1624511"/>
                  </a:cubicBezTo>
                  <a:cubicBezTo>
                    <a:pt x="329108" y="1646418"/>
                    <a:pt x="340538" y="1644513"/>
                    <a:pt x="354826" y="1644513"/>
                  </a:cubicBezTo>
                  <a:cubicBezTo>
                    <a:pt x="372923" y="1644513"/>
                    <a:pt x="391973" y="1642608"/>
                    <a:pt x="410071" y="1645466"/>
                  </a:cubicBezTo>
                  <a:cubicBezTo>
                    <a:pt x="432931" y="1649276"/>
                    <a:pt x="449123" y="1658801"/>
                    <a:pt x="439598" y="1687376"/>
                  </a:cubicBezTo>
                  <a:cubicBezTo>
                    <a:pt x="433883" y="1705473"/>
                    <a:pt x="432931" y="1725476"/>
                    <a:pt x="426263" y="1743573"/>
                  </a:cubicBezTo>
                  <a:cubicBezTo>
                    <a:pt x="414833" y="1774053"/>
                    <a:pt x="432931" y="1793103"/>
                    <a:pt x="450076" y="1813106"/>
                  </a:cubicBezTo>
                  <a:cubicBezTo>
                    <a:pt x="466268" y="1832156"/>
                    <a:pt x="483413" y="1819773"/>
                    <a:pt x="499606" y="1812153"/>
                  </a:cubicBezTo>
                  <a:cubicBezTo>
                    <a:pt x="512941" y="1806438"/>
                    <a:pt x="528181" y="1806438"/>
                    <a:pt x="536753" y="1818821"/>
                  </a:cubicBezTo>
                  <a:cubicBezTo>
                    <a:pt x="554851" y="1843586"/>
                    <a:pt x="571996" y="1829298"/>
                    <a:pt x="577711" y="1813106"/>
                  </a:cubicBezTo>
                  <a:cubicBezTo>
                    <a:pt x="591998" y="1771196"/>
                    <a:pt x="630098" y="1768338"/>
                    <a:pt x="661531" y="1754051"/>
                  </a:cubicBezTo>
                  <a:cubicBezTo>
                    <a:pt x="671056" y="1754051"/>
                    <a:pt x="673913" y="1755956"/>
                    <a:pt x="672008" y="1763576"/>
                  </a:cubicBezTo>
                  <a:cubicBezTo>
                    <a:pt x="676771" y="1783578"/>
                    <a:pt x="689153" y="1777863"/>
                    <a:pt x="695821" y="1768338"/>
                  </a:cubicBezTo>
                  <a:cubicBezTo>
                    <a:pt x="713918" y="1745478"/>
                    <a:pt x="729158" y="1761671"/>
                    <a:pt x="741541" y="1772148"/>
                  </a:cubicBezTo>
                  <a:cubicBezTo>
                    <a:pt x="769163" y="1795008"/>
                    <a:pt x="799643" y="1798818"/>
                    <a:pt x="832028" y="1788341"/>
                  </a:cubicBezTo>
                  <a:cubicBezTo>
                    <a:pt x="845363" y="1783578"/>
                    <a:pt x="854888" y="1779768"/>
                    <a:pt x="865366" y="1796913"/>
                  </a:cubicBezTo>
                  <a:cubicBezTo>
                    <a:pt x="875843" y="1814058"/>
                    <a:pt x="896798" y="1823583"/>
                    <a:pt x="910133" y="1838823"/>
                  </a:cubicBezTo>
                  <a:cubicBezTo>
                    <a:pt x="947281" y="1881686"/>
                    <a:pt x="990143" y="1906451"/>
                    <a:pt x="1047293" y="1918833"/>
                  </a:cubicBezTo>
                  <a:cubicBezTo>
                    <a:pt x="1093966" y="1928358"/>
                    <a:pt x="1124446" y="1995986"/>
                    <a:pt x="1116826" y="2036943"/>
                  </a:cubicBezTo>
                  <a:cubicBezTo>
                    <a:pt x="1113968" y="2044563"/>
                    <a:pt x="1111111" y="2051231"/>
                    <a:pt x="1106348" y="2056946"/>
                  </a:cubicBezTo>
                  <a:cubicBezTo>
                    <a:pt x="1092061" y="2071233"/>
                    <a:pt x="1112063" y="2086473"/>
                    <a:pt x="1104443" y="2099808"/>
                  </a:cubicBezTo>
                  <a:cubicBezTo>
                    <a:pt x="1110158" y="2107428"/>
                    <a:pt x="1117778" y="2102666"/>
                    <a:pt x="1124446" y="2102666"/>
                  </a:cubicBezTo>
                  <a:cubicBezTo>
                    <a:pt x="1147306" y="2095046"/>
                    <a:pt x="1161593" y="2062661"/>
                    <a:pt x="1193026" y="2077901"/>
                  </a:cubicBezTo>
                  <a:cubicBezTo>
                    <a:pt x="1225411" y="2087426"/>
                    <a:pt x="1244461" y="2125526"/>
                    <a:pt x="1280656" y="2123621"/>
                  </a:cubicBezTo>
                  <a:cubicBezTo>
                    <a:pt x="1325423" y="2121716"/>
                    <a:pt x="1360666" y="2136956"/>
                    <a:pt x="1387336" y="2172198"/>
                  </a:cubicBezTo>
                  <a:cubicBezTo>
                    <a:pt x="1398766" y="2187438"/>
                    <a:pt x="1427341" y="2172198"/>
                    <a:pt x="1434008" y="2199821"/>
                  </a:cubicBezTo>
                  <a:cubicBezTo>
                    <a:pt x="1440676" y="2228396"/>
                    <a:pt x="1444486" y="2256018"/>
                    <a:pt x="1430198" y="2282688"/>
                  </a:cubicBezTo>
                  <a:cubicBezTo>
                    <a:pt x="1413053" y="2315073"/>
                    <a:pt x="1388288" y="2341743"/>
                    <a:pt x="1370191" y="2373176"/>
                  </a:cubicBezTo>
                  <a:cubicBezTo>
                    <a:pt x="1359713" y="2391273"/>
                    <a:pt x="1356856" y="2406513"/>
                    <a:pt x="1358761" y="2423658"/>
                  </a:cubicBezTo>
                  <a:cubicBezTo>
                    <a:pt x="1366381" y="2486523"/>
                    <a:pt x="1352093" y="2544626"/>
                    <a:pt x="1327328" y="2600823"/>
                  </a:cubicBezTo>
                  <a:cubicBezTo>
                    <a:pt x="1321613" y="2612253"/>
                    <a:pt x="1313041" y="2629398"/>
                    <a:pt x="1293991" y="2626541"/>
                  </a:cubicBezTo>
                  <a:cubicBezTo>
                    <a:pt x="1261606" y="2622731"/>
                    <a:pt x="1241603" y="2647496"/>
                    <a:pt x="1218743" y="2661783"/>
                  </a:cubicBezTo>
                  <a:cubicBezTo>
                    <a:pt x="1203503" y="2671308"/>
                    <a:pt x="1187311" y="2690358"/>
                    <a:pt x="1193026" y="2710361"/>
                  </a:cubicBezTo>
                  <a:cubicBezTo>
                    <a:pt x="1205408" y="2757033"/>
                    <a:pt x="1178738" y="2793228"/>
                    <a:pt x="1164451" y="2832281"/>
                  </a:cubicBezTo>
                  <a:cubicBezTo>
                    <a:pt x="1154926" y="2859903"/>
                    <a:pt x="1136828" y="2884668"/>
                    <a:pt x="1122541" y="2910386"/>
                  </a:cubicBezTo>
                  <a:cubicBezTo>
                    <a:pt x="1116826" y="2920863"/>
                    <a:pt x="1109206" y="2929436"/>
                    <a:pt x="1095871" y="2929436"/>
                  </a:cubicBezTo>
                  <a:cubicBezTo>
                    <a:pt x="1085393" y="2920863"/>
                    <a:pt x="1072058" y="2930388"/>
                    <a:pt x="1061581" y="2922768"/>
                  </a:cubicBezTo>
                  <a:cubicBezTo>
                    <a:pt x="1053961" y="2919911"/>
                    <a:pt x="1044436" y="2911338"/>
                    <a:pt x="1047293" y="2929436"/>
                  </a:cubicBezTo>
                  <a:cubicBezTo>
                    <a:pt x="1052056" y="2938961"/>
                    <a:pt x="1062533" y="2944676"/>
                    <a:pt x="1061581" y="2956106"/>
                  </a:cubicBezTo>
                  <a:cubicBezTo>
                    <a:pt x="1055866" y="2964678"/>
                    <a:pt x="1048246" y="2962773"/>
                    <a:pt x="1040626" y="2959916"/>
                  </a:cubicBezTo>
                  <a:cubicBezTo>
                    <a:pt x="952043" y="2929436"/>
                    <a:pt x="865366" y="2895146"/>
                    <a:pt x="783451" y="2850378"/>
                  </a:cubicBezTo>
                  <a:cubicBezTo>
                    <a:pt x="762496" y="2838948"/>
                    <a:pt x="762496" y="2820851"/>
                    <a:pt x="752971" y="2805611"/>
                  </a:cubicBezTo>
                  <a:cubicBezTo>
                    <a:pt x="730111" y="2799896"/>
                    <a:pt x="738683" y="2779893"/>
                    <a:pt x="737731" y="2765606"/>
                  </a:cubicBezTo>
                  <a:cubicBezTo>
                    <a:pt x="736778" y="2697978"/>
                    <a:pt x="732968" y="2631303"/>
                    <a:pt x="721538" y="2564628"/>
                  </a:cubicBezTo>
                  <a:cubicBezTo>
                    <a:pt x="715823" y="2532243"/>
                    <a:pt x="700583" y="2503668"/>
                    <a:pt x="670103" y="2492238"/>
                  </a:cubicBezTo>
                  <a:cubicBezTo>
                    <a:pt x="596761" y="2464616"/>
                    <a:pt x="568186" y="2400798"/>
                    <a:pt x="539611" y="2337933"/>
                  </a:cubicBezTo>
                  <a:cubicBezTo>
                    <a:pt x="520561" y="2296976"/>
                    <a:pt x="502463" y="2256971"/>
                    <a:pt x="473888" y="2221728"/>
                  </a:cubicBezTo>
                  <a:cubicBezTo>
                    <a:pt x="456743" y="2200773"/>
                    <a:pt x="450076" y="2174103"/>
                    <a:pt x="468173" y="2148386"/>
                  </a:cubicBezTo>
                  <a:cubicBezTo>
                    <a:pt x="473888" y="2140766"/>
                    <a:pt x="477698" y="2133146"/>
                    <a:pt x="471983" y="2122668"/>
                  </a:cubicBezTo>
                  <a:cubicBezTo>
                    <a:pt x="452933" y="2083616"/>
                    <a:pt x="471983" y="2052183"/>
                    <a:pt x="493891" y="2021703"/>
                  </a:cubicBezTo>
                  <a:cubicBezTo>
                    <a:pt x="518656" y="1987413"/>
                    <a:pt x="546278" y="1955028"/>
                    <a:pt x="538658" y="1907403"/>
                  </a:cubicBezTo>
                  <a:cubicBezTo>
                    <a:pt x="535801" y="1889306"/>
                    <a:pt x="531991" y="1871208"/>
                    <a:pt x="524371" y="1854063"/>
                  </a:cubicBezTo>
                  <a:cubicBezTo>
                    <a:pt x="517703" y="1837871"/>
                    <a:pt x="507226" y="1834061"/>
                    <a:pt x="499606" y="1853111"/>
                  </a:cubicBezTo>
                  <a:cubicBezTo>
                    <a:pt x="489128" y="1876923"/>
                    <a:pt x="475793" y="1875018"/>
                    <a:pt x="459601" y="1860731"/>
                  </a:cubicBezTo>
                  <a:cubicBezTo>
                    <a:pt x="443408" y="1847396"/>
                    <a:pt x="425311" y="1838823"/>
                    <a:pt x="408166" y="1827393"/>
                  </a:cubicBezTo>
                  <a:cubicBezTo>
                    <a:pt x="375781" y="1806438"/>
                    <a:pt x="371971" y="1771196"/>
                    <a:pt x="354826" y="1742621"/>
                  </a:cubicBezTo>
                  <a:cubicBezTo>
                    <a:pt x="346253" y="1729286"/>
                    <a:pt x="337681" y="1720713"/>
                    <a:pt x="322441" y="1715951"/>
                  </a:cubicBezTo>
                  <a:cubicBezTo>
                    <a:pt x="289103" y="1705473"/>
                    <a:pt x="255766" y="1691186"/>
                    <a:pt x="234811" y="1658801"/>
                  </a:cubicBezTo>
                  <a:cubicBezTo>
                    <a:pt x="228143" y="1649276"/>
                    <a:pt x="218618" y="1639751"/>
                    <a:pt x="206236" y="1644513"/>
                  </a:cubicBezTo>
                  <a:cubicBezTo>
                    <a:pt x="170993" y="1656896"/>
                    <a:pt x="143371" y="1639751"/>
                    <a:pt x="116701" y="1622606"/>
                  </a:cubicBezTo>
                  <a:cubicBezTo>
                    <a:pt x="85268" y="1603556"/>
                    <a:pt x="54788" y="1583553"/>
                    <a:pt x="28118" y="1557836"/>
                  </a:cubicBezTo>
                  <a:cubicBezTo>
                    <a:pt x="11926" y="1541643"/>
                    <a:pt x="1448" y="1523546"/>
                    <a:pt x="12878" y="1499733"/>
                  </a:cubicBezTo>
                  <a:cubicBezTo>
                    <a:pt x="20498" y="1482588"/>
                    <a:pt x="16688" y="1463538"/>
                    <a:pt x="10021" y="1446393"/>
                  </a:cubicBezTo>
                  <a:cubicBezTo>
                    <a:pt x="6211" y="1434963"/>
                    <a:pt x="-1409" y="1423533"/>
                    <a:pt x="5258" y="1410198"/>
                  </a:cubicBezTo>
                  <a:cubicBezTo>
                    <a:pt x="-12839" y="1304471"/>
                    <a:pt x="19546" y="1205411"/>
                    <a:pt x="45263" y="1105398"/>
                  </a:cubicBezTo>
                  <a:cubicBezTo>
                    <a:pt x="94793" y="912993"/>
                    <a:pt x="185281" y="739638"/>
                    <a:pt x="304343" y="581523"/>
                  </a:cubicBezTo>
                  <a:cubicBezTo>
                    <a:pt x="374828" y="487226"/>
                    <a:pt x="458648" y="405311"/>
                    <a:pt x="548183" y="329111"/>
                  </a:cubicBezTo>
                  <a:cubicBezTo>
                    <a:pt x="568186" y="311966"/>
                    <a:pt x="591046" y="303393"/>
                    <a:pt x="617716" y="317681"/>
                  </a:cubicBezTo>
                  <a:cubicBezTo>
                    <a:pt x="628193" y="324348"/>
                    <a:pt x="628193" y="314823"/>
                    <a:pt x="631051" y="309108"/>
                  </a:cubicBezTo>
                  <a:cubicBezTo>
                    <a:pt x="652006" y="308156"/>
                    <a:pt x="669151" y="289106"/>
                    <a:pt x="692011" y="299583"/>
                  </a:cubicBezTo>
                  <a:cubicBezTo>
                    <a:pt x="712013" y="311966"/>
                    <a:pt x="732968" y="317681"/>
                    <a:pt x="756781" y="316728"/>
                  </a:cubicBezTo>
                  <a:cubicBezTo>
                    <a:pt x="764401" y="317681"/>
                    <a:pt x="772973" y="320538"/>
                    <a:pt x="780593" y="315776"/>
                  </a:cubicBezTo>
                  <a:cubicBezTo>
                    <a:pt x="786308" y="312918"/>
                    <a:pt x="792023" y="311966"/>
                    <a:pt x="797738" y="314823"/>
                  </a:cubicBezTo>
                  <a:cubicBezTo>
                    <a:pt x="808216" y="327206"/>
                    <a:pt x="819646" y="321491"/>
                    <a:pt x="831076" y="316728"/>
                  </a:cubicBezTo>
                  <a:cubicBezTo>
                    <a:pt x="837743" y="304346"/>
                    <a:pt x="858698" y="297678"/>
                    <a:pt x="841553" y="277676"/>
                  </a:cubicBezTo>
                  <a:cubicBezTo>
                    <a:pt x="834886" y="270056"/>
                    <a:pt x="846316" y="263388"/>
                    <a:pt x="852031" y="259578"/>
                  </a:cubicBezTo>
                  <a:cubicBezTo>
                    <a:pt x="857269" y="255768"/>
                    <a:pt x="862508" y="252434"/>
                    <a:pt x="867152" y="248624"/>
                  </a:cubicBezTo>
                  <a:lnTo>
                    <a:pt x="876026" y="238011"/>
                  </a:lnTo>
                  <a:lnTo>
                    <a:pt x="858921" y="241392"/>
                  </a:lnTo>
                  <a:cubicBezTo>
                    <a:pt x="840303" y="244874"/>
                    <a:pt x="823694" y="244338"/>
                    <a:pt x="821551" y="210048"/>
                  </a:cubicBezTo>
                  <a:cubicBezTo>
                    <a:pt x="833933" y="208143"/>
                    <a:pt x="848221" y="208143"/>
                    <a:pt x="857746" y="190998"/>
                  </a:cubicBezTo>
                  <a:cubicBezTo>
                    <a:pt x="861079" y="184807"/>
                    <a:pt x="867032" y="183378"/>
                    <a:pt x="873343" y="184331"/>
                  </a:cubicBezTo>
                  <a:close/>
                  <a:moveTo>
                    <a:pt x="798215" y="181949"/>
                  </a:moveTo>
                  <a:cubicBezTo>
                    <a:pt x="801310" y="182187"/>
                    <a:pt x="803930" y="183378"/>
                    <a:pt x="805359" y="187188"/>
                  </a:cubicBezTo>
                  <a:cubicBezTo>
                    <a:pt x="808216" y="194808"/>
                    <a:pt x="800596" y="194808"/>
                    <a:pt x="795834" y="196713"/>
                  </a:cubicBezTo>
                  <a:cubicBezTo>
                    <a:pt x="790119" y="193856"/>
                    <a:pt x="788214" y="189093"/>
                    <a:pt x="788214" y="182426"/>
                  </a:cubicBezTo>
                  <a:cubicBezTo>
                    <a:pt x="791547" y="182426"/>
                    <a:pt x="795119" y="181711"/>
                    <a:pt x="798215" y="181949"/>
                  </a:cubicBezTo>
                  <a:close/>
                  <a:moveTo>
                    <a:pt x="938708" y="121466"/>
                  </a:moveTo>
                  <a:cubicBezTo>
                    <a:pt x="943471" y="128133"/>
                    <a:pt x="953948" y="130038"/>
                    <a:pt x="952043" y="141468"/>
                  </a:cubicBezTo>
                  <a:lnTo>
                    <a:pt x="951037" y="142501"/>
                  </a:lnTo>
                  <a:lnTo>
                    <a:pt x="953949" y="140516"/>
                  </a:lnTo>
                  <a:cubicBezTo>
                    <a:pt x="952996" y="143373"/>
                    <a:pt x="952996" y="146231"/>
                    <a:pt x="952996" y="148136"/>
                  </a:cubicBezTo>
                  <a:cubicBezTo>
                    <a:pt x="952996" y="154803"/>
                    <a:pt x="952996" y="161471"/>
                    <a:pt x="952996" y="169091"/>
                  </a:cubicBezTo>
                  <a:cubicBezTo>
                    <a:pt x="949662" y="166709"/>
                    <a:pt x="947281" y="162899"/>
                    <a:pt x="944424" y="159804"/>
                  </a:cubicBezTo>
                  <a:lnTo>
                    <a:pt x="933131" y="154863"/>
                  </a:lnTo>
                  <a:lnTo>
                    <a:pt x="931088" y="155756"/>
                  </a:lnTo>
                  <a:cubicBezTo>
                    <a:pt x="931088" y="155756"/>
                    <a:pt x="930136" y="155756"/>
                    <a:pt x="930136" y="155756"/>
                  </a:cubicBezTo>
                  <a:cubicBezTo>
                    <a:pt x="925373" y="152898"/>
                    <a:pt x="906323" y="162423"/>
                    <a:pt x="918706" y="144326"/>
                  </a:cubicBezTo>
                  <a:cubicBezTo>
                    <a:pt x="923468" y="137658"/>
                    <a:pt x="931088" y="131943"/>
                    <a:pt x="931088" y="122418"/>
                  </a:cubicBezTo>
                  <a:cubicBezTo>
                    <a:pt x="934898" y="118608"/>
                    <a:pt x="936803" y="118608"/>
                    <a:pt x="938708" y="121466"/>
                  </a:cubicBezTo>
                  <a:close/>
                  <a:moveTo>
                    <a:pt x="925373" y="107178"/>
                  </a:moveTo>
                  <a:cubicBezTo>
                    <a:pt x="930136" y="111940"/>
                    <a:pt x="934898" y="116703"/>
                    <a:pt x="938708" y="121465"/>
                  </a:cubicBezTo>
                  <a:lnTo>
                    <a:pt x="935851" y="121465"/>
                  </a:lnTo>
                  <a:cubicBezTo>
                    <a:pt x="935851" y="121465"/>
                    <a:pt x="932993" y="121465"/>
                    <a:pt x="932993" y="121465"/>
                  </a:cubicBezTo>
                  <a:cubicBezTo>
                    <a:pt x="923468" y="125275"/>
                    <a:pt x="912991" y="131943"/>
                    <a:pt x="901561" y="123370"/>
                  </a:cubicBezTo>
                  <a:cubicBezTo>
                    <a:pt x="904418" y="109083"/>
                    <a:pt x="915848" y="109083"/>
                    <a:pt x="925373" y="107178"/>
                  </a:cubicBezTo>
                  <a:close/>
                  <a:moveTo>
                    <a:pt x="1021576" y="71936"/>
                  </a:moveTo>
                  <a:cubicBezTo>
                    <a:pt x="1037768" y="75746"/>
                    <a:pt x="1038721" y="87176"/>
                    <a:pt x="1031101" y="97653"/>
                  </a:cubicBezTo>
                  <a:cubicBezTo>
                    <a:pt x="1019671" y="115751"/>
                    <a:pt x="1011098" y="95748"/>
                    <a:pt x="1000621" y="92891"/>
                  </a:cubicBezTo>
                  <a:cubicBezTo>
                    <a:pt x="1002526" y="88128"/>
                    <a:pt x="1005383" y="83366"/>
                    <a:pt x="1007288" y="79556"/>
                  </a:cubicBezTo>
                  <a:cubicBezTo>
                    <a:pt x="1012051" y="76698"/>
                    <a:pt x="1016813" y="74793"/>
                    <a:pt x="1021576" y="71936"/>
                  </a:cubicBezTo>
                  <a:close/>
                  <a:moveTo>
                    <a:pt x="1113849" y="40265"/>
                  </a:moveTo>
                  <a:cubicBezTo>
                    <a:pt x="1128732" y="39074"/>
                    <a:pt x="1143972" y="42885"/>
                    <a:pt x="1159689" y="51933"/>
                  </a:cubicBezTo>
                  <a:cubicBezTo>
                    <a:pt x="1175881" y="68126"/>
                    <a:pt x="1166356" y="76698"/>
                    <a:pt x="1151116" y="84318"/>
                  </a:cubicBezTo>
                  <a:cubicBezTo>
                    <a:pt x="1137781" y="90986"/>
                    <a:pt x="1123494" y="86223"/>
                    <a:pt x="1111111" y="92891"/>
                  </a:cubicBezTo>
                  <a:cubicBezTo>
                    <a:pt x="1083489" y="98606"/>
                    <a:pt x="1067296" y="90033"/>
                    <a:pt x="1070153" y="58601"/>
                  </a:cubicBezTo>
                  <a:cubicBezTo>
                    <a:pt x="1084441" y="47647"/>
                    <a:pt x="1098967" y="41456"/>
                    <a:pt x="1113849" y="40265"/>
                  </a:cubicBezTo>
                  <a:close/>
                  <a:moveTo>
                    <a:pt x="1400760" y="96"/>
                  </a:moveTo>
                  <a:cubicBezTo>
                    <a:pt x="1426031" y="498"/>
                    <a:pt x="1451392" y="2164"/>
                    <a:pt x="1476871" y="5260"/>
                  </a:cubicBezTo>
                  <a:cubicBezTo>
                    <a:pt x="1521639" y="13833"/>
                    <a:pt x="1566406" y="14785"/>
                    <a:pt x="1611174" y="9070"/>
                  </a:cubicBezTo>
                  <a:cubicBezTo>
                    <a:pt x="1614984" y="7165"/>
                    <a:pt x="1619746" y="9070"/>
                    <a:pt x="1619746" y="17643"/>
                  </a:cubicBezTo>
                  <a:cubicBezTo>
                    <a:pt x="1631176" y="13833"/>
                    <a:pt x="1639748" y="20500"/>
                    <a:pt x="1646416" y="28120"/>
                  </a:cubicBezTo>
                  <a:cubicBezTo>
                    <a:pt x="1652131" y="36693"/>
                    <a:pt x="1659751" y="35740"/>
                    <a:pt x="1667371" y="31930"/>
                  </a:cubicBezTo>
                  <a:cubicBezTo>
                    <a:pt x="1693088" y="18119"/>
                    <a:pt x="1717377" y="11690"/>
                    <a:pt x="1742261" y="11690"/>
                  </a:cubicBezTo>
                  <a:cubicBezTo>
                    <a:pt x="1767145" y="11690"/>
                    <a:pt x="1792624" y="18119"/>
                    <a:pt x="1820723" y="30025"/>
                  </a:cubicBezTo>
                  <a:cubicBezTo>
                    <a:pt x="1845488" y="40503"/>
                    <a:pt x="1874063" y="40503"/>
                    <a:pt x="1901686" y="45265"/>
                  </a:cubicBezTo>
                  <a:cubicBezTo>
                    <a:pt x="1905496" y="54790"/>
                    <a:pt x="1888351" y="56695"/>
                    <a:pt x="1894066" y="69078"/>
                  </a:cubicBezTo>
                  <a:cubicBezTo>
                    <a:pt x="1913116" y="57648"/>
                    <a:pt x="1934071" y="52885"/>
                    <a:pt x="1955978" y="55743"/>
                  </a:cubicBezTo>
                  <a:cubicBezTo>
                    <a:pt x="1961693" y="62410"/>
                    <a:pt x="1959788" y="69078"/>
                    <a:pt x="1954073" y="71935"/>
                  </a:cubicBezTo>
                  <a:cubicBezTo>
                    <a:pt x="1939786" y="78603"/>
                    <a:pt x="1939786" y="91938"/>
                    <a:pt x="1935976" y="103368"/>
                  </a:cubicBezTo>
                  <a:cubicBezTo>
                    <a:pt x="1904543" y="124323"/>
                    <a:pt x="1914068" y="142420"/>
                    <a:pt x="1949311" y="161470"/>
                  </a:cubicBezTo>
                  <a:cubicBezTo>
                    <a:pt x="1923593" y="162423"/>
                    <a:pt x="1905496" y="153850"/>
                    <a:pt x="1894066" y="171948"/>
                  </a:cubicBezTo>
                  <a:cubicBezTo>
                    <a:pt x="1899781" y="177663"/>
                    <a:pt x="1909306" y="175758"/>
                    <a:pt x="1913116" y="183378"/>
                  </a:cubicBezTo>
                  <a:cubicBezTo>
                    <a:pt x="1917878" y="187188"/>
                    <a:pt x="1922641" y="195760"/>
                    <a:pt x="1907401" y="196713"/>
                  </a:cubicBezTo>
                  <a:cubicBezTo>
                    <a:pt x="1907401" y="221478"/>
                    <a:pt x="1903591" y="242433"/>
                    <a:pt x="1873111" y="245290"/>
                  </a:cubicBezTo>
                  <a:cubicBezTo>
                    <a:pt x="1842631" y="244338"/>
                    <a:pt x="1879778" y="263388"/>
                    <a:pt x="1866443" y="267198"/>
                  </a:cubicBezTo>
                  <a:cubicBezTo>
                    <a:pt x="1860728" y="271008"/>
                    <a:pt x="1855013" y="271960"/>
                    <a:pt x="1851203" y="270055"/>
                  </a:cubicBezTo>
                  <a:cubicBezTo>
                    <a:pt x="1860728" y="280533"/>
                    <a:pt x="1876921" y="291963"/>
                    <a:pt x="1866443" y="313870"/>
                  </a:cubicBezTo>
                  <a:cubicBezTo>
                    <a:pt x="1859776" y="319585"/>
                    <a:pt x="1852156" y="321490"/>
                    <a:pt x="1843583" y="319585"/>
                  </a:cubicBezTo>
                  <a:cubicBezTo>
                    <a:pt x="1833106" y="315775"/>
                    <a:pt x="1827391" y="307203"/>
                    <a:pt x="1819771" y="300535"/>
                  </a:cubicBezTo>
                  <a:cubicBezTo>
                    <a:pt x="1811198" y="310060"/>
                    <a:pt x="1800721" y="314823"/>
                    <a:pt x="1788338" y="313870"/>
                  </a:cubicBezTo>
                  <a:cubicBezTo>
                    <a:pt x="1791196" y="322443"/>
                    <a:pt x="1796911" y="313870"/>
                    <a:pt x="1800721" y="315775"/>
                  </a:cubicBezTo>
                  <a:cubicBezTo>
                    <a:pt x="1808341" y="314823"/>
                    <a:pt x="1815961" y="312918"/>
                    <a:pt x="1823581" y="314823"/>
                  </a:cubicBezTo>
                  <a:cubicBezTo>
                    <a:pt x="1826438" y="315775"/>
                    <a:pt x="1830248" y="316728"/>
                    <a:pt x="1833106" y="317680"/>
                  </a:cubicBezTo>
                  <a:cubicBezTo>
                    <a:pt x="1838821" y="322443"/>
                    <a:pt x="1842631" y="327205"/>
                    <a:pt x="1838821" y="334825"/>
                  </a:cubicBezTo>
                  <a:cubicBezTo>
                    <a:pt x="1800721" y="354828"/>
                    <a:pt x="1760716" y="371020"/>
                    <a:pt x="1715948" y="370068"/>
                  </a:cubicBezTo>
                  <a:cubicBezTo>
                    <a:pt x="1707376" y="370068"/>
                    <a:pt x="1695946" y="372925"/>
                    <a:pt x="1691183" y="379593"/>
                  </a:cubicBezTo>
                  <a:cubicBezTo>
                    <a:pt x="1662608" y="411025"/>
                    <a:pt x="1627366" y="425313"/>
                    <a:pt x="1586408" y="430075"/>
                  </a:cubicBezTo>
                  <a:cubicBezTo>
                    <a:pt x="1564501" y="432933"/>
                    <a:pt x="1554976" y="450078"/>
                    <a:pt x="1542593" y="468175"/>
                  </a:cubicBezTo>
                  <a:cubicBezTo>
                    <a:pt x="1522591" y="497703"/>
                    <a:pt x="1501636" y="527230"/>
                    <a:pt x="1480681" y="555805"/>
                  </a:cubicBezTo>
                  <a:cubicBezTo>
                    <a:pt x="1475918" y="562473"/>
                    <a:pt x="1469251" y="562473"/>
                    <a:pt x="1462583" y="562473"/>
                  </a:cubicBezTo>
                  <a:cubicBezTo>
                    <a:pt x="1419721" y="558663"/>
                    <a:pt x="1380668" y="507228"/>
                    <a:pt x="1385431" y="462460"/>
                  </a:cubicBezTo>
                  <a:cubicBezTo>
                    <a:pt x="1388288" y="441505"/>
                    <a:pt x="1374001" y="421503"/>
                    <a:pt x="1379716" y="398643"/>
                  </a:cubicBezTo>
                  <a:cubicBezTo>
                    <a:pt x="1387336" y="363400"/>
                    <a:pt x="1418768" y="354828"/>
                    <a:pt x="1441628" y="335778"/>
                  </a:cubicBezTo>
                  <a:cubicBezTo>
                    <a:pt x="1443533" y="331015"/>
                    <a:pt x="1445438" y="325300"/>
                    <a:pt x="1449248" y="321490"/>
                  </a:cubicBezTo>
                  <a:cubicBezTo>
                    <a:pt x="1454011" y="314823"/>
                    <a:pt x="1454963" y="306250"/>
                    <a:pt x="1461631" y="300535"/>
                  </a:cubicBezTo>
                  <a:cubicBezTo>
                    <a:pt x="1451153" y="280533"/>
                    <a:pt x="1439723" y="265293"/>
                    <a:pt x="1412101" y="280533"/>
                  </a:cubicBezTo>
                  <a:cubicBezTo>
                    <a:pt x="1425436" y="259578"/>
                    <a:pt x="1438771" y="241480"/>
                    <a:pt x="1434961" y="215763"/>
                  </a:cubicBezTo>
                  <a:cubicBezTo>
                    <a:pt x="1430198" y="178615"/>
                    <a:pt x="1409243" y="158613"/>
                    <a:pt x="1371143" y="160518"/>
                  </a:cubicBezTo>
                  <a:cubicBezTo>
                    <a:pt x="1357808" y="161470"/>
                    <a:pt x="1343521" y="159565"/>
                    <a:pt x="1331138" y="162423"/>
                  </a:cubicBezTo>
                  <a:cubicBezTo>
                    <a:pt x="1317803" y="165280"/>
                    <a:pt x="1310183" y="161470"/>
                    <a:pt x="1303516" y="150040"/>
                  </a:cubicBezTo>
                  <a:cubicBezTo>
                    <a:pt x="1296848" y="136705"/>
                    <a:pt x="1300658" y="131943"/>
                    <a:pt x="1313993" y="130038"/>
                  </a:cubicBezTo>
                  <a:cubicBezTo>
                    <a:pt x="1321613" y="129085"/>
                    <a:pt x="1316851" y="124323"/>
                    <a:pt x="1313041" y="121465"/>
                  </a:cubicBezTo>
                  <a:cubicBezTo>
                    <a:pt x="1283513" y="99558"/>
                    <a:pt x="1311136" y="99558"/>
                    <a:pt x="1323518" y="96700"/>
                  </a:cubicBezTo>
                  <a:cubicBezTo>
                    <a:pt x="1344473" y="92890"/>
                    <a:pt x="1365428" y="88128"/>
                    <a:pt x="1387336" y="88128"/>
                  </a:cubicBezTo>
                  <a:cubicBezTo>
                    <a:pt x="1399718" y="88128"/>
                    <a:pt x="1414006" y="81460"/>
                    <a:pt x="1394003" y="68125"/>
                  </a:cubicBezTo>
                  <a:cubicBezTo>
                    <a:pt x="1402576" y="42408"/>
                    <a:pt x="1427341" y="49075"/>
                    <a:pt x="1445438" y="41455"/>
                  </a:cubicBezTo>
                  <a:lnTo>
                    <a:pt x="1471104" y="35589"/>
                  </a:lnTo>
                  <a:lnTo>
                    <a:pt x="1469608" y="35026"/>
                  </a:lnTo>
                  <a:cubicBezTo>
                    <a:pt x="1465441" y="34550"/>
                    <a:pt x="1461155" y="34788"/>
                    <a:pt x="1456869" y="34788"/>
                  </a:cubicBezTo>
                  <a:cubicBezTo>
                    <a:pt x="1424484" y="38598"/>
                    <a:pt x="1396861" y="56695"/>
                    <a:pt x="1365429" y="60505"/>
                  </a:cubicBezTo>
                  <a:cubicBezTo>
                    <a:pt x="1307326" y="66220"/>
                    <a:pt x="1264464" y="112893"/>
                    <a:pt x="1208266" y="122418"/>
                  </a:cubicBezTo>
                  <a:cubicBezTo>
                    <a:pt x="1196836" y="130038"/>
                    <a:pt x="1186359" y="129085"/>
                    <a:pt x="1175881" y="122418"/>
                  </a:cubicBezTo>
                  <a:cubicBezTo>
                    <a:pt x="1178739" y="129085"/>
                    <a:pt x="1197789" y="127180"/>
                    <a:pt x="1187311" y="142420"/>
                  </a:cubicBezTo>
                  <a:cubicBezTo>
                    <a:pt x="1185406" y="144325"/>
                    <a:pt x="1182549" y="146230"/>
                    <a:pt x="1180644" y="149088"/>
                  </a:cubicBezTo>
                  <a:cubicBezTo>
                    <a:pt x="1173262" y="152183"/>
                    <a:pt x="1165939" y="153434"/>
                    <a:pt x="1158647" y="153642"/>
                  </a:cubicBezTo>
                  <a:lnTo>
                    <a:pt x="1143520" y="152466"/>
                  </a:lnTo>
                  <a:lnTo>
                    <a:pt x="1148259" y="153731"/>
                  </a:lnTo>
                  <a:cubicBezTo>
                    <a:pt x="1153498" y="157422"/>
                    <a:pt x="1155879" y="163851"/>
                    <a:pt x="1152069" y="175758"/>
                  </a:cubicBezTo>
                  <a:cubicBezTo>
                    <a:pt x="1112064" y="198618"/>
                    <a:pt x="1069201" y="175758"/>
                    <a:pt x="1029196" y="182425"/>
                  </a:cubicBezTo>
                  <a:cubicBezTo>
                    <a:pt x="1020624" y="171948"/>
                    <a:pt x="980619" y="182425"/>
                    <a:pt x="1006336" y="148135"/>
                  </a:cubicBezTo>
                  <a:cubicBezTo>
                    <a:pt x="1011099" y="141468"/>
                    <a:pt x="1003479" y="136705"/>
                    <a:pt x="995859" y="134800"/>
                  </a:cubicBezTo>
                  <a:cubicBezTo>
                    <a:pt x="984429" y="131943"/>
                    <a:pt x="981571" y="125275"/>
                    <a:pt x="987286" y="114798"/>
                  </a:cubicBezTo>
                  <a:cubicBezTo>
                    <a:pt x="1010146" y="115750"/>
                    <a:pt x="1027291" y="130990"/>
                    <a:pt x="1049199" y="134800"/>
                  </a:cubicBezTo>
                  <a:cubicBezTo>
                    <a:pt x="1053009" y="140515"/>
                    <a:pt x="1055866" y="147183"/>
                    <a:pt x="1064439" y="149088"/>
                  </a:cubicBezTo>
                  <a:cubicBezTo>
                    <a:pt x="1074916" y="150993"/>
                    <a:pt x="1085394" y="150278"/>
                    <a:pt x="1095871" y="149326"/>
                  </a:cubicBezTo>
                  <a:lnTo>
                    <a:pt x="1106484" y="148924"/>
                  </a:lnTo>
                  <a:lnTo>
                    <a:pt x="1093014" y="149088"/>
                  </a:lnTo>
                  <a:cubicBezTo>
                    <a:pt x="1081584" y="144325"/>
                    <a:pt x="1067296" y="146230"/>
                    <a:pt x="1062534" y="131943"/>
                  </a:cubicBezTo>
                  <a:cubicBezTo>
                    <a:pt x="1083489" y="115750"/>
                    <a:pt x="1102539" y="93843"/>
                    <a:pt x="1133971" y="110988"/>
                  </a:cubicBezTo>
                  <a:cubicBezTo>
                    <a:pt x="1150164" y="112893"/>
                    <a:pt x="1147306" y="91938"/>
                    <a:pt x="1158736" y="88128"/>
                  </a:cubicBezTo>
                  <a:cubicBezTo>
                    <a:pt x="1164451" y="84318"/>
                    <a:pt x="1172071" y="81460"/>
                    <a:pt x="1173024" y="73840"/>
                  </a:cubicBezTo>
                  <a:cubicBezTo>
                    <a:pt x="1176834" y="44313"/>
                    <a:pt x="1193979" y="46218"/>
                    <a:pt x="1214934" y="54790"/>
                  </a:cubicBezTo>
                  <a:cubicBezTo>
                    <a:pt x="1234936" y="51933"/>
                    <a:pt x="1254939" y="44313"/>
                    <a:pt x="1275894" y="44313"/>
                  </a:cubicBezTo>
                  <a:cubicBezTo>
                    <a:pt x="1253986" y="44313"/>
                    <a:pt x="1233031" y="51933"/>
                    <a:pt x="1211124" y="51933"/>
                  </a:cubicBezTo>
                  <a:cubicBezTo>
                    <a:pt x="1199694" y="46218"/>
                    <a:pt x="1184454" y="50028"/>
                    <a:pt x="1174929" y="39550"/>
                  </a:cubicBezTo>
                  <a:cubicBezTo>
                    <a:pt x="1174929" y="34788"/>
                    <a:pt x="1174929" y="30978"/>
                    <a:pt x="1174929" y="26215"/>
                  </a:cubicBezTo>
                  <a:cubicBezTo>
                    <a:pt x="1249938" y="9070"/>
                    <a:pt x="1324947" y="-1110"/>
                    <a:pt x="1400760" y="9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1519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pa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MAPPA</a:t>
            </a:r>
          </a:p>
        </p:txBody>
      </p:sp>
      <p:sp>
        <p:nvSpPr>
          <p:cNvPr id="12" name="Shape 215">
            <a:extLst>
              <a:ext uri="{FF2B5EF4-FFF2-40B4-BE49-F238E27FC236}">
                <a16:creationId xmlns:a16="http://schemas.microsoft.com/office/drawing/2014/main" id="{A972D2AC-ED10-4431-B782-AB97831285BC}"/>
              </a:ext>
            </a:extLst>
          </p:cNvPr>
          <p:cNvSpPr/>
          <p:nvPr userDrawn="1"/>
        </p:nvSpPr>
        <p:spPr>
          <a:xfrm>
            <a:off x="4101548" y="2074486"/>
            <a:ext cx="7975623" cy="3799411"/>
          </a:xfrm>
          <a:custGeom>
            <a:avLst/>
            <a:gdLst/>
            <a:ahLst/>
            <a:cxnLst/>
            <a:rect l="0" t="0" r="0" b="0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Shape 219">
            <a:extLst>
              <a:ext uri="{FF2B5EF4-FFF2-40B4-BE49-F238E27FC236}">
                <a16:creationId xmlns:a16="http://schemas.microsoft.com/office/drawing/2014/main" id="{BE74BBEA-F625-4D87-BB4F-605A87CFCAF2}"/>
              </a:ext>
            </a:extLst>
          </p:cNvPr>
          <p:cNvGrpSpPr/>
          <p:nvPr userDrawn="1"/>
        </p:nvGrpSpPr>
        <p:grpSpPr>
          <a:xfrm>
            <a:off x="10842867" y="1229337"/>
            <a:ext cx="790375" cy="667855"/>
            <a:chOff x="3918650" y="293075"/>
            <a:chExt cx="488500" cy="412775"/>
          </a:xfrm>
          <a:solidFill>
            <a:schemeClr val="bg1">
              <a:lumMod val="65000"/>
            </a:schemeClr>
          </a:solidFill>
        </p:grpSpPr>
        <p:sp>
          <p:nvSpPr>
            <p:cNvPr id="14" name="Shape 220">
              <a:extLst>
                <a:ext uri="{FF2B5EF4-FFF2-40B4-BE49-F238E27FC236}">
                  <a16:creationId xmlns:a16="http://schemas.microsoft.com/office/drawing/2014/main" id="{F99B594D-7FBE-4C6E-A15B-D4075B2168F9}"/>
                </a:ext>
              </a:extLst>
            </p:cNvPr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221">
              <a:extLst>
                <a:ext uri="{FF2B5EF4-FFF2-40B4-BE49-F238E27FC236}">
                  <a16:creationId xmlns:a16="http://schemas.microsoft.com/office/drawing/2014/main" id="{2E1EE0E2-6EA6-4C0B-BAFA-552FBDD4496C}"/>
                </a:ext>
              </a:extLst>
            </p:cNvPr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Shape 222">
              <a:extLst>
                <a:ext uri="{FF2B5EF4-FFF2-40B4-BE49-F238E27FC236}">
                  <a16:creationId xmlns:a16="http://schemas.microsoft.com/office/drawing/2014/main" id="{EF553479-4E3A-4D7F-B6A1-4BEDFDA67916}"/>
                </a:ext>
              </a:extLst>
            </p:cNvPr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Shape 217">
            <a:extLst>
              <a:ext uri="{FF2B5EF4-FFF2-40B4-BE49-F238E27FC236}">
                <a16:creationId xmlns:a16="http://schemas.microsoft.com/office/drawing/2014/main" id="{5EF2C178-136C-4BEC-B359-598655A84A3E}"/>
              </a:ext>
            </a:extLst>
          </p:cNvPr>
          <p:cNvSpPr/>
          <p:nvPr userDrawn="1"/>
        </p:nvSpPr>
        <p:spPr>
          <a:xfrm>
            <a:off x="7606623" y="2732374"/>
            <a:ext cx="755499" cy="168641"/>
          </a:xfrm>
          <a:prstGeom prst="wedgeRectCallout">
            <a:avLst>
              <a:gd name="adj1" fmla="val -32570"/>
              <a:gd name="adj2" fmla="val 95806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+mj-lt"/>
                <a:ea typeface="Raleway Light"/>
                <a:cs typeface="Poppins" panose="00000500000000000000" pitchFamily="2" charset="0"/>
                <a:sym typeface="Raleway Light"/>
              </a:rPr>
              <a:t>PoliTO</a:t>
            </a:r>
            <a:endParaRPr sz="1400">
              <a:solidFill>
                <a:srgbClr val="FFFFFF"/>
              </a:solidFill>
              <a:latin typeface="+mj-lt"/>
              <a:ea typeface="Raleway Light"/>
              <a:cs typeface="Poppins" panose="00000500000000000000" pitchFamily="2" charset="0"/>
              <a:sym typeface="Raleway Light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0B4D8284-A13A-48D9-8E44-4CA20F2EE3BC}"/>
              </a:ext>
            </a:extLst>
          </p:cNvPr>
          <p:cNvSpPr/>
          <p:nvPr userDrawn="1"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+mn-lt"/>
            </a:endParaRP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FAACBFE5-5EC3-4514-B73D-56A4E5872B31}"/>
              </a:ext>
            </a:extLst>
          </p:cNvPr>
          <p:cNvSpPr/>
          <p:nvPr userDrawn="1"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Half Frame 4">
            <a:extLst>
              <a:ext uri="{FF2B5EF4-FFF2-40B4-BE49-F238E27FC236}">
                <a16:creationId xmlns:a16="http://schemas.microsoft.com/office/drawing/2014/main" id="{ABBBF0ED-8552-47F2-BA5A-44ECAD72C43A}"/>
              </a:ext>
            </a:extLst>
          </p:cNvPr>
          <p:cNvSpPr/>
          <p:nvPr userDrawn="1"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4" name="TextBox 57">
            <a:extLst>
              <a:ext uri="{FF2B5EF4-FFF2-40B4-BE49-F238E27FC236}">
                <a16:creationId xmlns:a16="http://schemas.microsoft.com/office/drawing/2014/main" id="{6470E98D-3B6C-489A-A015-939941D9EB2A}"/>
              </a:ext>
            </a:extLst>
          </p:cNvPr>
          <p:cNvSpPr txBox="1"/>
          <p:nvPr userDrawn="1"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5" name="TextBox 58">
            <a:extLst>
              <a:ext uri="{FF2B5EF4-FFF2-40B4-BE49-F238E27FC236}">
                <a16:creationId xmlns:a16="http://schemas.microsoft.com/office/drawing/2014/main" id="{C5F7ADFC-6F7F-4E77-907F-3EC7568827B8}"/>
              </a:ext>
            </a:extLst>
          </p:cNvPr>
          <p:cNvSpPr txBox="1"/>
          <p:nvPr userDrawn="1"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6" name="TextBox 60">
            <a:extLst>
              <a:ext uri="{FF2B5EF4-FFF2-40B4-BE49-F238E27FC236}">
                <a16:creationId xmlns:a16="http://schemas.microsoft.com/office/drawing/2014/main" id="{010DB92C-60C5-4D76-BDCC-479A4879F991}"/>
              </a:ext>
            </a:extLst>
          </p:cNvPr>
          <p:cNvSpPr txBox="1"/>
          <p:nvPr userDrawn="1"/>
        </p:nvSpPr>
        <p:spPr>
          <a:xfrm>
            <a:off x="630743" y="4406663"/>
            <a:ext cx="33574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MAPPA MODIFICABILE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2307CCBF-C56D-4497-8D3D-79B7878105CD}"/>
              </a:ext>
            </a:extLst>
          </p:cNvPr>
          <p:cNvSpPr txBox="1"/>
          <p:nvPr userDrawn="1"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4471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pa [b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69">
            <a:extLst>
              <a:ext uri="{FF2B5EF4-FFF2-40B4-BE49-F238E27FC236}">
                <a16:creationId xmlns:a16="http://schemas.microsoft.com/office/drawing/2014/main" id="{6FBA6DEE-0205-4890-B5C2-68EBCDF54691}"/>
              </a:ext>
            </a:extLst>
          </p:cNvPr>
          <p:cNvSpPr/>
          <p:nvPr userDrawn="1"/>
        </p:nvSpPr>
        <p:spPr>
          <a:xfrm>
            <a:off x="1227401" y="1453101"/>
            <a:ext cx="10010775" cy="4783887"/>
          </a:xfrm>
          <a:custGeom>
            <a:avLst/>
            <a:gdLst/>
            <a:ahLst/>
            <a:cxnLst/>
            <a:rect l="0" t="0" r="0" b="0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" name="Shape 173">
            <a:extLst>
              <a:ext uri="{FF2B5EF4-FFF2-40B4-BE49-F238E27FC236}">
                <a16:creationId xmlns:a16="http://schemas.microsoft.com/office/drawing/2014/main" id="{C8E5F231-AC6C-405D-897C-FF9958B141E0}"/>
              </a:ext>
            </a:extLst>
          </p:cNvPr>
          <p:cNvSpPr/>
          <p:nvPr userDrawn="1"/>
        </p:nvSpPr>
        <p:spPr>
          <a:xfrm rot="10800000">
            <a:off x="2052167" y="2984033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" name="Shape 174">
            <a:extLst>
              <a:ext uri="{FF2B5EF4-FFF2-40B4-BE49-F238E27FC236}">
                <a16:creationId xmlns:a16="http://schemas.microsoft.com/office/drawing/2014/main" id="{DA357DF7-EDFB-4A79-947D-1F918BB56C6E}"/>
              </a:ext>
            </a:extLst>
          </p:cNvPr>
          <p:cNvSpPr/>
          <p:nvPr userDrawn="1"/>
        </p:nvSpPr>
        <p:spPr>
          <a:xfrm rot="10800000">
            <a:off x="4108600" y="4946233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Shape 175">
            <a:extLst>
              <a:ext uri="{FF2B5EF4-FFF2-40B4-BE49-F238E27FC236}">
                <a16:creationId xmlns:a16="http://schemas.microsoft.com/office/drawing/2014/main" id="{2F631DDD-2C6D-4FFE-8A05-5488BB92DCFF}"/>
              </a:ext>
            </a:extLst>
          </p:cNvPr>
          <p:cNvSpPr/>
          <p:nvPr userDrawn="1"/>
        </p:nvSpPr>
        <p:spPr>
          <a:xfrm rot="10800000">
            <a:off x="5348333" y="2657533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Shape 176">
            <a:extLst>
              <a:ext uri="{FF2B5EF4-FFF2-40B4-BE49-F238E27FC236}">
                <a16:creationId xmlns:a16="http://schemas.microsoft.com/office/drawing/2014/main" id="{39E13EB0-E17D-4916-8CD0-3241BD95EC64}"/>
              </a:ext>
            </a:extLst>
          </p:cNvPr>
          <p:cNvSpPr/>
          <p:nvPr userDrawn="1"/>
        </p:nvSpPr>
        <p:spPr>
          <a:xfrm rot="10800000">
            <a:off x="6263533" y="5300267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" name="Shape 177">
            <a:extLst>
              <a:ext uri="{FF2B5EF4-FFF2-40B4-BE49-F238E27FC236}">
                <a16:creationId xmlns:a16="http://schemas.microsoft.com/office/drawing/2014/main" id="{7571A997-2DC4-445F-A978-38206869A68F}"/>
              </a:ext>
            </a:extLst>
          </p:cNvPr>
          <p:cNvSpPr/>
          <p:nvPr userDrawn="1"/>
        </p:nvSpPr>
        <p:spPr>
          <a:xfrm rot="10800000">
            <a:off x="8833000" y="3294267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" name="Shape 178">
            <a:extLst>
              <a:ext uri="{FF2B5EF4-FFF2-40B4-BE49-F238E27FC236}">
                <a16:creationId xmlns:a16="http://schemas.microsoft.com/office/drawing/2014/main" id="{D3808E6E-40E2-4F47-8796-AB8588B31845}"/>
              </a:ext>
            </a:extLst>
          </p:cNvPr>
          <p:cNvSpPr/>
          <p:nvPr userDrawn="1"/>
        </p:nvSpPr>
        <p:spPr>
          <a:xfrm rot="10800000">
            <a:off x="9821467" y="5423967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D6A8902-3170-49B0-B5BB-C4B5149AC8C5}"/>
              </a:ext>
            </a:extLst>
          </p:cNvPr>
          <p:cNvSpPr txBox="1"/>
          <p:nvPr userDrawn="1"/>
        </p:nvSpPr>
        <p:spPr>
          <a:xfrm>
            <a:off x="1861931" y="2614252"/>
            <a:ext cx="2662908" cy="307777"/>
          </a:xfrm>
          <a:prstGeom prst="rect">
            <a:avLst/>
          </a:prstGeom>
          <a:solidFill>
            <a:schemeClr val="bg1">
              <a:lumMod val="50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D3D6ED5-5BD5-452B-A9B2-02EAC2EBB0D3}"/>
              </a:ext>
            </a:extLst>
          </p:cNvPr>
          <p:cNvSpPr txBox="1"/>
          <p:nvPr userDrawn="1"/>
        </p:nvSpPr>
        <p:spPr>
          <a:xfrm>
            <a:off x="1861931" y="4573552"/>
            <a:ext cx="2662908" cy="307777"/>
          </a:xfrm>
          <a:prstGeom prst="rect">
            <a:avLst/>
          </a:prstGeom>
          <a:solidFill>
            <a:schemeClr val="bg1">
              <a:lumMod val="50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8976D0B-E27A-46CA-A8A9-C6419CBE3C40}"/>
              </a:ext>
            </a:extLst>
          </p:cNvPr>
          <p:cNvSpPr txBox="1"/>
          <p:nvPr userDrawn="1"/>
        </p:nvSpPr>
        <p:spPr>
          <a:xfrm>
            <a:off x="5732677" y="4913103"/>
            <a:ext cx="2662908" cy="307777"/>
          </a:xfrm>
          <a:prstGeom prst="rect">
            <a:avLst/>
          </a:prstGeom>
          <a:solidFill>
            <a:schemeClr val="bg1">
              <a:lumMod val="50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5E7814D-165D-4333-AFE9-175F8999FA73}"/>
              </a:ext>
            </a:extLst>
          </p:cNvPr>
          <p:cNvSpPr txBox="1"/>
          <p:nvPr userDrawn="1"/>
        </p:nvSpPr>
        <p:spPr>
          <a:xfrm>
            <a:off x="5176086" y="2278896"/>
            <a:ext cx="2662908" cy="307777"/>
          </a:xfrm>
          <a:prstGeom prst="rect">
            <a:avLst/>
          </a:prstGeom>
          <a:solidFill>
            <a:schemeClr val="bg1">
              <a:lumMod val="50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AD0F5C7-D61E-407B-B944-035CB89FFCE2}"/>
              </a:ext>
            </a:extLst>
          </p:cNvPr>
          <p:cNvSpPr txBox="1"/>
          <p:nvPr userDrawn="1"/>
        </p:nvSpPr>
        <p:spPr>
          <a:xfrm>
            <a:off x="8674550" y="2922029"/>
            <a:ext cx="2662908" cy="307777"/>
          </a:xfrm>
          <a:prstGeom prst="rect">
            <a:avLst/>
          </a:prstGeom>
          <a:solidFill>
            <a:schemeClr val="bg1">
              <a:lumMod val="50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258E9C1-DF93-431E-8101-EB88D4890D9C}"/>
              </a:ext>
            </a:extLst>
          </p:cNvPr>
          <p:cNvSpPr txBox="1"/>
          <p:nvPr userDrawn="1"/>
        </p:nvSpPr>
        <p:spPr>
          <a:xfrm>
            <a:off x="9193069" y="5055300"/>
            <a:ext cx="2662908" cy="307777"/>
          </a:xfrm>
          <a:prstGeom prst="rect">
            <a:avLst/>
          </a:prstGeom>
          <a:solidFill>
            <a:schemeClr val="bg1">
              <a:lumMod val="50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MAPPA</a:t>
            </a:r>
          </a:p>
        </p:txBody>
      </p:sp>
    </p:spTree>
    <p:extLst>
      <p:ext uri="{BB962C8B-B14F-4D97-AF65-F5344CB8AC3E}">
        <p14:creationId xmlns:p14="http://schemas.microsoft.com/office/powerpoint/2010/main" val="3609357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Apertura - Titolo presenta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5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763" y="1812897"/>
            <a:ext cx="10951054" cy="836579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Title of the PhD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2821" y="3303150"/>
            <a:ext cx="5040312" cy="47372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Name Surname – xx Cycle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2482F7E-5382-2031-98B7-2CBB3DCE8E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11"/>
          <a:stretch/>
        </p:blipFill>
        <p:spPr>
          <a:xfrm>
            <a:off x="9732391" y="5410098"/>
            <a:ext cx="1956021" cy="955288"/>
          </a:xfrm>
          <a:prstGeom prst="rect">
            <a:avLst/>
          </a:prstGeom>
        </p:spPr>
      </p:pic>
      <p:sp>
        <p:nvSpPr>
          <p:cNvPr id="3" name="Segnaposto testo 9">
            <a:extLst>
              <a:ext uri="{FF2B5EF4-FFF2-40B4-BE49-F238E27FC236}">
                <a16:creationId xmlns:a16="http://schemas.microsoft.com/office/drawing/2014/main" id="{11AB17B5-F5FC-5828-9B89-0801822B3D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763" y="4408016"/>
            <a:ext cx="5040312" cy="47372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Supervisor: Name Surname</a:t>
            </a:r>
          </a:p>
        </p:txBody>
      </p:sp>
    </p:spTree>
    <p:extLst>
      <p:ext uri="{BB962C8B-B14F-4D97-AF65-F5344CB8AC3E}">
        <p14:creationId xmlns:p14="http://schemas.microsoft.com/office/powerpoint/2010/main" val="224871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B7020CC-1F43-4307-885B-9C5B8595FB35}"/>
              </a:ext>
            </a:extLst>
          </p:cNvPr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1525B60-4CE1-4B14-BFEA-0C3F4F11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D3A30F-644A-447F-AE26-65EEFAD48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400" y="1533167"/>
            <a:ext cx="11664950" cy="468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B17C92E-8ADD-4880-9C12-BC8CB27C40E9}"/>
              </a:ext>
            </a:extLst>
          </p:cNvPr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6400800"/>
            <a:ext cx="81865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9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3" r:id="rId3"/>
    <p:sldLayoutId id="2147483650" r:id="rId4"/>
    <p:sldLayoutId id="2147483654" r:id="rId5"/>
    <p:sldLayoutId id="2147483656" r:id="rId6"/>
    <p:sldLayoutId id="2147483665" r:id="rId7"/>
    <p:sldLayoutId id="2147483660" r:id="rId8"/>
    <p:sldLayoutId id="2147483662" r:id="rId9"/>
    <p:sldLayoutId id="2147483679" r:id="rId10"/>
    <p:sldLayoutId id="2147483658" r:id="rId11"/>
    <p:sldLayoutId id="2147483663" r:id="rId12"/>
    <p:sldLayoutId id="2147483664" r:id="rId13"/>
    <p:sldLayoutId id="2147483666" r:id="rId14"/>
    <p:sldLayoutId id="2147483667" r:id="rId15"/>
    <p:sldLayoutId id="2147483668" r:id="rId16"/>
    <p:sldLayoutId id="2147483669" r:id="rId17"/>
    <p:sldLayoutId id="2147483652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80" r:id="rId28"/>
  </p:sldLayoutIdLst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3600" b="1" kern="1200">
          <a:solidFill>
            <a:schemeClr val="tx2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2.png"/><Relationship Id="rId9" Type="http://schemas.openxmlformats.org/officeDocument/2006/relationships/image" Target="../media/image6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680.png"/><Relationship Id="rId18" Type="http://schemas.openxmlformats.org/officeDocument/2006/relationships/image" Target="../media/image73.png"/><Relationship Id="rId3" Type="http://schemas.openxmlformats.org/officeDocument/2006/relationships/image" Target="../media/image580.png"/><Relationship Id="rId21" Type="http://schemas.openxmlformats.org/officeDocument/2006/relationships/image" Target="../media/image76.png"/><Relationship Id="rId7" Type="http://schemas.openxmlformats.org/officeDocument/2006/relationships/image" Target="../media/image620.png"/><Relationship Id="rId12" Type="http://schemas.openxmlformats.org/officeDocument/2006/relationships/image" Target="../media/image670.png"/><Relationship Id="rId17" Type="http://schemas.openxmlformats.org/officeDocument/2006/relationships/image" Target="../media/image72.png"/><Relationship Id="rId2" Type="http://schemas.openxmlformats.org/officeDocument/2006/relationships/image" Target="../media/image570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0.png"/><Relationship Id="rId11" Type="http://schemas.openxmlformats.org/officeDocument/2006/relationships/image" Target="../media/image660.png"/><Relationship Id="rId5" Type="http://schemas.openxmlformats.org/officeDocument/2006/relationships/image" Target="../media/image600.png"/><Relationship Id="rId15" Type="http://schemas.openxmlformats.org/officeDocument/2006/relationships/image" Target="../media/image70.png"/><Relationship Id="rId10" Type="http://schemas.openxmlformats.org/officeDocument/2006/relationships/image" Target="../media/image650.png"/><Relationship Id="rId19" Type="http://schemas.openxmlformats.org/officeDocument/2006/relationships/image" Target="../media/image74.png"/><Relationship Id="rId4" Type="http://schemas.openxmlformats.org/officeDocument/2006/relationships/image" Target="../media/image590.png"/><Relationship Id="rId9" Type="http://schemas.openxmlformats.org/officeDocument/2006/relationships/image" Target="../media/image640.png"/><Relationship Id="rId14" Type="http://schemas.openxmlformats.org/officeDocument/2006/relationships/image" Target="../media/image690.png"/><Relationship Id="rId22" Type="http://schemas.openxmlformats.org/officeDocument/2006/relationships/image" Target="../media/image7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jpeg"/><Relationship Id="rId7" Type="http://schemas.openxmlformats.org/officeDocument/2006/relationships/image" Target="../media/image96.png"/><Relationship Id="rId2" Type="http://schemas.openxmlformats.org/officeDocument/2006/relationships/hyperlink" Target="https://github.com/netgroup-polito/verefoo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.png"/><Relationship Id="rId5" Type="http://schemas.openxmlformats.org/officeDocument/2006/relationships/image" Target="../media/image94.svg"/><Relationship Id="rId4" Type="http://schemas.openxmlformats.org/officeDocument/2006/relationships/image" Target="../media/image93.jpeg"/><Relationship Id="rId9" Type="http://schemas.openxmlformats.org/officeDocument/2006/relationships/image" Target="../media/image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2F090-CDA4-9687-1DF1-B5EEFF51C4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655" y="1223313"/>
            <a:ext cx="11880894" cy="1711987"/>
          </a:xfrm>
        </p:spPr>
        <p:txBody>
          <a:bodyPr/>
          <a:lstStyle/>
          <a:p>
            <a:r>
              <a:rPr lang="en-US" sz="3200" noProof="0" dirty="0"/>
              <a:t>Automating Network Security Configuration in NFV/SDN: Foundations, Challenges, and Hands-on Experience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7AE0-5A82-5696-D854-B499320637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50623" y="3078804"/>
            <a:ext cx="5305559" cy="473720"/>
          </a:xfrm>
        </p:spPr>
        <p:txBody>
          <a:bodyPr/>
          <a:lstStyle/>
          <a:p>
            <a:pPr algn="ctr"/>
            <a:r>
              <a:rPr lang="en-US" i="1" noProof="0" dirty="0"/>
              <a:t>D. Bringhenti, F. Pizzato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15769-A85D-7EA1-562C-30E92BA0FC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3402" y="4069084"/>
            <a:ext cx="2595566" cy="4737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 dirty="0"/>
              <a:t>November 2</a:t>
            </a:r>
            <a:r>
              <a:rPr lang="en-US" baseline="30000" noProof="0" dirty="0"/>
              <a:t>nd</a:t>
            </a:r>
            <a:r>
              <a:rPr lang="en-US" noProof="0" dirty="0"/>
              <a:t>, 2026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45387B9-F96E-3E09-71C5-8887BBEF28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4921" y="5268951"/>
            <a:ext cx="1224620" cy="124084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B77B1A1-5F3A-449C-AEE6-9931780B3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770" y="5736961"/>
            <a:ext cx="2447918" cy="54295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E381D73-2BB0-CE71-6640-56C755983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3704" y="4040339"/>
            <a:ext cx="190500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8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068FA-016E-C647-1660-47BE8C004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Agenda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E15A0FF-99E1-87E6-331A-49EFB4004C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i="1" noProof="0" dirty="0"/>
              <a:t>Session 1</a:t>
            </a: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The Security Configuration Challenge in the Era of Network Virtualization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Network Security Configuration Automation: Past, Present, and Future</a:t>
            </a:r>
          </a:p>
          <a:p>
            <a:br>
              <a:rPr lang="en-US" i="1" noProof="0" dirty="0"/>
            </a:br>
            <a:r>
              <a:rPr lang="en-US" b="1" i="1" noProof="0" dirty="0"/>
              <a:t>Session 2</a:t>
            </a: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The VEREFOO Framework for Automated Virtual Firewall Configuration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Hands-on Playground: Configure the Firewall of Your Virtual Network</a:t>
            </a:r>
          </a:p>
        </p:txBody>
      </p:sp>
    </p:spTree>
    <p:extLst>
      <p:ext uri="{BB962C8B-B14F-4D97-AF65-F5344CB8AC3E}">
        <p14:creationId xmlns:p14="http://schemas.microsoft.com/office/powerpoint/2010/main" val="1159972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F51F8828-FE6B-86C8-4EE8-41301C668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The Security Configuration Challenge in the Era of Network Virtualization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94F7E331-5A40-3A5B-8E12-2F6F3EFD9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4569205-3E1D-CD38-171C-08FA11F6F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388" y="2017194"/>
            <a:ext cx="1065223" cy="106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01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C4936-7129-2EB2-46F5-BD4D24A1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00ED6F-CC45-B95C-AE3B-DA07ABD1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Network Security Configuration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975285-04CC-C8A3-DD04-5179C2DD3E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2817" y="1412588"/>
            <a:ext cx="6278704" cy="823328"/>
          </a:xfrm>
        </p:spPr>
        <p:txBody>
          <a:bodyPr/>
          <a:lstStyle/>
          <a:p>
            <a:r>
              <a:rPr lang="en-US" sz="2000" noProof="0" dirty="0"/>
              <a:t>Network security configuration consists of two main operations:</a:t>
            </a:r>
          </a:p>
          <a:p>
            <a:pPr marL="457200" indent="-457200">
              <a:buAutoNum type="arabicPeriod"/>
            </a:pPr>
            <a:endParaRPr lang="en-US" noProof="0" dirty="0"/>
          </a:p>
        </p:txBody>
      </p:sp>
      <p:grpSp>
        <p:nvGrpSpPr>
          <p:cNvPr id="203" name="Gruppo 202">
            <a:extLst>
              <a:ext uri="{FF2B5EF4-FFF2-40B4-BE49-F238E27FC236}">
                <a16:creationId xmlns:a16="http://schemas.microsoft.com/office/drawing/2014/main" id="{94AAFBEB-C184-0D09-42ED-F4432E22146B}"/>
              </a:ext>
            </a:extLst>
          </p:cNvPr>
          <p:cNvGrpSpPr/>
          <p:nvPr/>
        </p:nvGrpSpPr>
        <p:grpSpPr>
          <a:xfrm>
            <a:off x="333456" y="1688951"/>
            <a:ext cx="4698209" cy="1539743"/>
            <a:chOff x="1056" y="1113281"/>
            <a:chExt cx="4698209" cy="1539743"/>
          </a:xfrm>
        </p:grpSpPr>
        <p:grpSp>
          <p:nvGrpSpPr>
            <p:cNvPr id="40" name="Google Shape;1604;p10">
              <a:extLst>
                <a:ext uri="{FF2B5EF4-FFF2-40B4-BE49-F238E27FC236}">
                  <a16:creationId xmlns:a16="http://schemas.microsoft.com/office/drawing/2014/main" id="{9D317A41-7194-1833-22A4-9BA8C9F68BB4}"/>
                </a:ext>
              </a:extLst>
            </p:cNvPr>
            <p:cNvGrpSpPr/>
            <p:nvPr/>
          </p:nvGrpSpPr>
          <p:grpSpPr>
            <a:xfrm>
              <a:off x="2190837" y="1432369"/>
              <a:ext cx="449341" cy="364878"/>
              <a:chOff x="4352056" y="0"/>
              <a:chExt cx="675640" cy="548640"/>
            </a:xfrm>
          </p:grpSpPr>
          <p:grpSp>
            <p:nvGrpSpPr>
              <p:cNvPr id="43" name="Google Shape;1606;p10">
                <a:extLst>
                  <a:ext uri="{FF2B5EF4-FFF2-40B4-BE49-F238E27FC236}">
                    <a16:creationId xmlns:a16="http://schemas.microsoft.com/office/drawing/2014/main" id="{843E880A-F74E-06DE-4FB6-43F057BD4697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45" name="Google Shape;1607;p10">
                  <a:extLst>
                    <a:ext uri="{FF2B5EF4-FFF2-40B4-BE49-F238E27FC236}">
                      <a16:creationId xmlns:a16="http://schemas.microsoft.com/office/drawing/2014/main" id="{F61D4478-83E1-F274-23D0-E896DD7E7C75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08;p10">
                  <a:extLst>
                    <a:ext uri="{FF2B5EF4-FFF2-40B4-BE49-F238E27FC236}">
                      <a16:creationId xmlns:a16="http://schemas.microsoft.com/office/drawing/2014/main" id="{4D74D823-67D5-9464-C2C0-506D35AC1AD6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" name="Google Shape;1609;p10">
                  <a:extLst>
                    <a:ext uri="{FF2B5EF4-FFF2-40B4-BE49-F238E27FC236}">
                      <a16:creationId xmlns:a16="http://schemas.microsoft.com/office/drawing/2014/main" id="{96D70730-410B-3095-5A28-416F6D858698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8" name="Google Shape;1610;p10">
                  <a:extLst>
                    <a:ext uri="{FF2B5EF4-FFF2-40B4-BE49-F238E27FC236}">
                      <a16:creationId xmlns:a16="http://schemas.microsoft.com/office/drawing/2014/main" id="{4E7A6698-3874-C1F0-D1B7-3B4C6AD0EEF6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" name="Google Shape;1611;p10">
                  <a:extLst>
                    <a:ext uri="{FF2B5EF4-FFF2-40B4-BE49-F238E27FC236}">
                      <a16:creationId xmlns:a16="http://schemas.microsoft.com/office/drawing/2014/main" id="{73C6E320-5C34-2BCE-6060-14ED966593FD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0" name="Google Shape;1612;p10">
                  <a:extLst>
                    <a:ext uri="{FF2B5EF4-FFF2-40B4-BE49-F238E27FC236}">
                      <a16:creationId xmlns:a16="http://schemas.microsoft.com/office/drawing/2014/main" id="{CEED0F03-ADC3-AB13-C0D6-117A46C876CB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1" name="Google Shape;1613;p10">
                  <a:extLst>
                    <a:ext uri="{FF2B5EF4-FFF2-40B4-BE49-F238E27FC236}">
                      <a16:creationId xmlns:a16="http://schemas.microsoft.com/office/drawing/2014/main" id="{C711FA92-298D-7977-D553-AD09D88340C8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2" name="Google Shape;1614;p10">
                  <a:extLst>
                    <a:ext uri="{FF2B5EF4-FFF2-40B4-BE49-F238E27FC236}">
                      <a16:creationId xmlns:a16="http://schemas.microsoft.com/office/drawing/2014/main" id="{2BE8E4A7-7AD9-878A-D80E-C334C878A169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1615;p10">
                  <a:extLst>
                    <a:ext uri="{FF2B5EF4-FFF2-40B4-BE49-F238E27FC236}">
                      <a16:creationId xmlns:a16="http://schemas.microsoft.com/office/drawing/2014/main" id="{CD7E127E-C692-83E3-0EEF-B9B72758F88B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" name="Google Shape;1617;p10">
                <a:extLst>
                  <a:ext uri="{FF2B5EF4-FFF2-40B4-BE49-F238E27FC236}">
                    <a16:creationId xmlns:a16="http://schemas.microsoft.com/office/drawing/2014/main" id="{D8900DEA-6B3F-85DC-F9F8-9A4095FCCD05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5" name="Google Shape;1415;p7">
              <a:extLst>
                <a:ext uri="{FF2B5EF4-FFF2-40B4-BE49-F238E27FC236}">
                  <a16:creationId xmlns:a16="http://schemas.microsoft.com/office/drawing/2014/main" id="{A59F1956-5F65-E0CF-DF5F-A06018CA00E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5876" y="1195427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1415;p7">
              <a:extLst>
                <a:ext uri="{FF2B5EF4-FFF2-40B4-BE49-F238E27FC236}">
                  <a16:creationId xmlns:a16="http://schemas.microsoft.com/office/drawing/2014/main" id="{22772613-E0EA-C745-7CD6-40F82C8A402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49498" y="1713192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1415;p7">
              <a:extLst>
                <a:ext uri="{FF2B5EF4-FFF2-40B4-BE49-F238E27FC236}">
                  <a16:creationId xmlns:a16="http://schemas.microsoft.com/office/drawing/2014/main" id="{D6D61068-EE9F-EF07-40EB-5CF58ECA4FC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5876" y="2272295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380;p1">
              <a:extLst>
                <a:ext uri="{FF2B5EF4-FFF2-40B4-BE49-F238E27FC236}">
                  <a16:creationId xmlns:a16="http://schemas.microsoft.com/office/drawing/2014/main" id="{A087366E-BBAF-7D7D-DEDA-4F1D78891C04}"/>
                </a:ext>
              </a:extLst>
            </p:cNvPr>
            <p:cNvSpPr/>
            <p:nvPr/>
          </p:nvSpPr>
          <p:spPr>
            <a:xfrm>
              <a:off x="3174541" y="1113281"/>
              <a:ext cx="678717" cy="38303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380;p1">
              <a:extLst>
                <a:ext uri="{FF2B5EF4-FFF2-40B4-BE49-F238E27FC236}">
                  <a16:creationId xmlns:a16="http://schemas.microsoft.com/office/drawing/2014/main" id="{F869ADA0-990D-32EB-2E8F-320000A08124}"/>
                </a:ext>
              </a:extLst>
            </p:cNvPr>
            <p:cNvSpPr/>
            <p:nvPr/>
          </p:nvSpPr>
          <p:spPr>
            <a:xfrm>
              <a:off x="1934312" y="2149927"/>
              <a:ext cx="706983" cy="398990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87E50B1A-B4F3-2E5A-4582-19E467AE7A44}"/>
                </a:ext>
              </a:extLst>
            </p:cNvPr>
            <p:cNvGrpSpPr/>
            <p:nvPr/>
          </p:nvGrpSpPr>
          <p:grpSpPr>
            <a:xfrm>
              <a:off x="3703388" y="1834998"/>
              <a:ext cx="630784" cy="363881"/>
              <a:chOff x="8600187" y="2519609"/>
              <a:chExt cx="1168494" cy="674070"/>
            </a:xfrm>
          </p:grpSpPr>
          <p:grpSp>
            <p:nvGrpSpPr>
              <p:cNvPr id="73" name="Google Shape;457;p2">
                <a:extLst>
                  <a:ext uri="{FF2B5EF4-FFF2-40B4-BE49-F238E27FC236}">
                    <a16:creationId xmlns:a16="http://schemas.microsoft.com/office/drawing/2014/main" id="{8355D3D3-E698-FD84-BB74-6C0993B44181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75" name="Google Shape;458;p2">
                  <a:extLst>
                    <a:ext uri="{FF2B5EF4-FFF2-40B4-BE49-F238E27FC236}">
                      <a16:creationId xmlns:a16="http://schemas.microsoft.com/office/drawing/2014/main" id="{8BE3C323-DB16-B24C-BED2-9B45D19C1B7E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6" name="Google Shape;459;p2">
                  <a:extLst>
                    <a:ext uri="{FF2B5EF4-FFF2-40B4-BE49-F238E27FC236}">
                      <a16:creationId xmlns:a16="http://schemas.microsoft.com/office/drawing/2014/main" id="{93734A70-A260-129F-6EA4-A4213F07FC8F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7" name="Google Shape;460;p2">
                  <a:extLst>
                    <a:ext uri="{FF2B5EF4-FFF2-40B4-BE49-F238E27FC236}">
                      <a16:creationId xmlns:a16="http://schemas.microsoft.com/office/drawing/2014/main" id="{4F803821-3E55-B369-EA30-F0B10BE4E4E4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79" name="Google Shape;510;p2">
                <a:extLst>
                  <a:ext uri="{FF2B5EF4-FFF2-40B4-BE49-F238E27FC236}">
                    <a16:creationId xmlns:a16="http://schemas.microsoft.com/office/drawing/2014/main" id="{9B8BE600-6870-2B00-B225-D5903F4CF1E1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81" name="Google Shape;511;p2">
                  <a:extLst>
                    <a:ext uri="{FF2B5EF4-FFF2-40B4-BE49-F238E27FC236}">
                      <a16:creationId xmlns:a16="http://schemas.microsoft.com/office/drawing/2014/main" id="{62711A99-F806-4BB8-282E-1BCD0C6411BA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512;p2">
                  <a:extLst>
                    <a:ext uri="{FF2B5EF4-FFF2-40B4-BE49-F238E27FC236}">
                      <a16:creationId xmlns:a16="http://schemas.microsoft.com/office/drawing/2014/main" id="{A3DE97E4-289A-AD71-9447-0934AA7EA2DC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513;p2">
                  <a:extLst>
                    <a:ext uri="{FF2B5EF4-FFF2-40B4-BE49-F238E27FC236}">
                      <a16:creationId xmlns:a16="http://schemas.microsoft.com/office/drawing/2014/main" id="{400E8A88-8A26-0CA5-3A31-F5E2010F11F3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" name="Google Shape;514;p2">
                  <a:extLst>
                    <a:ext uri="{FF2B5EF4-FFF2-40B4-BE49-F238E27FC236}">
                      <a16:creationId xmlns:a16="http://schemas.microsoft.com/office/drawing/2014/main" id="{764821EA-6DE7-E27B-4AB5-AC54A4618E9D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515;p2">
                  <a:extLst>
                    <a:ext uri="{FF2B5EF4-FFF2-40B4-BE49-F238E27FC236}">
                      <a16:creationId xmlns:a16="http://schemas.microsoft.com/office/drawing/2014/main" id="{90ECDF81-DB2C-E4D0-768E-8121CDE9D51A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516;p2">
                  <a:extLst>
                    <a:ext uri="{FF2B5EF4-FFF2-40B4-BE49-F238E27FC236}">
                      <a16:creationId xmlns:a16="http://schemas.microsoft.com/office/drawing/2014/main" id="{F924FFDA-4F9D-16B2-2C83-88DB42FD864F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" name="Google Shape;517;p2">
                  <a:extLst>
                    <a:ext uri="{FF2B5EF4-FFF2-40B4-BE49-F238E27FC236}">
                      <a16:creationId xmlns:a16="http://schemas.microsoft.com/office/drawing/2014/main" id="{25A3E510-81FB-2E87-AB54-84307E6A9B5F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387F34EF-EF23-CB3B-2568-BB27087097F2}"/>
                </a:ext>
              </a:extLst>
            </p:cNvPr>
            <p:cNvGrpSpPr/>
            <p:nvPr/>
          </p:nvGrpSpPr>
          <p:grpSpPr>
            <a:xfrm>
              <a:off x="3703388" y="2289143"/>
              <a:ext cx="630784" cy="363881"/>
              <a:chOff x="8600187" y="2519609"/>
              <a:chExt cx="1168494" cy="674070"/>
            </a:xfrm>
          </p:grpSpPr>
          <p:grpSp>
            <p:nvGrpSpPr>
              <p:cNvPr id="90" name="Google Shape;457;p2">
                <a:extLst>
                  <a:ext uri="{FF2B5EF4-FFF2-40B4-BE49-F238E27FC236}">
                    <a16:creationId xmlns:a16="http://schemas.microsoft.com/office/drawing/2014/main" id="{2BB23E3D-77E3-952C-FB28-574661F048AA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99" name="Google Shape;458;p2">
                  <a:extLst>
                    <a:ext uri="{FF2B5EF4-FFF2-40B4-BE49-F238E27FC236}">
                      <a16:creationId xmlns:a16="http://schemas.microsoft.com/office/drawing/2014/main" id="{59F73CA3-3CA8-AA95-9E92-A75CE680FF0D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0" name="Google Shape;459;p2">
                  <a:extLst>
                    <a:ext uri="{FF2B5EF4-FFF2-40B4-BE49-F238E27FC236}">
                      <a16:creationId xmlns:a16="http://schemas.microsoft.com/office/drawing/2014/main" id="{D776CB14-3EE8-88D8-75CC-C42F0AF735DB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1" name="Google Shape;460;p2">
                  <a:extLst>
                    <a:ext uri="{FF2B5EF4-FFF2-40B4-BE49-F238E27FC236}">
                      <a16:creationId xmlns:a16="http://schemas.microsoft.com/office/drawing/2014/main" id="{ACFE8511-5ED2-CE16-8BF6-30CBB6B91B90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91" name="Google Shape;510;p2">
                <a:extLst>
                  <a:ext uri="{FF2B5EF4-FFF2-40B4-BE49-F238E27FC236}">
                    <a16:creationId xmlns:a16="http://schemas.microsoft.com/office/drawing/2014/main" id="{80070DD1-40C4-A094-9179-9090EC775C51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92" name="Google Shape;511;p2">
                  <a:extLst>
                    <a:ext uri="{FF2B5EF4-FFF2-40B4-BE49-F238E27FC236}">
                      <a16:creationId xmlns:a16="http://schemas.microsoft.com/office/drawing/2014/main" id="{8ADCFEDD-00EC-F96B-52A4-D0D9C6169FE7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" name="Google Shape;512;p2">
                  <a:extLst>
                    <a:ext uri="{FF2B5EF4-FFF2-40B4-BE49-F238E27FC236}">
                      <a16:creationId xmlns:a16="http://schemas.microsoft.com/office/drawing/2014/main" id="{5143ABFC-D3F5-54BE-7D0E-947DF87434FA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513;p2">
                  <a:extLst>
                    <a:ext uri="{FF2B5EF4-FFF2-40B4-BE49-F238E27FC236}">
                      <a16:creationId xmlns:a16="http://schemas.microsoft.com/office/drawing/2014/main" id="{B6479A1C-1962-30F4-92EF-1EDE11135FE1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" name="Google Shape;514;p2">
                  <a:extLst>
                    <a:ext uri="{FF2B5EF4-FFF2-40B4-BE49-F238E27FC236}">
                      <a16:creationId xmlns:a16="http://schemas.microsoft.com/office/drawing/2014/main" id="{BDE34798-7B1F-5444-F095-51E5FB87F6A0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" name="Google Shape;515;p2">
                  <a:extLst>
                    <a:ext uri="{FF2B5EF4-FFF2-40B4-BE49-F238E27FC236}">
                      <a16:creationId xmlns:a16="http://schemas.microsoft.com/office/drawing/2014/main" id="{B5B211AD-0EDA-5468-4FB0-AF270CD4EDA4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" name="Google Shape;516;p2">
                  <a:extLst>
                    <a:ext uri="{FF2B5EF4-FFF2-40B4-BE49-F238E27FC236}">
                      <a16:creationId xmlns:a16="http://schemas.microsoft.com/office/drawing/2014/main" id="{7ED7AFA5-5797-E740-C037-8C119C99F601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517;p2">
                  <a:extLst>
                    <a:ext uri="{FF2B5EF4-FFF2-40B4-BE49-F238E27FC236}">
                      <a16:creationId xmlns:a16="http://schemas.microsoft.com/office/drawing/2014/main" id="{94D8404F-81C4-9526-C908-98C8AA4ABF63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B67C8146-4FA5-9C5C-F6CD-454EC829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2701" y="1713192"/>
              <a:ext cx="584844" cy="389896"/>
            </a:xfrm>
            <a:prstGeom prst="rect">
              <a:avLst/>
            </a:prstGeom>
          </p:spPr>
        </p:pic>
        <p:grpSp>
          <p:nvGrpSpPr>
            <p:cNvPr id="104" name="Google Shape;1604;p10">
              <a:extLst>
                <a:ext uri="{FF2B5EF4-FFF2-40B4-BE49-F238E27FC236}">
                  <a16:creationId xmlns:a16="http://schemas.microsoft.com/office/drawing/2014/main" id="{D842EA61-BDE6-AD21-F1DC-26A8B794E4B2}"/>
                </a:ext>
              </a:extLst>
            </p:cNvPr>
            <p:cNvGrpSpPr/>
            <p:nvPr/>
          </p:nvGrpSpPr>
          <p:grpSpPr>
            <a:xfrm>
              <a:off x="3000951" y="2089856"/>
              <a:ext cx="449341" cy="364878"/>
              <a:chOff x="4352056" y="0"/>
              <a:chExt cx="675640" cy="548640"/>
            </a:xfrm>
          </p:grpSpPr>
          <p:grpSp>
            <p:nvGrpSpPr>
              <p:cNvPr id="105" name="Google Shape;1606;p10">
                <a:extLst>
                  <a:ext uri="{FF2B5EF4-FFF2-40B4-BE49-F238E27FC236}">
                    <a16:creationId xmlns:a16="http://schemas.microsoft.com/office/drawing/2014/main" id="{008CC36F-D1B5-E45D-66E6-829254B05B5D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107" name="Google Shape;1607;p10">
                  <a:extLst>
                    <a:ext uri="{FF2B5EF4-FFF2-40B4-BE49-F238E27FC236}">
                      <a16:creationId xmlns:a16="http://schemas.microsoft.com/office/drawing/2014/main" id="{31D02476-5D7A-AA24-C738-DAD2A3F31775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08" name="Google Shape;1608;p10">
                  <a:extLst>
                    <a:ext uri="{FF2B5EF4-FFF2-40B4-BE49-F238E27FC236}">
                      <a16:creationId xmlns:a16="http://schemas.microsoft.com/office/drawing/2014/main" id="{6A89C722-F4BF-D8F2-EDF6-E67B3F2B67DD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" name="Google Shape;1609;p10">
                  <a:extLst>
                    <a:ext uri="{FF2B5EF4-FFF2-40B4-BE49-F238E27FC236}">
                      <a16:creationId xmlns:a16="http://schemas.microsoft.com/office/drawing/2014/main" id="{430C331E-0032-AF9D-F895-09568183CB46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0" name="Google Shape;1610;p10">
                  <a:extLst>
                    <a:ext uri="{FF2B5EF4-FFF2-40B4-BE49-F238E27FC236}">
                      <a16:creationId xmlns:a16="http://schemas.microsoft.com/office/drawing/2014/main" id="{F7CF0C32-CC2F-6B23-6425-86F00780AB73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" name="Google Shape;1611;p10">
                  <a:extLst>
                    <a:ext uri="{FF2B5EF4-FFF2-40B4-BE49-F238E27FC236}">
                      <a16:creationId xmlns:a16="http://schemas.microsoft.com/office/drawing/2014/main" id="{F14E2E5C-4B32-977E-01A9-B92D3BD5EF59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2" name="Google Shape;1612;p10">
                  <a:extLst>
                    <a:ext uri="{FF2B5EF4-FFF2-40B4-BE49-F238E27FC236}">
                      <a16:creationId xmlns:a16="http://schemas.microsoft.com/office/drawing/2014/main" id="{11E6D6B2-94BA-371E-2402-1AF03CEAC85D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" name="Google Shape;1613;p10">
                  <a:extLst>
                    <a:ext uri="{FF2B5EF4-FFF2-40B4-BE49-F238E27FC236}">
                      <a16:creationId xmlns:a16="http://schemas.microsoft.com/office/drawing/2014/main" id="{9CA0A032-6947-8D86-150A-C83AC9769520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4" name="Google Shape;1614;p10">
                  <a:extLst>
                    <a:ext uri="{FF2B5EF4-FFF2-40B4-BE49-F238E27FC236}">
                      <a16:creationId xmlns:a16="http://schemas.microsoft.com/office/drawing/2014/main" id="{E85CA9FB-8AD8-48E4-D8D0-1E32260B81CE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Google Shape;1615;p10">
                  <a:extLst>
                    <a:ext uri="{FF2B5EF4-FFF2-40B4-BE49-F238E27FC236}">
                      <a16:creationId xmlns:a16="http://schemas.microsoft.com/office/drawing/2014/main" id="{6781E0A6-E165-4F39-1E64-E07F0A0538F4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" name="Google Shape;1617;p10">
                <a:extLst>
                  <a:ext uri="{FF2B5EF4-FFF2-40B4-BE49-F238E27FC236}">
                    <a16:creationId xmlns:a16="http://schemas.microsoft.com/office/drawing/2014/main" id="{6C00DD1D-DA85-CE32-3313-2D16BC12FC4B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7" name="Connettore diritto 116">
              <a:extLst>
                <a:ext uri="{FF2B5EF4-FFF2-40B4-BE49-F238E27FC236}">
                  <a16:creationId xmlns:a16="http://schemas.microsoft.com/office/drawing/2014/main" id="{BF62F2A1-0845-854F-ED43-921F695C5438}"/>
                </a:ext>
              </a:extLst>
            </p:cNvPr>
            <p:cNvCxnSpPr>
              <a:cxnSpLocks/>
            </p:cNvCxnSpPr>
            <p:nvPr/>
          </p:nvCxnSpPr>
          <p:spPr>
            <a:xfrm>
              <a:off x="788275" y="1369057"/>
              <a:ext cx="440363" cy="442598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Connettore diritto 132">
              <a:extLst>
                <a:ext uri="{FF2B5EF4-FFF2-40B4-BE49-F238E27FC236}">
                  <a16:creationId xmlns:a16="http://schemas.microsoft.com/office/drawing/2014/main" id="{5A76735F-24F4-7934-7421-263926B6E3A6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>
              <a:off x="781897" y="1895133"/>
              <a:ext cx="446741" cy="831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Connettore diritto 135">
              <a:extLst>
                <a:ext uri="{FF2B5EF4-FFF2-40B4-BE49-F238E27FC236}">
                  <a16:creationId xmlns:a16="http://schemas.microsoft.com/office/drawing/2014/main" id="{7F19807F-BA44-5796-81B6-6A9FF8D1C4DD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 flipV="1">
              <a:off x="788275" y="2030411"/>
              <a:ext cx="471384" cy="42382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Connettore diritto 142">
              <a:extLst>
                <a:ext uri="{FF2B5EF4-FFF2-40B4-BE49-F238E27FC236}">
                  <a16:creationId xmlns:a16="http://schemas.microsoft.com/office/drawing/2014/main" id="{0449D99C-AE3B-4B9C-6602-07531589754F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2415508" y="1797247"/>
              <a:ext cx="0" cy="350341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nettore a gomito 152">
              <a:extLst>
                <a:ext uri="{FF2B5EF4-FFF2-40B4-BE49-F238E27FC236}">
                  <a16:creationId xmlns:a16="http://schemas.microsoft.com/office/drawing/2014/main" id="{08F99A4C-62AD-1ED1-1287-B50033295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4000" y="1620854"/>
              <a:ext cx="643658" cy="282589"/>
            </a:xfrm>
            <a:prstGeom prst="bentConnector3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a gomito 162">
              <a:extLst>
                <a:ext uri="{FF2B5EF4-FFF2-40B4-BE49-F238E27FC236}">
                  <a16:creationId xmlns:a16="http://schemas.microsoft.com/office/drawing/2014/main" id="{EFE0872B-6FAF-C2D7-5483-B267D243E8E1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rot="5400000" flipH="1" flipV="1">
              <a:off x="2743494" y="998187"/>
              <a:ext cx="106196" cy="762168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a gomito 180">
              <a:extLst>
                <a:ext uri="{FF2B5EF4-FFF2-40B4-BE49-F238E27FC236}">
                  <a16:creationId xmlns:a16="http://schemas.microsoft.com/office/drawing/2014/main" id="{60B90BF6-FA78-B8FC-B17E-3EEE13202C6C}"/>
                </a:ext>
              </a:extLst>
            </p:cNvPr>
            <p:cNvCxnSpPr>
              <a:cxnSpLocks/>
            </p:cNvCxnSpPr>
            <p:nvPr/>
          </p:nvCxnSpPr>
          <p:spPr>
            <a:xfrm>
              <a:off x="2602850" y="1621166"/>
              <a:ext cx="432000" cy="653119"/>
            </a:xfrm>
            <a:prstGeom prst="bentConnector3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D0B1E2CA-47EF-76AE-B6D1-0C251288C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436" y="2015401"/>
              <a:ext cx="299952" cy="189527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Connettore diritto 185">
              <a:extLst>
                <a:ext uri="{FF2B5EF4-FFF2-40B4-BE49-F238E27FC236}">
                  <a16:creationId xmlns:a16="http://schemas.microsoft.com/office/drawing/2014/main" id="{CDA8CE4C-AA0F-22E7-4119-F6BCD7407E78}"/>
                </a:ext>
              </a:extLst>
            </p:cNvPr>
            <p:cNvCxnSpPr>
              <a:cxnSpLocks/>
            </p:cNvCxnSpPr>
            <p:nvPr/>
          </p:nvCxnSpPr>
          <p:spPr>
            <a:xfrm>
              <a:off x="3408060" y="2330737"/>
              <a:ext cx="295328" cy="163543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0" name="CasellaDiTesto 189">
              <a:extLst>
                <a:ext uri="{FF2B5EF4-FFF2-40B4-BE49-F238E27FC236}">
                  <a16:creationId xmlns:a16="http://schemas.microsoft.com/office/drawing/2014/main" id="{79993AF3-BBD9-BA69-9012-B0B90E775391}"/>
                </a:ext>
              </a:extLst>
            </p:cNvPr>
            <p:cNvSpPr txBox="1"/>
            <p:nvPr/>
          </p:nvSpPr>
          <p:spPr>
            <a:xfrm>
              <a:off x="28079" y="1179989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1</a:t>
              </a:r>
              <a:endParaRPr lang="en-US" noProof="0" dirty="0"/>
            </a:p>
          </p:txBody>
        </p:sp>
        <p:sp>
          <p:nvSpPr>
            <p:cNvPr id="192" name="CasellaDiTesto 191">
              <a:extLst>
                <a:ext uri="{FF2B5EF4-FFF2-40B4-BE49-F238E27FC236}">
                  <a16:creationId xmlns:a16="http://schemas.microsoft.com/office/drawing/2014/main" id="{D7C42E82-CFA0-1B52-15DC-736BA1B643E2}"/>
                </a:ext>
              </a:extLst>
            </p:cNvPr>
            <p:cNvSpPr txBox="1"/>
            <p:nvPr/>
          </p:nvSpPr>
          <p:spPr>
            <a:xfrm>
              <a:off x="1056" y="2260619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3</a:t>
              </a:r>
              <a:endParaRPr lang="en-US" noProof="0" dirty="0"/>
            </a:p>
          </p:txBody>
        </p:sp>
        <p:sp>
          <p:nvSpPr>
            <p:cNvPr id="194" name="CasellaDiTesto 193">
              <a:extLst>
                <a:ext uri="{FF2B5EF4-FFF2-40B4-BE49-F238E27FC236}">
                  <a16:creationId xmlns:a16="http://schemas.microsoft.com/office/drawing/2014/main" id="{17D3131C-7450-FAA5-61B2-401C062B8C1A}"/>
                </a:ext>
              </a:extLst>
            </p:cNvPr>
            <p:cNvSpPr txBox="1"/>
            <p:nvPr/>
          </p:nvSpPr>
          <p:spPr>
            <a:xfrm>
              <a:off x="1056" y="1728572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2</a:t>
              </a:r>
              <a:endParaRPr lang="en-US" noProof="0" dirty="0"/>
            </a:p>
          </p:txBody>
        </p:sp>
        <p:sp>
          <p:nvSpPr>
            <p:cNvPr id="196" name="CasellaDiTesto 195">
              <a:extLst>
                <a:ext uri="{FF2B5EF4-FFF2-40B4-BE49-F238E27FC236}">
                  <a16:creationId xmlns:a16="http://schemas.microsoft.com/office/drawing/2014/main" id="{7252CAE0-294C-FB21-ADCE-DF9340BA53F9}"/>
                </a:ext>
              </a:extLst>
            </p:cNvPr>
            <p:cNvSpPr txBox="1"/>
            <p:nvPr/>
          </p:nvSpPr>
          <p:spPr>
            <a:xfrm>
              <a:off x="2165313" y="2204556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4</a:t>
              </a:r>
              <a:endParaRPr lang="en-US" noProof="0" dirty="0"/>
            </a:p>
          </p:txBody>
        </p:sp>
        <p:sp>
          <p:nvSpPr>
            <p:cNvPr id="198" name="CasellaDiTesto 197">
              <a:extLst>
                <a:ext uri="{FF2B5EF4-FFF2-40B4-BE49-F238E27FC236}">
                  <a16:creationId xmlns:a16="http://schemas.microsoft.com/office/drawing/2014/main" id="{70F9BB64-A0D6-A24B-A8B5-23843A673525}"/>
                </a:ext>
              </a:extLst>
            </p:cNvPr>
            <p:cNvSpPr txBox="1"/>
            <p:nvPr/>
          </p:nvSpPr>
          <p:spPr>
            <a:xfrm>
              <a:off x="3424564" y="1147236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5</a:t>
              </a:r>
              <a:endParaRPr lang="en-US" noProof="0" dirty="0"/>
            </a:p>
          </p:txBody>
        </p:sp>
        <p:sp>
          <p:nvSpPr>
            <p:cNvPr id="200" name="CasellaDiTesto 199">
              <a:extLst>
                <a:ext uri="{FF2B5EF4-FFF2-40B4-BE49-F238E27FC236}">
                  <a16:creationId xmlns:a16="http://schemas.microsoft.com/office/drawing/2014/main" id="{F38544A9-EC0A-614A-A896-CF423333130E}"/>
                </a:ext>
              </a:extLst>
            </p:cNvPr>
            <p:cNvSpPr txBox="1"/>
            <p:nvPr/>
          </p:nvSpPr>
          <p:spPr>
            <a:xfrm>
              <a:off x="4318090" y="1851168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6</a:t>
              </a:r>
              <a:endParaRPr lang="en-US" noProof="0" dirty="0"/>
            </a:p>
          </p:txBody>
        </p:sp>
        <p:sp>
          <p:nvSpPr>
            <p:cNvPr id="202" name="CasellaDiTesto 201">
              <a:extLst>
                <a:ext uri="{FF2B5EF4-FFF2-40B4-BE49-F238E27FC236}">
                  <a16:creationId xmlns:a16="http://schemas.microsoft.com/office/drawing/2014/main" id="{7CA302DD-9D76-80AD-B978-D1FB0CC52B1F}"/>
                </a:ext>
              </a:extLst>
            </p:cNvPr>
            <p:cNvSpPr txBox="1"/>
            <p:nvPr/>
          </p:nvSpPr>
          <p:spPr>
            <a:xfrm>
              <a:off x="4318585" y="2324071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7</a:t>
              </a:r>
              <a:endParaRPr lang="en-US" noProof="0" dirty="0"/>
            </a:p>
          </p:txBody>
        </p:sp>
      </p:grpSp>
      <p:graphicFrame>
        <p:nvGraphicFramePr>
          <p:cNvPr id="205" name="Tabella 204">
            <a:extLst>
              <a:ext uri="{FF2B5EF4-FFF2-40B4-BE49-F238E27FC236}">
                <a16:creationId xmlns:a16="http://schemas.microsoft.com/office/drawing/2014/main" id="{2D4C697B-2211-D67A-E14C-BEFDA2EE1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047557"/>
              </p:ext>
            </p:extLst>
          </p:nvPr>
        </p:nvGraphicFramePr>
        <p:xfrm>
          <a:off x="360479" y="3870757"/>
          <a:ext cx="4590690" cy="13684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72776">
                  <a:extLst>
                    <a:ext uri="{9D8B030D-6E8A-4147-A177-3AD203B41FA5}">
                      <a16:colId xmlns:a16="http://schemas.microsoft.com/office/drawing/2014/main" val="888619562"/>
                    </a:ext>
                  </a:extLst>
                </a:gridCol>
                <a:gridCol w="895481">
                  <a:extLst>
                    <a:ext uri="{9D8B030D-6E8A-4147-A177-3AD203B41FA5}">
                      <a16:colId xmlns:a16="http://schemas.microsoft.com/office/drawing/2014/main" val="1486686012"/>
                    </a:ext>
                  </a:extLst>
                </a:gridCol>
                <a:gridCol w="706296">
                  <a:extLst>
                    <a:ext uri="{9D8B030D-6E8A-4147-A177-3AD203B41FA5}">
                      <a16:colId xmlns:a16="http://schemas.microsoft.com/office/drawing/2014/main" val="3679184557"/>
                    </a:ext>
                  </a:extLst>
                </a:gridCol>
                <a:gridCol w="599145">
                  <a:extLst>
                    <a:ext uri="{9D8B030D-6E8A-4147-A177-3AD203B41FA5}">
                      <a16:colId xmlns:a16="http://schemas.microsoft.com/office/drawing/2014/main" val="3734109621"/>
                    </a:ext>
                  </a:extLst>
                </a:gridCol>
                <a:gridCol w="663020">
                  <a:extLst>
                    <a:ext uri="{9D8B030D-6E8A-4147-A177-3AD203B41FA5}">
                      <a16:colId xmlns:a16="http://schemas.microsoft.com/office/drawing/2014/main" val="1121159694"/>
                    </a:ext>
                  </a:extLst>
                </a:gridCol>
                <a:gridCol w="573030">
                  <a:extLst>
                    <a:ext uri="{9D8B030D-6E8A-4147-A177-3AD203B41FA5}">
                      <a16:colId xmlns:a16="http://schemas.microsoft.com/office/drawing/2014/main" val="1102180884"/>
                    </a:ext>
                  </a:extLst>
                </a:gridCol>
                <a:gridCol w="680942">
                  <a:extLst>
                    <a:ext uri="{9D8B030D-6E8A-4147-A177-3AD203B41FA5}">
                      <a16:colId xmlns:a16="http://schemas.microsoft.com/office/drawing/2014/main" val="723179297"/>
                    </a:ext>
                  </a:extLst>
                </a:gridCol>
              </a:tblGrid>
              <a:tr h="318962"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IPSrc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IPDst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pSrc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pDst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tProto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851834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3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kern="12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80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TCP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DENY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049025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735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22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TCP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ALLOW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291402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3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baseline="-25000" noProof="0" dirty="0">
                          <a:solidFill>
                            <a:srgbClr val="1E1E1E"/>
                          </a:solidFill>
                        </a:rPr>
                        <a:t>6</a:t>
                      </a:r>
                      <a:endParaRPr lang="en-US" sz="1100" b="0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4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DENY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120155"/>
                  </a:ext>
                </a:extLst>
              </a:tr>
            </a:tbl>
          </a:graphicData>
        </a:graphic>
      </p:graphicFrame>
      <p:grpSp>
        <p:nvGrpSpPr>
          <p:cNvPr id="41" name="Gruppo 40">
            <a:extLst>
              <a:ext uri="{FF2B5EF4-FFF2-40B4-BE49-F238E27FC236}">
                <a16:creationId xmlns:a16="http://schemas.microsoft.com/office/drawing/2014/main" id="{10556955-A346-F92F-0CA6-1956DF4F97CE}"/>
              </a:ext>
            </a:extLst>
          </p:cNvPr>
          <p:cNvGrpSpPr/>
          <p:nvPr/>
        </p:nvGrpSpPr>
        <p:grpSpPr>
          <a:xfrm>
            <a:off x="5552817" y="2452066"/>
            <a:ext cx="6462016" cy="1235768"/>
            <a:chOff x="5413955" y="2591070"/>
            <a:chExt cx="6462016" cy="1235768"/>
          </a:xfrm>
        </p:grpSpPr>
        <p:sp>
          <p:nvSpPr>
            <p:cNvPr id="8" name="Rettangolo con angoli arrotondati 7">
              <a:extLst>
                <a:ext uri="{FF2B5EF4-FFF2-40B4-BE49-F238E27FC236}">
                  <a16:creationId xmlns:a16="http://schemas.microsoft.com/office/drawing/2014/main" id="{DED56F81-4F69-CC9B-B2AC-19A6E4E281FC}"/>
                </a:ext>
              </a:extLst>
            </p:cNvPr>
            <p:cNvSpPr/>
            <p:nvPr/>
          </p:nvSpPr>
          <p:spPr>
            <a:xfrm>
              <a:off x="5413955" y="2591072"/>
              <a:ext cx="6278704" cy="123576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637D4106-C0F2-2DE6-33F6-E0B0EE13F148}"/>
                </a:ext>
              </a:extLst>
            </p:cNvPr>
            <p:cNvSpPr txBox="1"/>
            <p:nvPr/>
          </p:nvSpPr>
          <p:spPr>
            <a:xfrm>
              <a:off x="6921597" y="2628913"/>
              <a:ext cx="3888680" cy="419457"/>
            </a:xfrm>
            <a:prstGeom prst="snipRound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noProof="0" dirty="0"/>
                <a:t>Security Service Composition</a:t>
              </a:r>
            </a:p>
          </p:txBody>
        </p: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8FA21E98-A655-75F3-354F-233106F8F864}"/>
                </a:ext>
              </a:extLst>
            </p:cNvPr>
            <p:cNvSpPr txBox="1"/>
            <p:nvPr/>
          </p:nvSpPr>
          <p:spPr>
            <a:xfrm>
              <a:off x="6187349" y="3080877"/>
              <a:ext cx="568862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00050" indent="-400050" algn="ctr">
                <a:buAutoNum type="romanLcParenBoth"/>
              </a:pPr>
              <a:r>
                <a:rPr lang="en-US" noProof="0" dirty="0"/>
                <a:t>Which NSFs are needed?</a:t>
              </a:r>
            </a:p>
            <a:p>
              <a:pPr marL="400050" indent="-400050" algn="ctr">
                <a:buAutoNum type="romanLcParenBoth"/>
              </a:pPr>
              <a:r>
                <a:rPr lang="en-US" noProof="0" dirty="0"/>
                <a:t>Where should they be placed?</a:t>
              </a:r>
            </a:p>
          </p:txBody>
        </p:sp>
        <p:sp>
          <p:nvSpPr>
            <p:cNvPr id="35" name="Rettangolo con angoli arrotondati 34">
              <a:extLst>
                <a:ext uri="{FF2B5EF4-FFF2-40B4-BE49-F238E27FC236}">
                  <a16:creationId xmlns:a16="http://schemas.microsoft.com/office/drawing/2014/main" id="{A671338E-E836-F153-8043-908C9E2B0C91}"/>
                </a:ext>
              </a:extLst>
            </p:cNvPr>
            <p:cNvSpPr/>
            <p:nvPr/>
          </p:nvSpPr>
          <p:spPr>
            <a:xfrm>
              <a:off x="5413956" y="2591070"/>
              <a:ext cx="896902" cy="1235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7" name="Immagine 36">
              <a:extLst>
                <a:ext uri="{FF2B5EF4-FFF2-40B4-BE49-F238E27FC236}">
                  <a16:creationId xmlns:a16="http://schemas.microsoft.com/office/drawing/2014/main" id="{B282851B-7E3E-DB48-BFB5-1E6500677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08632" y="2841305"/>
              <a:ext cx="678717" cy="678717"/>
            </a:xfrm>
            <a:prstGeom prst="rect">
              <a:avLst/>
            </a:prstGeom>
          </p:spPr>
        </p:pic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52556C83-C5F4-4C37-791B-AEDF8EE724C2}"/>
              </a:ext>
            </a:extLst>
          </p:cNvPr>
          <p:cNvGrpSpPr/>
          <p:nvPr/>
        </p:nvGrpSpPr>
        <p:grpSpPr>
          <a:xfrm>
            <a:off x="5552816" y="4101298"/>
            <a:ext cx="6322191" cy="1235768"/>
            <a:chOff x="5413954" y="2591070"/>
            <a:chExt cx="6680544" cy="1235768"/>
          </a:xfrm>
        </p:grpSpPr>
        <p:sp>
          <p:nvSpPr>
            <p:cNvPr id="54" name="Rettangolo con angoli arrotondati 53">
              <a:extLst>
                <a:ext uri="{FF2B5EF4-FFF2-40B4-BE49-F238E27FC236}">
                  <a16:creationId xmlns:a16="http://schemas.microsoft.com/office/drawing/2014/main" id="{57ED47A0-D2B9-C54D-6591-58BEF6F7ED26}"/>
                </a:ext>
              </a:extLst>
            </p:cNvPr>
            <p:cNvSpPr/>
            <p:nvPr/>
          </p:nvSpPr>
          <p:spPr>
            <a:xfrm>
              <a:off x="5413954" y="2591072"/>
              <a:ext cx="6618789" cy="123576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7" name="CasellaDiTesto 56">
              <a:extLst>
                <a:ext uri="{FF2B5EF4-FFF2-40B4-BE49-F238E27FC236}">
                  <a16:creationId xmlns:a16="http://schemas.microsoft.com/office/drawing/2014/main" id="{0BD8390C-E5AB-2450-7130-E1817AB68C54}"/>
                </a:ext>
              </a:extLst>
            </p:cNvPr>
            <p:cNvSpPr txBox="1"/>
            <p:nvPr/>
          </p:nvSpPr>
          <p:spPr>
            <a:xfrm>
              <a:off x="5999550" y="3089841"/>
              <a:ext cx="609494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noProof="0" dirty="0"/>
                <a:t>How should the rules of each NSF </a:t>
              </a:r>
            </a:p>
            <a:p>
              <a:pPr algn="ctr"/>
              <a:r>
                <a:rPr lang="en-US" noProof="0" dirty="0"/>
                <a:t>be configured?</a:t>
              </a:r>
            </a:p>
          </p:txBody>
        </p:sp>
        <p:sp>
          <p:nvSpPr>
            <p:cNvPr id="58" name="Rettangolo con angoli arrotondati 57">
              <a:extLst>
                <a:ext uri="{FF2B5EF4-FFF2-40B4-BE49-F238E27FC236}">
                  <a16:creationId xmlns:a16="http://schemas.microsoft.com/office/drawing/2014/main" id="{9E00E774-C251-1976-6982-8F1501B6C7FB}"/>
                </a:ext>
              </a:extLst>
            </p:cNvPr>
            <p:cNvSpPr/>
            <p:nvPr/>
          </p:nvSpPr>
          <p:spPr>
            <a:xfrm>
              <a:off x="5413956" y="2591070"/>
              <a:ext cx="992959" cy="1235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A6CF2492-8D1E-C983-194F-DA6AE18E9164}"/>
              </a:ext>
            </a:extLst>
          </p:cNvPr>
          <p:cNvSpPr txBox="1"/>
          <p:nvPr/>
        </p:nvSpPr>
        <p:spPr>
          <a:xfrm>
            <a:off x="6815328" y="4101298"/>
            <a:ext cx="4243539" cy="419457"/>
          </a:xfrm>
          <a:prstGeom prst="snipRound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sz="2000" b="1" noProof="0" dirty="0"/>
              <a:t>NSF Rule Configuration</a:t>
            </a:r>
          </a:p>
        </p:txBody>
      </p:sp>
      <p:pic>
        <p:nvPicPr>
          <p:cNvPr id="66" name="Immagine 65">
            <a:extLst>
              <a:ext uri="{FF2B5EF4-FFF2-40B4-BE49-F238E27FC236}">
                <a16:creationId xmlns:a16="http://schemas.microsoft.com/office/drawing/2014/main" id="{0925ED56-F493-C770-0076-26631D8DA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454" y="4370004"/>
            <a:ext cx="698351" cy="698351"/>
          </a:xfrm>
          <a:prstGeom prst="rect">
            <a:avLst/>
          </a:prstGeom>
        </p:spPr>
      </p:pic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10ABC1CF-59DF-A9F1-3AFF-A68DE3F8CBB2}"/>
              </a:ext>
            </a:extLst>
          </p:cNvPr>
          <p:cNvSpPr txBox="1"/>
          <p:nvPr/>
        </p:nvSpPr>
        <p:spPr>
          <a:xfrm>
            <a:off x="5031170" y="5551922"/>
            <a:ext cx="7581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noProof="0" dirty="0"/>
              <a:t>NSF</a:t>
            </a:r>
            <a:r>
              <a:rPr lang="en-US" sz="1600" noProof="0" dirty="0"/>
              <a:t> = Network Security Function (e.g., firewall, VPN gateway)</a:t>
            </a:r>
          </a:p>
        </p:txBody>
      </p:sp>
    </p:spTree>
    <p:extLst>
      <p:ext uri="{BB962C8B-B14F-4D97-AF65-F5344CB8AC3E}">
        <p14:creationId xmlns:p14="http://schemas.microsoft.com/office/powerpoint/2010/main" val="373411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2" grpId="0"/>
      <p:bldP spid="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1EF2-82B4-21D2-DA27-09BB0C5D2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BC35AC-ECD4-8542-BB47-D89CA90F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Security Service Composition</a:t>
            </a:r>
          </a:p>
        </p:txBody>
      </p:sp>
      <p:grpSp>
        <p:nvGrpSpPr>
          <p:cNvPr id="203" name="Gruppo 202">
            <a:extLst>
              <a:ext uri="{FF2B5EF4-FFF2-40B4-BE49-F238E27FC236}">
                <a16:creationId xmlns:a16="http://schemas.microsoft.com/office/drawing/2014/main" id="{CE6E4811-C135-317F-FE04-CEA0D5CF679E}"/>
              </a:ext>
            </a:extLst>
          </p:cNvPr>
          <p:cNvGrpSpPr/>
          <p:nvPr/>
        </p:nvGrpSpPr>
        <p:grpSpPr>
          <a:xfrm>
            <a:off x="333456" y="1688951"/>
            <a:ext cx="4698209" cy="1539743"/>
            <a:chOff x="1056" y="1113281"/>
            <a:chExt cx="4698209" cy="1539743"/>
          </a:xfrm>
        </p:grpSpPr>
        <p:grpSp>
          <p:nvGrpSpPr>
            <p:cNvPr id="40" name="Google Shape;1604;p10">
              <a:extLst>
                <a:ext uri="{FF2B5EF4-FFF2-40B4-BE49-F238E27FC236}">
                  <a16:creationId xmlns:a16="http://schemas.microsoft.com/office/drawing/2014/main" id="{7F5E6178-EFE0-660D-ED01-90C03ABA6ED6}"/>
                </a:ext>
              </a:extLst>
            </p:cNvPr>
            <p:cNvGrpSpPr/>
            <p:nvPr/>
          </p:nvGrpSpPr>
          <p:grpSpPr>
            <a:xfrm>
              <a:off x="2190837" y="1432369"/>
              <a:ext cx="449341" cy="364878"/>
              <a:chOff x="4352056" y="0"/>
              <a:chExt cx="675640" cy="548640"/>
            </a:xfrm>
          </p:grpSpPr>
          <p:grpSp>
            <p:nvGrpSpPr>
              <p:cNvPr id="43" name="Google Shape;1606;p10">
                <a:extLst>
                  <a:ext uri="{FF2B5EF4-FFF2-40B4-BE49-F238E27FC236}">
                    <a16:creationId xmlns:a16="http://schemas.microsoft.com/office/drawing/2014/main" id="{D8D884BC-1BF3-01F5-F663-55FE0F74A3FF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45" name="Google Shape;1607;p10">
                  <a:extLst>
                    <a:ext uri="{FF2B5EF4-FFF2-40B4-BE49-F238E27FC236}">
                      <a16:creationId xmlns:a16="http://schemas.microsoft.com/office/drawing/2014/main" id="{4CC93EBF-FA6D-B7B0-F1A8-F49632894847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08;p10">
                  <a:extLst>
                    <a:ext uri="{FF2B5EF4-FFF2-40B4-BE49-F238E27FC236}">
                      <a16:creationId xmlns:a16="http://schemas.microsoft.com/office/drawing/2014/main" id="{C22952A1-39B3-947C-2F69-9F18EFD9993F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" name="Google Shape;1609;p10">
                  <a:extLst>
                    <a:ext uri="{FF2B5EF4-FFF2-40B4-BE49-F238E27FC236}">
                      <a16:creationId xmlns:a16="http://schemas.microsoft.com/office/drawing/2014/main" id="{24C462F3-92CB-88E3-02F8-19D1B27A0FCE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8" name="Google Shape;1610;p10">
                  <a:extLst>
                    <a:ext uri="{FF2B5EF4-FFF2-40B4-BE49-F238E27FC236}">
                      <a16:creationId xmlns:a16="http://schemas.microsoft.com/office/drawing/2014/main" id="{FA497213-E063-5B98-81B7-E7CE5EFD98F9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" name="Google Shape;1611;p10">
                  <a:extLst>
                    <a:ext uri="{FF2B5EF4-FFF2-40B4-BE49-F238E27FC236}">
                      <a16:creationId xmlns:a16="http://schemas.microsoft.com/office/drawing/2014/main" id="{3A073611-E9C2-3BA9-DCAB-A5A0280CB614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0" name="Google Shape;1612;p10">
                  <a:extLst>
                    <a:ext uri="{FF2B5EF4-FFF2-40B4-BE49-F238E27FC236}">
                      <a16:creationId xmlns:a16="http://schemas.microsoft.com/office/drawing/2014/main" id="{E3520AFE-9D9E-4EFF-1979-23B9A1D8A5D8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1" name="Google Shape;1613;p10">
                  <a:extLst>
                    <a:ext uri="{FF2B5EF4-FFF2-40B4-BE49-F238E27FC236}">
                      <a16:creationId xmlns:a16="http://schemas.microsoft.com/office/drawing/2014/main" id="{A3A09BF5-8740-7202-FDCE-99EF7E9BD8A6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2" name="Google Shape;1614;p10">
                  <a:extLst>
                    <a:ext uri="{FF2B5EF4-FFF2-40B4-BE49-F238E27FC236}">
                      <a16:creationId xmlns:a16="http://schemas.microsoft.com/office/drawing/2014/main" id="{7DF28F0C-BBAA-4936-0D81-2E0A8E89AC3D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1615;p10">
                  <a:extLst>
                    <a:ext uri="{FF2B5EF4-FFF2-40B4-BE49-F238E27FC236}">
                      <a16:creationId xmlns:a16="http://schemas.microsoft.com/office/drawing/2014/main" id="{0E02FA6E-A62F-29B9-0A53-EC21D8CF80A4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" name="Google Shape;1617;p10">
                <a:extLst>
                  <a:ext uri="{FF2B5EF4-FFF2-40B4-BE49-F238E27FC236}">
                    <a16:creationId xmlns:a16="http://schemas.microsoft.com/office/drawing/2014/main" id="{CACA1AC8-0FB9-1F5F-DF84-6133EC3C549C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5" name="Google Shape;1415;p7">
              <a:extLst>
                <a:ext uri="{FF2B5EF4-FFF2-40B4-BE49-F238E27FC236}">
                  <a16:creationId xmlns:a16="http://schemas.microsoft.com/office/drawing/2014/main" id="{F58A6010-00AF-DD58-EA1C-208CCD8E10D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5876" y="1195427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1415;p7">
              <a:extLst>
                <a:ext uri="{FF2B5EF4-FFF2-40B4-BE49-F238E27FC236}">
                  <a16:creationId xmlns:a16="http://schemas.microsoft.com/office/drawing/2014/main" id="{FC7DF9E2-272C-2744-6C65-11555095CC4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49498" y="1713192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1415;p7">
              <a:extLst>
                <a:ext uri="{FF2B5EF4-FFF2-40B4-BE49-F238E27FC236}">
                  <a16:creationId xmlns:a16="http://schemas.microsoft.com/office/drawing/2014/main" id="{1B8BB1A8-8275-088F-1DA9-CE460229BAD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5876" y="2272295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380;p1">
              <a:extLst>
                <a:ext uri="{FF2B5EF4-FFF2-40B4-BE49-F238E27FC236}">
                  <a16:creationId xmlns:a16="http://schemas.microsoft.com/office/drawing/2014/main" id="{05442E7A-8EEF-D4E9-3542-367C46749B86}"/>
                </a:ext>
              </a:extLst>
            </p:cNvPr>
            <p:cNvSpPr/>
            <p:nvPr/>
          </p:nvSpPr>
          <p:spPr>
            <a:xfrm>
              <a:off x="3174541" y="1113281"/>
              <a:ext cx="678717" cy="38303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380;p1">
              <a:extLst>
                <a:ext uri="{FF2B5EF4-FFF2-40B4-BE49-F238E27FC236}">
                  <a16:creationId xmlns:a16="http://schemas.microsoft.com/office/drawing/2014/main" id="{ED9CE71E-8163-D7AF-7793-E7652BB19C3A}"/>
                </a:ext>
              </a:extLst>
            </p:cNvPr>
            <p:cNvSpPr/>
            <p:nvPr/>
          </p:nvSpPr>
          <p:spPr>
            <a:xfrm>
              <a:off x="1934312" y="2149927"/>
              <a:ext cx="706983" cy="398990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FF6FA611-FD9D-D0F5-2743-EDBD2499012D}"/>
                </a:ext>
              </a:extLst>
            </p:cNvPr>
            <p:cNvGrpSpPr/>
            <p:nvPr/>
          </p:nvGrpSpPr>
          <p:grpSpPr>
            <a:xfrm>
              <a:off x="3703388" y="1834998"/>
              <a:ext cx="630784" cy="363881"/>
              <a:chOff x="8600187" y="2519609"/>
              <a:chExt cx="1168494" cy="674070"/>
            </a:xfrm>
          </p:grpSpPr>
          <p:grpSp>
            <p:nvGrpSpPr>
              <p:cNvPr id="73" name="Google Shape;457;p2">
                <a:extLst>
                  <a:ext uri="{FF2B5EF4-FFF2-40B4-BE49-F238E27FC236}">
                    <a16:creationId xmlns:a16="http://schemas.microsoft.com/office/drawing/2014/main" id="{1E3926FD-5316-B561-5162-8BCEE29E3400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75" name="Google Shape;458;p2">
                  <a:extLst>
                    <a:ext uri="{FF2B5EF4-FFF2-40B4-BE49-F238E27FC236}">
                      <a16:creationId xmlns:a16="http://schemas.microsoft.com/office/drawing/2014/main" id="{D8884242-4C73-0D41-242C-0BC2F8372744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6" name="Google Shape;459;p2">
                  <a:extLst>
                    <a:ext uri="{FF2B5EF4-FFF2-40B4-BE49-F238E27FC236}">
                      <a16:creationId xmlns:a16="http://schemas.microsoft.com/office/drawing/2014/main" id="{C2431106-FBBF-CA18-DB87-D8C8ED85D27C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7" name="Google Shape;460;p2">
                  <a:extLst>
                    <a:ext uri="{FF2B5EF4-FFF2-40B4-BE49-F238E27FC236}">
                      <a16:creationId xmlns:a16="http://schemas.microsoft.com/office/drawing/2014/main" id="{60F68707-0C73-B6F0-22F9-0EA0702BCF2F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79" name="Google Shape;510;p2">
                <a:extLst>
                  <a:ext uri="{FF2B5EF4-FFF2-40B4-BE49-F238E27FC236}">
                    <a16:creationId xmlns:a16="http://schemas.microsoft.com/office/drawing/2014/main" id="{D8F27ABE-C05E-46D5-D2C3-05554F71E80D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81" name="Google Shape;511;p2">
                  <a:extLst>
                    <a:ext uri="{FF2B5EF4-FFF2-40B4-BE49-F238E27FC236}">
                      <a16:creationId xmlns:a16="http://schemas.microsoft.com/office/drawing/2014/main" id="{8F9C8BD2-1BA2-0544-2C6F-BD2552CF64FB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512;p2">
                  <a:extLst>
                    <a:ext uri="{FF2B5EF4-FFF2-40B4-BE49-F238E27FC236}">
                      <a16:creationId xmlns:a16="http://schemas.microsoft.com/office/drawing/2014/main" id="{AC55BDD8-C617-C646-083D-F82CC326DDAF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513;p2">
                  <a:extLst>
                    <a:ext uri="{FF2B5EF4-FFF2-40B4-BE49-F238E27FC236}">
                      <a16:creationId xmlns:a16="http://schemas.microsoft.com/office/drawing/2014/main" id="{C5BC419B-B0AA-D119-2599-56C77EC59E6C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" name="Google Shape;514;p2">
                  <a:extLst>
                    <a:ext uri="{FF2B5EF4-FFF2-40B4-BE49-F238E27FC236}">
                      <a16:creationId xmlns:a16="http://schemas.microsoft.com/office/drawing/2014/main" id="{C7837A96-A02F-1033-A6F4-A85FCF423CBD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515;p2">
                  <a:extLst>
                    <a:ext uri="{FF2B5EF4-FFF2-40B4-BE49-F238E27FC236}">
                      <a16:creationId xmlns:a16="http://schemas.microsoft.com/office/drawing/2014/main" id="{915C4EE2-6D8A-46FD-F436-F0F263611283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516;p2">
                  <a:extLst>
                    <a:ext uri="{FF2B5EF4-FFF2-40B4-BE49-F238E27FC236}">
                      <a16:creationId xmlns:a16="http://schemas.microsoft.com/office/drawing/2014/main" id="{D6839BE9-A322-2DA5-7AD9-AB11014838E2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" name="Google Shape;517;p2">
                  <a:extLst>
                    <a:ext uri="{FF2B5EF4-FFF2-40B4-BE49-F238E27FC236}">
                      <a16:creationId xmlns:a16="http://schemas.microsoft.com/office/drawing/2014/main" id="{31556FA3-093A-343D-2777-5CA63FC30EF3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BDF31B16-B345-0E03-48E8-A04FB61C635B}"/>
                </a:ext>
              </a:extLst>
            </p:cNvPr>
            <p:cNvGrpSpPr/>
            <p:nvPr/>
          </p:nvGrpSpPr>
          <p:grpSpPr>
            <a:xfrm>
              <a:off x="3703388" y="2289143"/>
              <a:ext cx="630784" cy="363881"/>
              <a:chOff x="8600187" y="2519609"/>
              <a:chExt cx="1168494" cy="674070"/>
            </a:xfrm>
          </p:grpSpPr>
          <p:grpSp>
            <p:nvGrpSpPr>
              <p:cNvPr id="90" name="Google Shape;457;p2">
                <a:extLst>
                  <a:ext uri="{FF2B5EF4-FFF2-40B4-BE49-F238E27FC236}">
                    <a16:creationId xmlns:a16="http://schemas.microsoft.com/office/drawing/2014/main" id="{B328CA23-9D38-A358-DFBF-11DEFE9FA40D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99" name="Google Shape;458;p2">
                  <a:extLst>
                    <a:ext uri="{FF2B5EF4-FFF2-40B4-BE49-F238E27FC236}">
                      <a16:creationId xmlns:a16="http://schemas.microsoft.com/office/drawing/2014/main" id="{7F05EAA6-6B3B-2E3E-22B4-90945D2E75D7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0" name="Google Shape;459;p2">
                  <a:extLst>
                    <a:ext uri="{FF2B5EF4-FFF2-40B4-BE49-F238E27FC236}">
                      <a16:creationId xmlns:a16="http://schemas.microsoft.com/office/drawing/2014/main" id="{1EA2C057-421A-281D-312C-6DA957140A2C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1" name="Google Shape;460;p2">
                  <a:extLst>
                    <a:ext uri="{FF2B5EF4-FFF2-40B4-BE49-F238E27FC236}">
                      <a16:creationId xmlns:a16="http://schemas.microsoft.com/office/drawing/2014/main" id="{64DCB96A-A95A-E97B-DD17-25668784EF2F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91" name="Google Shape;510;p2">
                <a:extLst>
                  <a:ext uri="{FF2B5EF4-FFF2-40B4-BE49-F238E27FC236}">
                    <a16:creationId xmlns:a16="http://schemas.microsoft.com/office/drawing/2014/main" id="{D6EAAC9C-C6B1-94AF-A621-5F2C809D28B3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92" name="Google Shape;511;p2">
                  <a:extLst>
                    <a:ext uri="{FF2B5EF4-FFF2-40B4-BE49-F238E27FC236}">
                      <a16:creationId xmlns:a16="http://schemas.microsoft.com/office/drawing/2014/main" id="{6E85D13E-F633-2F1A-414B-19B7F8ADB9F7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" name="Google Shape;512;p2">
                  <a:extLst>
                    <a:ext uri="{FF2B5EF4-FFF2-40B4-BE49-F238E27FC236}">
                      <a16:creationId xmlns:a16="http://schemas.microsoft.com/office/drawing/2014/main" id="{08A63C9A-038F-53AF-3120-F18E3997146F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513;p2">
                  <a:extLst>
                    <a:ext uri="{FF2B5EF4-FFF2-40B4-BE49-F238E27FC236}">
                      <a16:creationId xmlns:a16="http://schemas.microsoft.com/office/drawing/2014/main" id="{BFBAC038-C5A5-B976-C438-2E1BB140E3BF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" name="Google Shape;514;p2">
                  <a:extLst>
                    <a:ext uri="{FF2B5EF4-FFF2-40B4-BE49-F238E27FC236}">
                      <a16:creationId xmlns:a16="http://schemas.microsoft.com/office/drawing/2014/main" id="{329E5A60-F2EF-B026-AFDE-C5054705C954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" name="Google Shape;515;p2">
                  <a:extLst>
                    <a:ext uri="{FF2B5EF4-FFF2-40B4-BE49-F238E27FC236}">
                      <a16:creationId xmlns:a16="http://schemas.microsoft.com/office/drawing/2014/main" id="{D1577789-3C86-F49D-7BA4-3F32733039D0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" name="Google Shape;516;p2">
                  <a:extLst>
                    <a:ext uri="{FF2B5EF4-FFF2-40B4-BE49-F238E27FC236}">
                      <a16:creationId xmlns:a16="http://schemas.microsoft.com/office/drawing/2014/main" id="{18C0ACD4-4756-86CF-3DD5-E2D3534AF7C2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517;p2">
                  <a:extLst>
                    <a:ext uri="{FF2B5EF4-FFF2-40B4-BE49-F238E27FC236}">
                      <a16:creationId xmlns:a16="http://schemas.microsoft.com/office/drawing/2014/main" id="{ED9FCB32-DC9C-7464-DF4D-7788C40C25BD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5F281D91-76AC-E3FC-8DED-F4FC7E932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2701" y="1713192"/>
              <a:ext cx="584844" cy="389896"/>
            </a:xfrm>
            <a:prstGeom prst="rect">
              <a:avLst/>
            </a:prstGeom>
          </p:spPr>
        </p:pic>
        <p:grpSp>
          <p:nvGrpSpPr>
            <p:cNvPr id="104" name="Google Shape;1604;p10">
              <a:extLst>
                <a:ext uri="{FF2B5EF4-FFF2-40B4-BE49-F238E27FC236}">
                  <a16:creationId xmlns:a16="http://schemas.microsoft.com/office/drawing/2014/main" id="{CB149E85-11B9-CDD5-2196-11B43089FF4C}"/>
                </a:ext>
              </a:extLst>
            </p:cNvPr>
            <p:cNvGrpSpPr/>
            <p:nvPr/>
          </p:nvGrpSpPr>
          <p:grpSpPr>
            <a:xfrm>
              <a:off x="3000951" y="2089856"/>
              <a:ext cx="449341" cy="364878"/>
              <a:chOff x="4352056" y="0"/>
              <a:chExt cx="675640" cy="548640"/>
            </a:xfrm>
          </p:grpSpPr>
          <p:grpSp>
            <p:nvGrpSpPr>
              <p:cNvPr id="105" name="Google Shape;1606;p10">
                <a:extLst>
                  <a:ext uri="{FF2B5EF4-FFF2-40B4-BE49-F238E27FC236}">
                    <a16:creationId xmlns:a16="http://schemas.microsoft.com/office/drawing/2014/main" id="{3BC2F58B-B567-0ABD-A610-9933442CAFBC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107" name="Google Shape;1607;p10">
                  <a:extLst>
                    <a:ext uri="{FF2B5EF4-FFF2-40B4-BE49-F238E27FC236}">
                      <a16:creationId xmlns:a16="http://schemas.microsoft.com/office/drawing/2014/main" id="{AEA175E4-AD62-B6E7-446F-2B0B984126FB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08" name="Google Shape;1608;p10">
                  <a:extLst>
                    <a:ext uri="{FF2B5EF4-FFF2-40B4-BE49-F238E27FC236}">
                      <a16:creationId xmlns:a16="http://schemas.microsoft.com/office/drawing/2014/main" id="{50DE6926-BD16-596E-DC56-27DD8C93C610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" name="Google Shape;1609;p10">
                  <a:extLst>
                    <a:ext uri="{FF2B5EF4-FFF2-40B4-BE49-F238E27FC236}">
                      <a16:creationId xmlns:a16="http://schemas.microsoft.com/office/drawing/2014/main" id="{DECD9203-BD35-8694-2CB8-1D4F6429846D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0" name="Google Shape;1610;p10">
                  <a:extLst>
                    <a:ext uri="{FF2B5EF4-FFF2-40B4-BE49-F238E27FC236}">
                      <a16:creationId xmlns:a16="http://schemas.microsoft.com/office/drawing/2014/main" id="{2628BC3B-B416-CE09-D567-11362E189A3B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" name="Google Shape;1611;p10">
                  <a:extLst>
                    <a:ext uri="{FF2B5EF4-FFF2-40B4-BE49-F238E27FC236}">
                      <a16:creationId xmlns:a16="http://schemas.microsoft.com/office/drawing/2014/main" id="{155EE8D5-2A48-94D7-A8F4-03E9224D6D43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2" name="Google Shape;1612;p10">
                  <a:extLst>
                    <a:ext uri="{FF2B5EF4-FFF2-40B4-BE49-F238E27FC236}">
                      <a16:creationId xmlns:a16="http://schemas.microsoft.com/office/drawing/2014/main" id="{2E5AB38E-91C3-804B-7EDA-9DD531AC4E27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" name="Google Shape;1613;p10">
                  <a:extLst>
                    <a:ext uri="{FF2B5EF4-FFF2-40B4-BE49-F238E27FC236}">
                      <a16:creationId xmlns:a16="http://schemas.microsoft.com/office/drawing/2014/main" id="{D33ED043-C50F-F1A0-F8DA-4DB09A63F7F0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4" name="Google Shape;1614;p10">
                  <a:extLst>
                    <a:ext uri="{FF2B5EF4-FFF2-40B4-BE49-F238E27FC236}">
                      <a16:creationId xmlns:a16="http://schemas.microsoft.com/office/drawing/2014/main" id="{C43BBCD7-6182-F596-F5A0-79EF21A8A3B6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Google Shape;1615;p10">
                  <a:extLst>
                    <a:ext uri="{FF2B5EF4-FFF2-40B4-BE49-F238E27FC236}">
                      <a16:creationId xmlns:a16="http://schemas.microsoft.com/office/drawing/2014/main" id="{63AD766C-8457-6C6A-9B09-C3A8323D958E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" name="Google Shape;1617;p10">
                <a:extLst>
                  <a:ext uri="{FF2B5EF4-FFF2-40B4-BE49-F238E27FC236}">
                    <a16:creationId xmlns:a16="http://schemas.microsoft.com/office/drawing/2014/main" id="{751E0F43-10C9-6CF6-3263-F0444C3E95CB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7" name="Connettore diritto 116">
              <a:extLst>
                <a:ext uri="{FF2B5EF4-FFF2-40B4-BE49-F238E27FC236}">
                  <a16:creationId xmlns:a16="http://schemas.microsoft.com/office/drawing/2014/main" id="{CFB89A39-F776-B370-D2E3-540DB8531A9F}"/>
                </a:ext>
              </a:extLst>
            </p:cNvPr>
            <p:cNvCxnSpPr>
              <a:cxnSpLocks/>
            </p:cNvCxnSpPr>
            <p:nvPr/>
          </p:nvCxnSpPr>
          <p:spPr>
            <a:xfrm>
              <a:off x="788275" y="1369057"/>
              <a:ext cx="440363" cy="442598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Connettore diritto 132">
              <a:extLst>
                <a:ext uri="{FF2B5EF4-FFF2-40B4-BE49-F238E27FC236}">
                  <a16:creationId xmlns:a16="http://schemas.microsoft.com/office/drawing/2014/main" id="{C2C3AF0C-D6AE-E37C-19BE-4C39C2A7B06E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>
              <a:off x="781897" y="1895133"/>
              <a:ext cx="446741" cy="831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Connettore diritto 135">
              <a:extLst>
                <a:ext uri="{FF2B5EF4-FFF2-40B4-BE49-F238E27FC236}">
                  <a16:creationId xmlns:a16="http://schemas.microsoft.com/office/drawing/2014/main" id="{6B3E4FA1-8A9D-4FD1-5D4E-3305BAF0B3AD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 flipV="1">
              <a:off x="788275" y="2030411"/>
              <a:ext cx="471384" cy="42382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Connettore diritto 142">
              <a:extLst>
                <a:ext uri="{FF2B5EF4-FFF2-40B4-BE49-F238E27FC236}">
                  <a16:creationId xmlns:a16="http://schemas.microsoft.com/office/drawing/2014/main" id="{26BC37DC-9C78-81B5-A7F4-26B3467095C1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2415508" y="1797247"/>
              <a:ext cx="0" cy="350341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nettore a gomito 152">
              <a:extLst>
                <a:ext uri="{FF2B5EF4-FFF2-40B4-BE49-F238E27FC236}">
                  <a16:creationId xmlns:a16="http://schemas.microsoft.com/office/drawing/2014/main" id="{61BE5F9F-32B4-AD6D-5AA1-B5224E3C71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4000" y="1620854"/>
              <a:ext cx="643658" cy="282589"/>
            </a:xfrm>
            <a:prstGeom prst="bentConnector3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a gomito 162">
              <a:extLst>
                <a:ext uri="{FF2B5EF4-FFF2-40B4-BE49-F238E27FC236}">
                  <a16:creationId xmlns:a16="http://schemas.microsoft.com/office/drawing/2014/main" id="{8FF03DA3-1BA6-ADCA-4B85-BDE5E52818E3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rot="5400000" flipH="1" flipV="1">
              <a:off x="2743494" y="998187"/>
              <a:ext cx="106196" cy="762168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a gomito 180">
              <a:extLst>
                <a:ext uri="{FF2B5EF4-FFF2-40B4-BE49-F238E27FC236}">
                  <a16:creationId xmlns:a16="http://schemas.microsoft.com/office/drawing/2014/main" id="{3F1ACEA9-2257-FF89-B0D9-6376AEBB0C51}"/>
                </a:ext>
              </a:extLst>
            </p:cNvPr>
            <p:cNvCxnSpPr>
              <a:cxnSpLocks/>
            </p:cNvCxnSpPr>
            <p:nvPr/>
          </p:nvCxnSpPr>
          <p:spPr>
            <a:xfrm>
              <a:off x="2602850" y="1621166"/>
              <a:ext cx="432000" cy="653119"/>
            </a:xfrm>
            <a:prstGeom prst="bentConnector3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8403CE28-8ACB-D820-B4EB-AFB722E850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436" y="2015401"/>
              <a:ext cx="299952" cy="189527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Connettore diritto 185">
              <a:extLst>
                <a:ext uri="{FF2B5EF4-FFF2-40B4-BE49-F238E27FC236}">
                  <a16:creationId xmlns:a16="http://schemas.microsoft.com/office/drawing/2014/main" id="{76DA50CA-6010-54DB-AB4A-F15AD5F74300}"/>
                </a:ext>
              </a:extLst>
            </p:cNvPr>
            <p:cNvCxnSpPr>
              <a:cxnSpLocks/>
            </p:cNvCxnSpPr>
            <p:nvPr/>
          </p:nvCxnSpPr>
          <p:spPr>
            <a:xfrm>
              <a:off x="3408060" y="2330737"/>
              <a:ext cx="295328" cy="163543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0" name="CasellaDiTesto 189">
              <a:extLst>
                <a:ext uri="{FF2B5EF4-FFF2-40B4-BE49-F238E27FC236}">
                  <a16:creationId xmlns:a16="http://schemas.microsoft.com/office/drawing/2014/main" id="{9100249F-2946-9A2E-1D77-895410E56541}"/>
                </a:ext>
              </a:extLst>
            </p:cNvPr>
            <p:cNvSpPr txBox="1"/>
            <p:nvPr/>
          </p:nvSpPr>
          <p:spPr>
            <a:xfrm>
              <a:off x="28079" y="1179989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1</a:t>
              </a:r>
              <a:endParaRPr lang="en-US" noProof="0" dirty="0"/>
            </a:p>
          </p:txBody>
        </p:sp>
        <p:sp>
          <p:nvSpPr>
            <p:cNvPr id="192" name="CasellaDiTesto 191">
              <a:extLst>
                <a:ext uri="{FF2B5EF4-FFF2-40B4-BE49-F238E27FC236}">
                  <a16:creationId xmlns:a16="http://schemas.microsoft.com/office/drawing/2014/main" id="{42AF0996-F114-1F14-C454-1EA210F774E8}"/>
                </a:ext>
              </a:extLst>
            </p:cNvPr>
            <p:cNvSpPr txBox="1"/>
            <p:nvPr/>
          </p:nvSpPr>
          <p:spPr>
            <a:xfrm>
              <a:off x="1056" y="2260619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3</a:t>
              </a:r>
              <a:endParaRPr lang="en-US" noProof="0" dirty="0"/>
            </a:p>
          </p:txBody>
        </p:sp>
        <p:sp>
          <p:nvSpPr>
            <p:cNvPr id="194" name="CasellaDiTesto 193">
              <a:extLst>
                <a:ext uri="{FF2B5EF4-FFF2-40B4-BE49-F238E27FC236}">
                  <a16:creationId xmlns:a16="http://schemas.microsoft.com/office/drawing/2014/main" id="{58AB4C1E-23F1-F6E1-049A-83DA781770AF}"/>
                </a:ext>
              </a:extLst>
            </p:cNvPr>
            <p:cNvSpPr txBox="1"/>
            <p:nvPr/>
          </p:nvSpPr>
          <p:spPr>
            <a:xfrm>
              <a:off x="1056" y="1728572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2</a:t>
              </a:r>
              <a:endParaRPr lang="en-US" noProof="0" dirty="0"/>
            </a:p>
          </p:txBody>
        </p:sp>
        <p:sp>
          <p:nvSpPr>
            <p:cNvPr id="196" name="CasellaDiTesto 195">
              <a:extLst>
                <a:ext uri="{FF2B5EF4-FFF2-40B4-BE49-F238E27FC236}">
                  <a16:creationId xmlns:a16="http://schemas.microsoft.com/office/drawing/2014/main" id="{FB61BC90-F5C6-125C-C06A-67E4674A8E45}"/>
                </a:ext>
              </a:extLst>
            </p:cNvPr>
            <p:cNvSpPr txBox="1"/>
            <p:nvPr/>
          </p:nvSpPr>
          <p:spPr>
            <a:xfrm>
              <a:off x="2165313" y="2204556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4</a:t>
              </a:r>
              <a:endParaRPr lang="en-US" noProof="0" dirty="0"/>
            </a:p>
          </p:txBody>
        </p:sp>
        <p:sp>
          <p:nvSpPr>
            <p:cNvPr id="198" name="CasellaDiTesto 197">
              <a:extLst>
                <a:ext uri="{FF2B5EF4-FFF2-40B4-BE49-F238E27FC236}">
                  <a16:creationId xmlns:a16="http://schemas.microsoft.com/office/drawing/2014/main" id="{3C565454-C21D-D950-E006-9CE8DAAE6B85}"/>
                </a:ext>
              </a:extLst>
            </p:cNvPr>
            <p:cNvSpPr txBox="1"/>
            <p:nvPr/>
          </p:nvSpPr>
          <p:spPr>
            <a:xfrm>
              <a:off x="3424564" y="1147236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5</a:t>
              </a:r>
              <a:endParaRPr lang="en-US" noProof="0" dirty="0"/>
            </a:p>
          </p:txBody>
        </p:sp>
        <p:sp>
          <p:nvSpPr>
            <p:cNvPr id="200" name="CasellaDiTesto 199">
              <a:extLst>
                <a:ext uri="{FF2B5EF4-FFF2-40B4-BE49-F238E27FC236}">
                  <a16:creationId xmlns:a16="http://schemas.microsoft.com/office/drawing/2014/main" id="{06542243-FB5B-C7E3-9386-D5F123DD785C}"/>
                </a:ext>
              </a:extLst>
            </p:cNvPr>
            <p:cNvSpPr txBox="1"/>
            <p:nvPr/>
          </p:nvSpPr>
          <p:spPr>
            <a:xfrm>
              <a:off x="4318090" y="1851168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6</a:t>
              </a:r>
              <a:endParaRPr lang="en-US" noProof="0" dirty="0"/>
            </a:p>
          </p:txBody>
        </p:sp>
        <p:sp>
          <p:nvSpPr>
            <p:cNvPr id="202" name="CasellaDiTesto 201">
              <a:extLst>
                <a:ext uri="{FF2B5EF4-FFF2-40B4-BE49-F238E27FC236}">
                  <a16:creationId xmlns:a16="http://schemas.microsoft.com/office/drawing/2014/main" id="{1B5F186C-E1AD-0744-FB5B-516F05BB1939}"/>
                </a:ext>
              </a:extLst>
            </p:cNvPr>
            <p:cNvSpPr txBox="1"/>
            <p:nvPr/>
          </p:nvSpPr>
          <p:spPr>
            <a:xfrm>
              <a:off x="4318585" y="2324071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7</a:t>
              </a:r>
              <a:endParaRPr lang="en-US" noProof="0" dirty="0"/>
            </a:p>
          </p:txBody>
        </p:sp>
      </p:grpSp>
      <p:sp>
        <p:nvSpPr>
          <p:cNvPr id="8" name="Rettangolo 7">
            <a:extLst>
              <a:ext uri="{FF2B5EF4-FFF2-40B4-BE49-F238E27FC236}">
                <a16:creationId xmlns:a16="http://schemas.microsoft.com/office/drawing/2014/main" id="{ABFD3B3C-5D0A-098E-AB9E-5713F7B3FCA7}"/>
              </a:ext>
            </a:extLst>
          </p:cNvPr>
          <p:cNvSpPr/>
          <p:nvPr/>
        </p:nvSpPr>
        <p:spPr>
          <a:xfrm>
            <a:off x="5669332" y="1053592"/>
            <a:ext cx="6027320" cy="4451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noProof="0" dirty="0"/>
          </a:p>
          <a:p>
            <a:pPr marL="144000" indent="-216000">
              <a:buFont typeface="Wingdings" panose="05000000000000000000" pitchFamily="2" charset="2"/>
              <a:buChar char="§"/>
            </a:pPr>
            <a:endParaRPr lang="en-US" sz="1400" noProof="0" dirty="0"/>
          </a:p>
          <a:p>
            <a:pPr marL="252000" indent="-216000">
              <a:buFont typeface="Wingdings" panose="05000000000000000000" pitchFamily="2" charset="2"/>
              <a:buChar char="§"/>
            </a:pPr>
            <a:r>
              <a:rPr lang="en-US" sz="2000" noProof="0" dirty="0"/>
              <a:t>r</a:t>
            </a:r>
            <a:r>
              <a:rPr lang="en-US" sz="2000" baseline="-25000" noProof="0" dirty="0"/>
              <a:t>1</a:t>
            </a:r>
            <a:r>
              <a:rPr lang="en-US" sz="2000" noProof="0" dirty="0"/>
              <a:t>, r</a:t>
            </a:r>
            <a:r>
              <a:rPr lang="en-US" baseline="-25000" noProof="0" dirty="0"/>
              <a:t>2</a:t>
            </a:r>
            <a:r>
              <a:rPr lang="en-US" sz="2000" noProof="0" dirty="0"/>
              <a:t>, r</a:t>
            </a:r>
            <a:r>
              <a:rPr lang="en-US" sz="2000" baseline="-25000" noProof="0" dirty="0"/>
              <a:t>3</a:t>
            </a:r>
            <a:r>
              <a:rPr lang="en-US" sz="2000" noProof="0" dirty="0"/>
              <a:t> are connectivity requirements</a:t>
            </a:r>
          </a:p>
          <a:p>
            <a:pPr marL="706950" lvl="1" indent="-285750">
              <a:buFont typeface="Wingdings" panose="05000000000000000000" pitchFamily="2" charset="2"/>
              <a:buChar char="Ø"/>
            </a:pPr>
            <a:r>
              <a:rPr lang="en-US" sz="2000" u="sng" noProof="0" dirty="0"/>
              <a:t>firewalling</a:t>
            </a:r>
            <a:r>
              <a:rPr lang="en-US" sz="2000" noProof="0" dirty="0"/>
              <a:t> NSFs are required</a:t>
            </a:r>
          </a:p>
          <a:p>
            <a:pPr marL="421200" lvl="1"/>
            <a:endParaRPr lang="en-US" sz="2000" noProof="0" dirty="0"/>
          </a:p>
          <a:p>
            <a:pPr marL="252000" indent="-216000">
              <a:buFont typeface="Wingdings" panose="05000000000000000000" pitchFamily="2" charset="2"/>
              <a:buChar char="§"/>
            </a:pPr>
            <a:r>
              <a:rPr lang="en-US" sz="2000" noProof="0" dirty="0"/>
              <a:t>Possible firewall options:</a:t>
            </a:r>
          </a:p>
          <a:p>
            <a:pPr marL="764100" lvl="1" indent="-342900">
              <a:buFont typeface="Wingdings" panose="05000000000000000000" pitchFamily="2" charset="2"/>
              <a:buChar char="Ø"/>
            </a:pPr>
            <a:r>
              <a:rPr lang="en-US" sz="2000" noProof="0" dirty="0"/>
              <a:t>Packet filters (PFs)</a:t>
            </a:r>
          </a:p>
          <a:p>
            <a:pPr marL="764100" lvl="1" indent="-342900">
              <a:buFont typeface="Wingdings" panose="05000000000000000000" pitchFamily="2" charset="2"/>
              <a:buChar char="Ø"/>
            </a:pPr>
            <a:r>
              <a:rPr lang="en-US" sz="2000" noProof="0" dirty="0"/>
              <a:t>Web-application firewalls (WAFs)</a:t>
            </a:r>
          </a:p>
          <a:p>
            <a:pPr marL="764100" lvl="1" indent="-342900">
              <a:buFont typeface="Wingdings" panose="05000000000000000000" pitchFamily="2" charset="2"/>
              <a:buChar char="Ø"/>
            </a:pPr>
            <a:r>
              <a:rPr lang="en-US" sz="2000" noProof="0" dirty="0"/>
              <a:t>Next-generation firewalls (NGFWs)</a:t>
            </a:r>
          </a:p>
          <a:p>
            <a:pPr marL="421200" lvl="1"/>
            <a:endParaRPr lang="en-US" sz="2000" noProof="0" dirty="0"/>
          </a:p>
          <a:p>
            <a:pPr marL="252000" indent="-216000">
              <a:buFont typeface="Wingdings" panose="05000000000000000000" pitchFamily="2" charset="2"/>
              <a:buChar char="§"/>
            </a:pPr>
            <a:r>
              <a:rPr lang="en-US" sz="2000" u="sng" noProof="0" dirty="0"/>
              <a:t>Packet filters </a:t>
            </a:r>
            <a:r>
              <a:rPr lang="en-US" sz="2000" noProof="0" dirty="0"/>
              <a:t>are enough, because the conditions of r</a:t>
            </a:r>
            <a:r>
              <a:rPr lang="en-US" sz="2000" baseline="-25000" noProof="0" dirty="0"/>
              <a:t>1</a:t>
            </a:r>
            <a:r>
              <a:rPr lang="en-US" sz="2000" noProof="0" dirty="0"/>
              <a:t>, r</a:t>
            </a:r>
            <a:r>
              <a:rPr lang="en-US" baseline="-25000" noProof="0" dirty="0"/>
              <a:t>2</a:t>
            </a:r>
            <a:r>
              <a:rPr lang="en-US" sz="2000" noProof="0" dirty="0"/>
              <a:t>, r</a:t>
            </a:r>
            <a:r>
              <a:rPr lang="en-US" sz="2000" baseline="-25000" noProof="0" dirty="0"/>
              <a:t>3</a:t>
            </a:r>
            <a:r>
              <a:rPr lang="en-US" sz="2000" noProof="0" dirty="0"/>
              <a:t> are 5-tuple-based.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A164F1F-EFF1-ACF7-BCED-4A077D3B3D3D}"/>
              </a:ext>
            </a:extLst>
          </p:cNvPr>
          <p:cNvSpPr/>
          <p:nvPr/>
        </p:nvSpPr>
        <p:spPr>
          <a:xfrm>
            <a:off x="5669332" y="1013977"/>
            <a:ext cx="6027320" cy="70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noProof="0" dirty="0">
                <a:solidFill>
                  <a:schemeClr val="bg1"/>
                </a:solidFill>
              </a:rPr>
              <a:t>Which NSFs are needed?</a:t>
            </a:r>
            <a:endParaRPr lang="en-US" sz="2200" noProof="0" dirty="0"/>
          </a:p>
        </p:txBody>
      </p:sp>
      <p:graphicFrame>
        <p:nvGraphicFramePr>
          <p:cNvPr id="29" name="Tabella 28">
            <a:extLst>
              <a:ext uri="{FF2B5EF4-FFF2-40B4-BE49-F238E27FC236}">
                <a16:creationId xmlns:a16="http://schemas.microsoft.com/office/drawing/2014/main" id="{F8217FA6-0123-CDCC-7E97-6361F1B9A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333152"/>
              </p:ext>
            </p:extLst>
          </p:nvPr>
        </p:nvGraphicFramePr>
        <p:xfrm>
          <a:off x="360479" y="3870757"/>
          <a:ext cx="4590690" cy="13684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72776">
                  <a:extLst>
                    <a:ext uri="{9D8B030D-6E8A-4147-A177-3AD203B41FA5}">
                      <a16:colId xmlns:a16="http://schemas.microsoft.com/office/drawing/2014/main" val="888619562"/>
                    </a:ext>
                  </a:extLst>
                </a:gridCol>
                <a:gridCol w="895481">
                  <a:extLst>
                    <a:ext uri="{9D8B030D-6E8A-4147-A177-3AD203B41FA5}">
                      <a16:colId xmlns:a16="http://schemas.microsoft.com/office/drawing/2014/main" val="1486686012"/>
                    </a:ext>
                  </a:extLst>
                </a:gridCol>
                <a:gridCol w="706296">
                  <a:extLst>
                    <a:ext uri="{9D8B030D-6E8A-4147-A177-3AD203B41FA5}">
                      <a16:colId xmlns:a16="http://schemas.microsoft.com/office/drawing/2014/main" val="3679184557"/>
                    </a:ext>
                  </a:extLst>
                </a:gridCol>
                <a:gridCol w="599145">
                  <a:extLst>
                    <a:ext uri="{9D8B030D-6E8A-4147-A177-3AD203B41FA5}">
                      <a16:colId xmlns:a16="http://schemas.microsoft.com/office/drawing/2014/main" val="3734109621"/>
                    </a:ext>
                  </a:extLst>
                </a:gridCol>
                <a:gridCol w="663020">
                  <a:extLst>
                    <a:ext uri="{9D8B030D-6E8A-4147-A177-3AD203B41FA5}">
                      <a16:colId xmlns:a16="http://schemas.microsoft.com/office/drawing/2014/main" val="1121159694"/>
                    </a:ext>
                  </a:extLst>
                </a:gridCol>
                <a:gridCol w="573030">
                  <a:extLst>
                    <a:ext uri="{9D8B030D-6E8A-4147-A177-3AD203B41FA5}">
                      <a16:colId xmlns:a16="http://schemas.microsoft.com/office/drawing/2014/main" val="1102180884"/>
                    </a:ext>
                  </a:extLst>
                </a:gridCol>
                <a:gridCol w="680942">
                  <a:extLst>
                    <a:ext uri="{9D8B030D-6E8A-4147-A177-3AD203B41FA5}">
                      <a16:colId xmlns:a16="http://schemas.microsoft.com/office/drawing/2014/main" val="723179297"/>
                    </a:ext>
                  </a:extLst>
                </a:gridCol>
              </a:tblGrid>
              <a:tr h="318962"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IPSrc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IPDst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pSrc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pDst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tProto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851834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3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kern="12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80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TCP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DENY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049025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735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22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TCP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ALLOW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291402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3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baseline="-25000" noProof="0" dirty="0">
                          <a:solidFill>
                            <a:srgbClr val="1E1E1E"/>
                          </a:solidFill>
                        </a:rPr>
                        <a:t>6</a:t>
                      </a:r>
                      <a:endParaRPr lang="en-US" sz="1100" b="0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4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DENY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120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23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4D34-015A-6305-C4AA-DD8D0461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1CD083-F58B-A37D-37E1-FC149631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Security Service Composition</a:t>
            </a:r>
          </a:p>
        </p:txBody>
      </p:sp>
      <p:grpSp>
        <p:nvGrpSpPr>
          <p:cNvPr id="203" name="Gruppo 202">
            <a:extLst>
              <a:ext uri="{FF2B5EF4-FFF2-40B4-BE49-F238E27FC236}">
                <a16:creationId xmlns:a16="http://schemas.microsoft.com/office/drawing/2014/main" id="{EA7EDE1C-D023-0845-6D4A-B36CCC2D096A}"/>
              </a:ext>
            </a:extLst>
          </p:cNvPr>
          <p:cNvGrpSpPr/>
          <p:nvPr/>
        </p:nvGrpSpPr>
        <p:grpSpPr>
          <a:xfrm>
            <a:off x="333456" y="1688951"/>
            <a:ext cx="4698209" cy="1539743"/>
            <a:chOff x="1056" y="1113281"/>
            <a:chExt cx="4698209" cy="1539743"/>
          </a:xfrm>
        </p:grpSpPr>
        <p:grpSp>
          <p:nvGrpSpPr>
            <p:cNvPr id="40" name="Google Shape;1604;p10">
              <a:extLst>
                <a:ext uri="{FF2B5EF4-FFF2-40B4-BE49-F238E27FC236}">
                  <a16:creationId xmlns:a16="http://schemas.microsoft.com/office/drawing/2014/main" id="{025998F2-244D-36B6-2B11-631A173535DC}"/>
                </a:ext>
              </a:extLst>
            </p:cNvPr>
            <p:cNvGrpSpPr/>
            <p:nvPr/>
          </p:nvGrpSpPr>
          <p:grpSpPr>
            <a:xfrm>
              <a:off x="2190837" y="1432369"/>
              <a:ext cx="449341" cy="364878"/>
              <a:chOff x="4352056" y="0"/>
              <a:chExt cx="675640" cy="548640"/>
            </a:xfrm>
          </p:grpSpPr>
          <p:grpSp>
            <p:nvGrpSpPr>
              <p:cNvPr id="43" name="Google Shape;1606;p10">
                <a:extLst>
                  <a:ext uri="{FF2B5EF4-FFF2-40B4-BE49-F238E27FC236}">
                    <a16:creationId xmlns:a16="http://schemas.microsoft.com/office/drawing/2014/main" id="{ABC8BF3D-A320-5160-A272-531BAFDC1C8A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45" name="Google Shape;1607;p10">
                  <a:extLst>
                    <a:ext uri="{FF2B5EF4-FFF2-40B4-BE49-F238E27FC236}">
                      <a16:creationId xmlns:a16="http://schemas.microsoft.com/office/drawing/2014/main" id="{5B859E80-D615-9109-8721-44239AF6AC24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08;p10">
                  <a:extLst>
                    <a:ext uri="{FF2B5EF4-FFF2-40B4-BE49-F238E27FC236}">
                      <a16:creationId xmlns:a16="http://schemas.microsoft.com/office/drawing/2014/main" id="{92A76388-4FA6-2170-6ABF-EFBFB084BF39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" name="Google Shape;1609;p10">
                  <a:extLst>
                    <a:ext uri="{FF2B5EF4-FFF2-40B4-BE49-F238E27FC236}">
                      <a16:creationId xmlns:a16="http://schemas.microsoft.com/office/drawing/2014/main" id="{BDA6E19D-BD31-6FB7-2062-2B4752B2F81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8" name="Google Shape;1610;p10">
                  <a:extLst>
                    <a:ext uri="{FF2B5EF4-FFF2-40B4-BE49-F238E27FC236}">
                      <a16:creationId xmlns:a16="http://schemas.microsoft.com/office/drawing/2014/main" id="{1FE92E03-7D5A-3988-686B-DEE8927D04A5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" name="Google Shape;1611;p10">
                  <a:extLst>
                    <a:ext uri="{FF2B5EF4-FFF2-40B4-BE49-F238E27FC236}">
                      <a16:creationId xmlns:a16="http://schemas.microsoft.com/office/drawing/2014/main" id="{DED2C9EB-06F8-4F60-9815-A8C54EC962BE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0" name="Google Shape;1612;p10">
                  <a:extLst>
                    <a:ext uri="{FF2B5EF4-FFF2-40B4-BE49-F238E27FC236}">
                      <a16:creationId xmlns:a16="http://schemas.microsoft.com/office/drawing/2014/main" id="{F730DCCA-6762-692D-9FA9-531B6D31508F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1" name="Google Shape;1613;p10">
                  <a:extLst>
                    <a:ext uri="{FF2B5EF4-FFF2-40B4-BE49-F238E27FC236}">
                      <a16:creationId xmlns:a16="http://schemas.microsoft.com/office/drawing/2014/main" id="{30DB7A60-661E-AFA8-43DB-75596650A56F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2" name="Google Shape;1614;p10">
                  <a:extLst>
                    <a:ext uri="{FF2B5EF4-FFF2-40B4-BE49-F238E27FC236}">
                      <a16:creationId xmlns:a16="http://schemas.microsoft.com/office/drawing/2014/main" id="{836D5CBF-AC11-C10C-99CA-71389891C965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1615;p10">
                  <a:extLst>
                    <a:ext uri="{FF2B5EF4-FFF2-40B4-BE49-F238E27FC236}">
                      <a16:creationId xmlns:a16="http://schemas.microsoft.com/office/drawing/2014/main" id="{3FF6F8BB-141D-5065-FB64-F582F8A97362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" name="Google Shape;1617;p10">
                <a:extLst>
                  <a:ext uri="{FF2B5EF4-FFF2-40B4-BE49-F238E27FC236}">
                    <a16:creationId xmlns:a16="http://schemas.microsoft.com/office/drawing/2014/main" id="{0B9AC7C9-3BDE-BFD6-5E6C-BC5B20E930A6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5" name="Google Shape;1415;p7">
              <a:extLst>
                <a:ext uri="{FF2B5EF4-FFF2-40B4-BE49-F238E27FC236}">
                  <a16:creationId xmlns:a16="http://schemas.microsoft.com/office/drawing/2014/main" id="{D230A04D-5118-1630-2300-674BCA296AE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5876" y="1195427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1415;p7">
              <a:extLst>
                <a:ext uri="{FF2B5EF4-FFF2-40B4-BE49-F238E27FC236}">
                  <a16:creationId xmlns:a16="http://schemas.microsoft.com/office/drawing/2014/main" id="{CABEDE81-BE79-9CAD-384B-17708D486E4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49498" y="1713192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1415;p7">
              <a:extLst>
                <a:ext uri="{FF2B5EF4-FFF2-40B4-BE49-F238E27FC236}">
                  <a16:creationId xmlns:a16="http://schemas.microsoft.com/office/drawing/2014/main" id="{CEE03352-EECB-B816-38C0-D2BA2434A5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5876" y="2272295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380;p1">
              <a:extLst>
                <a:ext uri="{FF2B5EF4-FFF2-40B4-BE49-F238E27FC236}">
                  <a16:creationId xmlns:a16="http://schemas.microsoft.com/office/drawing/2014/main" id="{6E15E805-D258-8933-DE34-7D10A18AF466}"/>
                </a:ext>
              </a:extLst>
            </p:cNvPr>
            <p:cNvSpPr/>
            <p:nvPr/>
          </p:nvSpPr>
          <p:spPr>
            <a:xfrm>
              <a:off x="3174541" y="1113281"/>
              <a:ext cx="678717" cy="38303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380;p1">
              <a:extLst>
                <a:ext uri="{FF2B5EF4-FFF2-40B4-BE49-F238E27FC236}">
                  <a16:creationId xmlns:a16="http://schemas.microsoft.com/office/drawing/2014/main" id="{EF2EF947-A285-9C65-65FA-3794A33CF703}"/>
                </a:ext>
              </a:extLst>
            </p:cNvPr>
            <p:cNvSpPr/>
            <p:nvPr/>
          </p:nvSpPr>
          <p:spPr>
            <a:xfrm>
              <a:off x="1934312" y="2149927"/>
              <a:ext cx="706983" cy="398990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8AAC71EF-9BEA-979B-9906-BA2D9D07EED5}"/>
                </a:ext>
              </a:extLst>
            </p:cNvPr>
            <p:cNvGrpSpPr/>
            <p:nvPr/>
          </p:nvGrpSpPr>
          <p:grpSpPr>
            <a:xfrm>
              <a:off x="3703388" y="1834998"/>
              <a:ext cx="630784" cy="363881"/>
              <a:chOff x="8600187" y="2519609"/>
              <a:chExt cx="1168494" cy="674070"/>
            </a:xfrm>
          </p:grpSpPr>
          <p:grpSp>
            <p:nvGrpSpPr>
              <p:cNvPr id="73" name="Google Shape;457;p2">
                <a:extLst>
                  <a:ext uri="{FF2B5EF4-FFF2-40B4-BE49-F238E27FC236}">
                    <a16:creationId xmlns:a16="http://schemas.microsoft.com/office/drawing/2014/main" id="{4A1008CB-82B3-2C25-4069-A521B967DCB4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75" name="Google Shape;458;p2">
                  <a:extLst>
                    <a:ext uri="{FF2B5EF4-FFF2-40B4-BE49-F238E27FC236}">
                      <a16:creationId xmlns:a16="http://schemas.microsoft.com/office/drawing/2014/main" id="{F52519A8-AF2F-6C86-D8AF-0DA72BF6FD5C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6" name="Google Shape;459;p2">
                  <a:extLst>
                    <a:ext uri="{FF2B5EF4-FFF2-40B4-BE49-F238E27FC236}">
                      <a16:creationId xmlns:a16="http://schemas.microsoft.com/office/drawing/2014/main" id="{6E7F259A-4351-3EF3-3EB9-F553854A8AE0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7" name="Google Shape;460;p2">
                  <a:extLst>
                    <a:ext uri="{FF2B5EF4-FFF2-40B4-BE49-F238E27FC236}">
                      <a16:creationId xmlns:a16="http://schemas.microsoft.com/office/drawing/2014/main" id="{9FDD7142-4D3C-F459-A5B9-B932C414A337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79" name="Google Shape;510;p2">
                <a:extLst>
                  <a:ext uri="{FF2B5EF4-FFF2-40B4-BE49-F238E27FC236}">
                    <a16:creationId xmlns:a16="http://schemas.microsoft.com/office/drawing/2014/main" id="{1DF5018A-22D5-A089-F5B0-2C4FC6A70CB9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81" name="Google Shape;511;p2">
                  <a:extLst>
                    <a:ext uri="{FF2B5EF4-FFF2-40B4-BE49-F238E27FC236}">
                      <a16:creationId xmlns:a16="http://schemas.microsoft.com/office/drawing/2014/main" id="{55F4FBB2-083F-EDBA-C1A8-BE37137EF272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512;p2">
                  <a:extLst>
                    <a:ext uri="{FF2B5EF4-FFF2-40B4-BE49-F238E27FC236}">
                      <a16:creationId xmlns:a16="http://schemas.microsoft.com/office/drawing/2014/main" id="{757F3C93-69AA-4210-134F-8607BAC318D9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513;p2">
                  <a:extLst>
                    <a:ext uri="{FF2B5EF4-FFF2-40B4-BE49-F238E27FC236}">
                      <a16:creationId xmlns:a16="http://schemas.microsoft.com/office/drawing/2014/main" id="{AC7FFCBA-DA0C-C3DB-4BDD-0184D85848C9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" name="Google Shape;514;p2">
                  <a:extLst>
                    <a:ext uri="{FF2B5EF4-FFF2-40B4-BE49-F238E27FC236}">
                      <a16:creationId xmlns:a16="http://schemas.microsoft.com/office/drawing/2014/main" id="{FF1EB2D1-C287-331B-88F6-A8FE293FBB8D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515;p2">
                  <a:extLst>
                    <a:ext uri="{FF2B5EF4-FFF2-40B4-BE49-F238E27FC236}">
                      <a16:creationId xmlns:a16="http://schemas.microsoft.com/office/drawing/2014/main" id="{5F09D1D5-3523-DF1D-A52E-EEFD4D310852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516;p2">
                  <a:extLst>
                    <a:ext uri="{FF2B5EF4-FFF2-40B4-BE49-F238E27FC236}">
                      <a16:creationId xmlns:a16="http://schemas.microsoft.com/office/drawing/2014/main" id="{A850F2B9-5D76-F095-71D3-F47881B40B7D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" name="Google Shape;517;p2">
                  <a:extLst>
                    <a:ext uri="{FF2B5EF4-FFF2-40B4-BE49-F238E27FC236}">
                      <a16:creationId xmlns:a16="http://schemas.microsoft.com/office/drawing/2014/main" id="{E3DA43E5-4957-7F67-87EA-75888E81C69D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16088D5E-AE53-8C26-C5E8-381753835495}"/>
                </a:ext>
              </a:extLst>
            </p:cNvPr>
            <p:cNvGrpSpPr/>
            <p:nvPr/>
          </p:nvGrpSpPr>
          <p:grpSpPr>
            <a:xfrm>
              <a:off x="3703388" y="2289143"/>
              <a:ext cx="630784" cy="363881"/>
              <a:chOff x="8600187" y="2519609"/>
              <a:chExt cx="1168494" cy="674070"/>
            </a:xfrm>
          </p:grpSpPr>
          <p:grpSp>
            <p:nvGrpSpPr>
              <p:cNvPr id="90" name="Google Shape;457;p2">
                <a:extLst>
                  <a:ext uri="{FF2B5EF4-FFF2-40B4-BE49-F238E27FC236}">
                    <a16:creationId xmlns:a16="http://schemas.microsoft.com/office/drawing/2014/main" id="{B6616C07-97B8-9363-102E-406292ABF177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99" name="Google Shape;458;p2">
                  <a:extLst>
                    <a:ext uri="{FF2B5EF4-FFF2-40B4-BE49-F238E27FC236}">
                      <a16:creationId xmlns:a16="http://schemas.microsoft.com/office/drawing/2014/main" id="{87A15ADE-41AE-3169-2C99-B92B4F0E5EBC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0" name="Google Shape;459;p2">
                  <a:extLst>
                    <a:ext uri="{FF2B5EF4-FFF2-40B4-BE49-F238E27FC236}">
                      <a16:creationId xmlns:a16="http://schemas.microsoft.com/office/drawing/2014/main" id="{1F746D7C-5A27-FCE9-F8AD-FE208A63D744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1" name="Google Shape;460;p2">
                  <a:extLst>
                    <a:ext uri="{FF2B5EF4-FFF2-40B4-BE49-F238E27FC236}">
                      <a16:creationId xmlns:a16="http://schemas.microsoft.com/office/drawing/2014/main" id="{480B8A12-C6A4-B2E0-4FFE-14A6B118E369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91" name="Google Shape;510;p2">
                <a:extLst>
                  <a:ext uri="{FF2B5EF4-FFF2-40B4-BE49-F238E27FC236}">
                    <a16:creationId xmlns:a16="http://schemas.microsoft.com/office/drawing/2014/main" id="{52CFD0A4-2C0B-719F-546D-FA1CADCDD93B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92" name="Google Shape;511;p2">
                  <a:extLst>
                    <a:ext uri="{FF2B5EF4-FFF2-40B4-BE49-F238E27FC236}">
                      <a16:creationId xmlns:a16="http://schemas.microsoft.com/office/drawing/2014/main" id="{25985114-3CE2-291B-19C7-6387C8433D76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" name="Google Shape;512;p2">
                  <a:extLst>
                    <a:ext uri="{FF2B5EF4-FFF2-40B4-BE49-F238E27FC236}">
                      <a16:creationId xmlns:a16="http://schemas.microsoft.com/office/drawing/2014/main" id="{8349940B-2957-8894-220E-6A1558586DCA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513;p2">
                  <a:extLst>
                    <a:ext uri="{FF2B5EF4-FFF2-40B4-BE49-F238E27FC236}">
                      <a16:creationId xmlns:a16="http://schemas.microsoft.com/office/drawing/2014/main" id="{927B9431-B440-861D-744D-2A82D56BEA5C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" name="Google Shape;514;p2">
                  <a:extLst>
                    <a:ext uri="{FF2B5EF4-FFF2-40B4-BE49-F238E27FC236}">
                      <a16:creationId xmlns:a16="http://schemas.microsoft.com/office/drawing/2014/main" id="{B74790EF-D867-0965-1817-2B64D32FEB06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" name="Google Shape;515;p2">
                  <a:extLst>
                    <a:ext uri="{FF2B5EF4-FFF2-40B4-BE49-F238E27FC236}">
                      <a16:creationId xmlns:a16="http://schemas.microsoft.com/office/drawing/2014/main" id="{139C8EC5-CA1B-DFE3-75D6-6F20B7F40DD7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" name="Google Shape;516;p2">
                  <a:extLst>
                    <a:ext uri="{FF2B5EF4-FFF2-40B4-BE49-F238E27FC236}">
                      <a16:creationId xmlns:a16="http://schemas.microsoft.com/office/drawing/2014/main" id="{786C4334-977F-F88E-F48B-C34DACCE012B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517;p2">
                  <a:extLst>
                    <a:ext uri="{FF2B5EF4-FFF2-40B4-BE49-F238E27FC236}">
                      <a16:creationId xmlns:a16="http://schemas.microsoft.com/office/drawing/2014/main" id="{99CFB52E-9483-A281-24A7-E52C63117524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053D3543-9187-0483-0850-9088117CA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2701" y="1713192"/>
              <a:ext cx="584844" cy="389896"/>
            </a:xfrm>
            <a:prstGeom prst="rect">
              <a:avLst/>
            </a:prstGeom>
          </p:spPr>
        </p:pic>
        <p:grpSp>
          <p:nvGrpSpPr>
            <p:cNvPr id="104" name="Google Shape;1604;p10">
              <a:extLst>
                <a:ext uri="{FF2B5EF4-FFF2-40B4-BE49-F238E27FC236}">
                  <a16:creationId xmlns:a16="http://schemas.microsoft.com/office/drawing/2014/main" id="{5EC48647-0B72-57EF-C0BF-4E39105CBCCE}"/>
                </a:ext>
              </a:extLst>
            </p:cNvPr>
            <p:cNvGrpSpPr/>
            <p:nvPr/>
          </p:nvGrpSpPr>
          <p:grpSpPr>
            <a:xfrm>
              <a:off x="3000951" y="2089856"/>
              <a:ext cx="449341" cy="364878"/>
              <a:chOff x="4352056" y="0"/>
              <a:chExt cx="675640" cy="548640"/>
            </a:xfrm>
          </p:grpSpPr>
          <p:grpSp>
            <p:nvGrpSpPr>
              <p:cNvPr id="105" name="Google Shape;1606;p10">
                <a:extLst>
                  <a:ext uri="{FF2B5EF4-FFF2-40B4-BE49-F238E27FC236}">
                    <a16:creationId xmlns:a16="http://schemas.microsoft.com/office/drawing/2014/main" id="{D70D471A-49D8-ACD7-2DB0-BBC148D1AB6D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107" name="Google Shape;1607;p10">
                  <a:extLst>
                    <a:ext uri="{FF2B5EF4-FFF2-40B4-BE49-F238E27FC236}">
                      <a16:creationId xmlns:a16="http://schemas.microsoft.com/office/drawing/2014/main" id="{4597418C-10B2-D8EB-7DBB-5CB170A6364E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08" name="Google Shape;1608;p10">
                  <a:extLst>
                    <a:ext uri="{FF2B5EF4-FFF2-40B4-BE49-F238E27FC236}">
                      <a16:creationId xmlns:a16="http://schemas.microsoft.com/office/drawing/2014/main" id="{4AD3CD61-F772-7DEA-1D06-10B36663FCCB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" name="Google Shape;1609;p10">
                  <a:extLst>
                    <a:ext uri="{FF2B5EF4-FFF2-40B4-BE49-F238E27FC236}">
                      <a16:creationId xmlns:a16="http://schemas.microsoft.com/office/drawing/2014/main" id="{AC0E79E2-F09C-8A4A-6789-06C249EA901E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0" name="Google Shape;1610;p10">
                  <a:extLst>
                    <a:ext uri="{FF2B5EF4-FFF2-40B4-BE49-F238E27FC236}">
                      <a16:creationId xmlns:a16="http://schemas.microsoft.com/office/drawing/2014/main" id="{D31464E1-6F7F-EBFB-8E68-C54D5CF4A8A2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" name="Google Shape;1611;p10">
                  <a:extLst>
                    <a:ext uri="{FF2B5EF4-FFF2-40B4-BE49-F238E27FC236}">
                      <a16:creationId xmlns:a16="http://schemas.microsoft.com/office/drawing/2014/main" id="{95AFE3FF-6679-949B-DA3D-5BFBF5D0256D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2" name="Google Shape;1612;p10">
                  <a:extLst>
                    <a:ext uri="{FF2B5EF4-FFF2-40B4-BE49-F238E27FC236}">
                      <a16:creationId xmlns:a16="http://schemas.microsoft.com/office/drawing/2014/main" id="{13A43F93-C166-4BCE-02D4-A8DF0D7166BE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" name="Google Shape;1613;p10">
                  <a:extLst>
                    <a:ext uri="{FF2B5EF4-FFF2-40B4-BE49-F238E27FC236}">
                      <a16:creationId xmlns:a16="http://schemas.microsoft.com/office/drawing/2014/main" id="{4B8CC2DB-709C-59D8-4853-B690B8EE21A7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4" name="Google Shape;1614;p10">
                  <a:extLst>
                    <a:ext uri="{FF2B5EF4-FFF2-40B4-BE49-F238E27FC236}">
                      <a16:creationId xmlns:a16="http://schemas.microsoft.com/office/drawing/2014/main" id="{33A9F9A3-767A-2915-5211-30FBC948B861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Google Shape;1615;p10">
                  <a:extLst>
                    <a:ext uri="{FF2B5EF4-FFF2-40B4-BE49-F238E27FC236}">
                      <a16:creationId xmlns:a16="http://schemas.microsoft.com/office/drawing/2014/main" id="{D2346FCB-A741-E231-A320-151BCB3E1BA0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" name="Google Shape;1617;p10">
                <a:extLst>
                  <a:ext uri="{FF2B5EF4-FFF2-40B4-BE49-F238E27FC236}">
                    <a16:creationId xmlns:a16="http://schemas.microsoft.com/office/drawing/2014/main" id="{CE866F92-0953-F826-A1E8-7067AD989FEB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7" name="Connettore diritto 116">
              <a:extLst>
                <a:ext uri="{FF2B5EF4-FFF2-40B4-BE49-F238E27FC236}">
                  <a16:creationId xmlns:a16="http://schemas.microsoft.com/office/drawing/2014/main" id="{D8882252-0B2C-9620-0161-5A104A1EAD8E}"/>
                </a:ext>
              </a:extLst>
            </p:cNvPr>
            <p:cNvCxnSpPr>
              <a:cxnSpLocks/>
            </p:cNvCxnSpPr>
            <p:nvPr/>
          </p:nvCxnSpPr>
          <p:spPr>
            <a:xfrm>
              <a:off x="788275" y="1369057"/>
              <a:ext cx="440363" cy="442598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Connettore diritto 132">
              <a:extLst>
                <a:ext uri="{FF2B5EF4-FFF2-40B4-BE49-F238E27FC236}">
                  <a16:creationId xmlns:a16="http://schemas.microsoft.com/office/drawing/2014/main" id="{95145ED8-E006-E9F8-8E7D-154DF81C5125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>
              <a:off x="781897" y="1895133"/>
              <a:ext cx="446741" cy="831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Connettore diritto 135">
              <a:extLst>
                <a:ext uri="{FF2B5EF4-FFF2-40B4-BE49-F238E27FC236}">
                  <a16:creationId xmlns:a16="http://schemas.microsoft.com/office/drawing/2014/main" id="{7DE02618-47A2-AA8C-4AD4-EDB6B5A87800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 flipV="1">
              <a:off x="788275" y="2030411"/>
              <a:ext cx="471384" cy="42382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Connettore diritto 142">
              <a:extLst>
                <a:ext uri="{FF2B5EF4-FFF2-40B4-BE49-F238E27FC236}">
                  <a16:creationId xmlns:a16="http://schemas.microsoft.com/office/drawing/2014/main" id="{F8A9D113-CB85-C714-C0A9-0B1C629FD7A2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2415508" y="1797247"/>
              <a:ext cx="0" cy="350341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nettore a gomito 152">
              <a:extLst>
                <a:ext uri="{FF2B5EF4-FFF2-40B4-BE49-F238E27FC236}">
                  <a16:creationId xmlns:a16="http://schemas.microsoft.com/office/drawing/2014/main" id="{BBC9E1E6-A712-CD84-F191-6EABAABEF1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4000" y="1620854"/>
              <a:ext cx="643658" cy="282589"/>
            </a:xfrm>
            <a:prstGeom prst="bentConnector3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a gomito 162">
              <a:extLst>
                <a:ext uri="{FF2B5EF4-FFF2-40B4-BE49-F238E27FC236}">
                  <a16:creationId xmlns:a16="http://schemas.microsoft.com/office/drawing/2014/main" id="{8019B662-F199-2186-69E8-A9D1DEBB764B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rot="5400000" flipH="1" flipV="1">
              <a:off x="2743494" y="998187"/>
              <a:ext cx="106196" cy="762168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a gomito 180">
              <a:extLst>
                <a:ext uri="{FF2B5EF4-FFF2-40B4-BE49-F238E27FC236}">
                  <a16:creationId xmlns:a16="http://schemas.microsoft.com/office/drawing/2014/main" id="{27F06C13-84FA-1A33-FADB-591600AE7FDE}"/>
                </a:ext>
              </a:extLst>
            </p:cNvPr>
            <p:cNvCxnSpPr>
              <a:cxnSpLocks/>
            </p:cNvCxnSpPr>
            <p:nvPr/>
          </p:nvCxnSpPr>
          <p:spPr>
            <a:xfrm>
              <a:off x="2602850" y="1621166"/>
              <a:ext cx="432000" cy="653119"/>
            </a:xfrm>
            <a:prstGeom prst="bentConnector3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C23731A0-FF93-F4C5-88D6-B68BBBEC09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436" y="2015401"/>
              <a:ext cx="299952" cy="189527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Connettore diritto 185">
              <a:extLst>
                <a:ext uri="{FF2B5EF4-FFF2-40B4-BE49-F238E27FC236}">
                  <a16:creationId xmlns:a16="http://schemas.microsoft.com/office/drawing/2014/main" id="{7C0C2CC6-FFAD-607A-1D06-2B8B5EB486B7}"/>
                </a:ext>
              </a:extLst>
            </p:cNvPr>
            <p:cNvCxnSpPr>
              <a:cxnSpLocks/>
            </p:cNvCxnSpPr>
            <p:nvPr/>
          </p:nvCxnSpPr>
          <p:spPr>
            <a:xfrm>
              <a:off x="3408060" y="2330737"/>
              <a:ext cx="295328" cy="163543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0" name="CasellaDiTesto 189">
              <a:extLst>
                <a:ext uri="{FF2B5EF4-FFF2-40B4-BE49-F238E27FC236}">
                  <a16:creationId xmlns:a16="http://schemas.microsoft.com/office/drawing/2014/main" id="{55925728-2F89-A601-CA5B-453B50E152BA}"/>
                </a:ext>
              </a:extLst>
            </p:cNvPr>
            <p:cNvSpPr txBox="1"/>
            <p:nvPr/>
          </p:nvSpPr>
          <p:spPr>
            <a:xfrm>
              <a:off x="28079" y="1179989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1</a:t>
              </a:r>
              <a:endParaRPr lang="en-US" noProof="0" dirty="0"/>
            </a:p>
          </p:txBody>
        </p:sp>
        <p:sp>
          <p:nvSpPr>
            <p:cNvPr id="192" name="CasellaDiTesto 191">
              <a:extLst>
                <a:ext uri="{FF2B5EF4-FFF2-40B4-BE49-F238E27FC236}">
                  <a16:creationId xmlns:a16="http://schemas.microsoft.com/office/drawing/2014/main" id="{08B8F922-5D92-C531-80F0-A5451D84EE9D}"/>
                </a:ext>
              </a:extLst>
            </p:cNvPr>
            <p:cNvSpPr txBox="1"/>
            <p:nvPr/>
          </p:nvSpPr>
          <p:spPr>
            <a:xfrm>
              <a:off x="1056" y="2260619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3</a:t>
              </a:r>
              <a:endParaRPr lang="en-US" noProof="0" dirty="0"/>
            </a:p>
          </p:txBody>
        </p:sp>
        <p:sp>
          <p:nvSpPr>
            <p:cNvPr id="194" name="CasellaDiTesto 193">
              <a:extLst>
                <a:ext uri="{FF2B5EF4-FFF2-40B4-BE49-F238E27FC236}">
                  <a16:creationId xmlns:a16="http://schemas.microsoft.com/office/drawing/2014/main" id="{E7D344ED-D476-37C0-0DA3-BA59C133CC34}"/>
                </a:ext>
              </a:extLst>
            </p:cNvPr>
            <p:cNvSpPr txBox="1"/>
            <p:nvPr/>
          </p:nvSpPr>
          <p:spPr>
            <a:xfrm>
              <a:off x="1056" y="1728572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2</a:t>
              </a:r>
              <a:endParaRPr lang="en-US" noProof="0" dirty="0"/>
            </a:p>
          </p:txBody>
        </p:sp>
        <p:sp>
          <p:nvSpPr>
            <p:cNvPr id="196" name="CasellaDiTesto 195">
              <a:extLst>
                <a:ext uri="{FF2B5EF4-FFF2-40B4-BE49-F238E27FC236}">
                  <a16:creationId xmlns:a16="http://schemas.microsoft.com/office/drawing/2014/main" id="{11769D9F-CF56-943E-3813-22636B9E7C3E}"/>
                </a:ext>
              </a:extLst>
            </p:cNvPr>
            <p:cNvSpPr txBox="1"/>
            <p:nvPr/>
          </p:nvSpPr>
          <p:spPr>
            <a:xfrm>
              <a:off x="2165313" y="2204556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4</a:t>
              </a:r>
              <a:endParaRPr lang="en-US" noProof="0" dirty="0"/>
            </a:p>
          </p:txBody>
        </p:sp>
        <p:sp>
          <p:nvSpPr>
            <p:cNvPr id="198" name="CasellaDiTesto 197">
              <a:extLst>
                <a:ext uri="{FF2B5EF4-FFF2-40B4-BE49-F238E27FC236}">
                  <a16:creationId xmlns:a16="http://schemas.microsoft.com/office/drawing/2014/main" id="{D378EAAF-097D-24E5-42BD-61FC8379DEF1}"/>
                </a:ext>
              </a:extLst>
            </p:cNvPr>
            <p:cNvSpPr txBox="1"/>
            <p:nvPr/>
          </p:nvSpPr>
          <p:spPr>
            <a:xfrm>
              <a:off x="3424564" y="1147236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5</a:t>
              </a:r>
              <a:endParaRPr lang="en-US" noProof="0" dirty="0"/>
            </a:p>
          </p:txBody>
        </p:sp>
        <p:sp>
          <p:nvSpPr>
            <p:cNvPr id="200" name="CasellaDiTesto 199">
              <a:extLst>
                <a:ext uri="{FF2B5EF4-FFF2-40B4-BE49-F238E27FC236}">
                  <a16:creationId xmlns:a16="http://schemas.microsoft.com/office/drawing/2014/main" id="{1A1FA4CF-5E2E-5651-3F68-6BCF70751CCF}"/>
                </a:ext>
              </a:extLst>
            </p:cNvPr>
            <p:cNvSpPr txBox="1"/>
            <p:nvPr/>
          </p:nvSpPr>
          <p:spPr>
            <a:xfrm>
              <a:off x="4318090" y="1851168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6</a:t>
              </a:r>
              <a:endParaRPr lang="en-US" noProof="0" dirty="0"/>
            </a:p>
          </p:txBody>
        </p:sp>
        <p:sp>
          <p:nvSpPr>
            <p:cNvPr id="202" name="CasellaDiTesto 201">
              <a:extLst>
                <a:ext uri="{FF2B5EF4-FFF2-40B4-BE49-F238E27FC236}">
                  <a16:creationId xmlns:a16="http://schemas.microsoft.com/office/drawing/2014/main" id="{DFC67184-CE3C-9D1E-5F94-9EB89403447C}"/>
                </a:ext>
              </a:extLst>
            </p:cNvPr>
            <p:cNvSpPr txBox="1"/>
            <p:nvPr/>
          </p:nvSpPr>
          <p:spPr>
            <a:xfrm>
              <a:off x="4318585" y="2324071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7</a:t>
              </a:r>
              <a:endParaRPr lang="en-US" noProof="0" dirty="0"/>
            </a:p>
          </p:txBody>
        </p:sp>
      </p:grpSp>
      <p:sp>
        <p:nvSpPr>
          <p:cNvPr id="8" name="Rettangolo 7">
            <a:extLst>
              <a:ext uri="{FF2B5EF4-FFF2-40B4-BE49-F238E27FC236}">
                <a16:creationId xmlns:a16="http://schemas.microsoft.com/office/drawing/2014/main" id="{2204B6AC-850D-E12B-BDD9-6F0699E11BAE}"/>
              </a:ext>
            </a:extLst>
          </p:cNvPr>
          <p:cNvSpPr/>
          <p:nvPr/>
        </p:nvSpPr>
        <p:spPr>
          <a:xfrm>
            <a:off x="5669332" y="1053592"/>
            <a:ext cx="6027320" cy="4451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noProof="0" dirty="0"/>
          </a:p>
          <a:p>
            <a:pPr marL="144000" indent="-216000">
              <a:buFont typeface="Wingdings" panose="05000000000000000000" pitchFamily="2" charset="2"/>
              <a:buChar char="§"/>
            </a:pPr>
            <a:endParaRPr lang="en-US" sz="1400" noProof="0" dirty="0"/>
          </a:p>
          <a:p>
            <a:pPr marL="216000" indent="-216000">
              <a:buFont typeface="Wingdings" panose="05000000000000000000" pitchFamily="2" charset="2"/>
              <a:buChar char="§"/>
            </a:pPr>
            <a:r>
              <a:rPr lang="en-US" sz="2000" noProof="0" dirty="0"/>
              <a:t>Firewalls must be put in the paths crossed by   any flows to be blocked:</a:t>
            </a:r>
          </a:p>
          <a:p>
            <a:pPr marL="728100" lvl="1" indent="-342900">
              <a:buFont typeface="Wingdings" panose="05000000000000000000" pitchFamily="2" charset="2"/>
              <a:buChar char="Ø"/>
            </a:pPr>
            <a:r>
              <a:rPr lang="en-US" sz="2000" noProof="0" dirty="0"/>
              <a:t>i.e., the paths between (e</a:t>
            </a:r>
            <a:r>
              <a:rPr lang="en-US" sz="2000" baseline="-25000" noProof="0" dirty="0"/>
              <a:t>1</a:t>
            </a:r>
            <a:r>
              <a:rPr lang="en-US" sz="2000" noProof="0" dirty="0"/>
              <a:t>,e</a:t>
            </a:r>
            <a:r>
              <a:rPr lang="en-US" sz="2000" baseline="-25000" noProof="0" dirty="0"/>
              <a:t>5</a:t>
            </a:r>
            <a:r>
              <a:rPr lang="en-US" sz="2000" noProof="0" dirty="0"/>
              <a:t>), (e</a:t>
            </a:r>
            <a:r>
              <a:rPr lang="en-US" sz="2000" baseline="-25000" noProof="0" dirty="0"/>
              <a:t>2</a:t>
            </a:r>
            <a:r>
              <a:rPr lang="en-US" sz="2000" noProof="0" dirty="0"/>
              <a:t>,e</a:t>
            </a:r>
            <a:r>
              <a:rPr lang="en-US" sz="2000" baseline="-25000" noProof="0" dirty="0"/>
              <a:t>5</a:t>
            </a:r>
            <a:r>
              <a:rPr lang="en-US" sz="2000" noProof="0" dirty="0"/>
              <a:t>), (e</a:t>
            </a:r>
            <a:r>
              <a:rPr lang="en-US" sz="2000" baseline="-25000" noProof="0" dirty="0"/>
              <a:t>3</a:t>
            </a:r>
            <a:r>
              <a:rPr lang="en-US" sz="2000" noProof="0" dirty="0"/>
              <a:t>,e</a:t>
            </a:r>
            <a:r>
              <a:rPr lang="en-US" sz="2000" baseline="-25000" noProof="0" dirty="0"/>
              <a:t>5</a:t>
            </a:r>
            <a:r>
              <a:rPr lang="en-US" sz="2000" noProof="0" dirty="0"/>
              <a:t>), (e</a:t>
            </a:r>
            <a:r>
              <a:rPr lang="en-US" sz="2000" baseline="-25000" dirty="0"/>
              <a:t>6</a:t>
            </a:r>
            <a:r>
              <a:rPr lang="en-US" sz="2000" noProof="0" dirty="0"/>
              <a:t>,e</a:t>
            </a:r>
            <a:r>
              <a:rPr lang="en-US" sz="2000" baseline="-25000" dirty="0"/>
              <a:t>5</a:t>
            </a:r>
            <a:r>
              <a:rPr lang="en-US" sz="2000" noProof="0" dirty="0"/>
              <a:t>), </a:t>
            </a:r>
            <a:r>
              <a:rPr lang="en-US" sz="2000" noProof="0"/>
              <a:t>(e</a:t>
            </a:r>
            <a:r>
              <a:rPr lang="en-US" sz="2000" baseline="-25000" noProof="0" dirty="0"/>
              <a:t>6</a:t>
            </a:r>
            <a:r>
              <a:rPr lang="en-US" sz="2000" noProof="0"/>
              <a:t>,</a:t>
            </a:r>
            <a:r>
              <a:rPr lang="en-US" sz="2000" noProof="0" dirty="0"/>
              <a:t>e</a:t>
            </a:r>
            <a:r>
              <a:rPr lang="en-US" sz="2000" baseline="-25000" dirty="0"/>
              <a:t>4</a:t>
            </a:r>
            <a:r>
              <a:rPr lang="en-US" sz="2000" noProof="0" dirty="0"/>
              <a:t>).</a:t>
            </a:r>
          </a:p>
          <a:p>
            <a:pPr marL="421200" lvl="1"/>
            <a:endParaRPr lang="en-US" sz="2000" noProof="0" dirty="0"/>
          </a:p>
          <a:p>
            <a:pPr marL="252000" indent="-216000">
              <a:buFont typeface="Wingdings" panose="05000000000000000000" pitchFamily="2" charset="2"/>
              <a:buChar char="§"/>
            </a:pPr>
            <a:r>
              <a:rPr lang="en-US" sz="2000" i="1" noProof="0" dirty="0"/>
              <a:t>Solution #1</a:t>
            </a:r>
            <a:r>
              <a:rPr lang="en-US" sz="2000" noProof="0" dirty="0"/>
              <a:t>: put a firewall on any link crossed by a malicious flow.</a:t>
            </a:r>
          </a:p>
          <a:p>
            <a:pPr marL="252000" indent="-216000">
              <a:buFont typeface="Wingdings" panose="05000000000000000000" pitchFamily="2" charset="2"/>
              <a:buChar char="§"/>
            </a:pPr>
            <a:endParaRPr lang="en-US" sz="2000" noProof="0" dirty="0"/>
          </a:p>
          <a:p>
            <a:pPr marL="252000" indent="-216000">
              <a:buFont typeface="Wingdings" panose="05000000000000000000" pitchFamily="2" charset="2"/>
              <a:buChar char="§"/>
            </a:pPr>
            <a:r>
              <a:rPr lang="en-US" sz="2000" i="1" noProof="0" dirty="0"/>
              <a:t>Solution #2</a:t>
            </a:r>
            <a:r>
              <a:rPr lang="en-US" sz="2000" noProof="0" dirty="0"/>
              <a:t>: put the </a:t>
            </a:r>
            <a:r>
              <a:rPr lang="en-US" sz="2000" u="sng" noProof="0" dirty="0"/>
              <a:t>minimum</a:t>
            </a:r>
            <a:r>
              <a:rPr lang="en-US" sz="2000" noProof="0" dirty="0"/>
              <a:t> number of firewalls, at flow intersection.</a:t>
            </a:r>
          </a:p>
          <a:p>
            <a:pPr marL="252000" indent="-216000">
              <a:buFont typeface="Wingdings" panose="05000000000000000000" pitchFamily="2" charset="2"/>
              <a:buChar char="§"/>
            </a:pPr>
            <a:endParaRPr lang="en-US" sz="2000" noProof="0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C127629-6359-DE7C-3BFE-6A44BDD3BE4D}"/>
              </a:ext>
            </a:extLst>
          </p:cNvPr>
          <p:cNvSpPr/>
          <p:nvPr/>
        </p:nvSpPr>
        <p:spPr>
          <a:xfrm>
            <a:off x="5669332" y="1013977"/>
            <a:ext cx="6027320" cy="70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noProof="0" dirty="0"/>
              <a:t>Where should the NSFs be placed?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FA554E0-9FC7-B056-C6EA-0DF80F42D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680439"/>
              </p:ext>
            </p:extLst>
          </p:nvPr>
        </p:nvGraphicFramePr>
        <p:xfrm>
          <a:off x="360479" y="3870757"/>
          <a:ext cx="4590690" cy="13684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72776">
                  <a:extLst>
                    <a:ext uri="{9D8B030D-6E8A-4147-A177-3AD203B41FA5}">
                      <a16:colId xmlns:a16="http://schemas.microsoft.com/office/drawing/2014/main" val="888619562"/>
                    </a:ext>
                  </a:extLst>
                </a:gridCol>
                <a:gridCol w="895481">
                  <a:extLst>
                    <a:ext uri="{9D8B030D-6E8A-4147-A177-3AD203B41FA5}">
                      <a16:colId xmlns:a16="http://schemas.microsoft.com/office/drawing/2014/main" val="1486686012"/>
                    </a:ext>
                  </a:extLst>
                </a:gridCol>
                <a:gridCol w="706296">
                  <a:extLst>
                    <a:ext uri="{9D8B030D-6E8A-4147-A177-3AD203B41FA5}">
                      <a16:colId xmlns:a16="http://schemas.microsoft.com/office/drawing/2014/main" val="3679184557"/>
                    </a:ext>
                  </a:extLst>
                </a:gridCol>
                <a:gridCol w="599145">
                  <a:extLst>
                    <a:ext uri="{9D8B030D-6E8A-4147-A177-3AD203B41FA5}">
                      <a16:colId xmlns:a16="http://schemas.microsoft.com/office/drawing/2014/main" val="3734109621"/>
                    </a:ext>
                  </a:extLst>
                </a:gridCol>
                <a:gridCol w="663020">
                  <a:extLst>
                    <a:ext uri="{9D8B030D-6E8A-4147-A177-3AD203B41FA5}">
                      <a16:colId xmlns:a16="http://schemas.microsoft.com/office/drawing/2014/main" val="1121159694"/>
                    </a:ext>
                  </a:extLst>
                </a:gridCol>
                <a:gridCol w="573030">
                  <a:extLst>
                    <a:ext uri="{9D8B030D-6E8A-4147-A177-3AD203B41FA5}">
                      <a16:colId xmlns:a16="http://schemas.microsoft.com/office/drawing/2014/main" val="1102180884"/>
                    </a:ext>
                  </a:extLst>
                </a:gridCol>
                <a:gridCol w="680942">
                  <a:extLst>
                    <a:ext uri="{9D8B030D-6E8A-4147-A177-3AD203B41FA5}">
                      <a16:colId xmlns:a16="http://schemas.microsoft.com/office/drawing/2014/main" val="723179297"/>
                    </a:ext>
                  </a:extLst>
                </a:gridCol>
              </a:tblGrid>
              <a:tr h="318962"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IPSrc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IPDst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pSrc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pDst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tProto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851834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3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kern="12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80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TCP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DENY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049025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735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22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TCP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ALLOW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291402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3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baseline="-25000" noProof="0" dirty="0">
                          <a:solidFill>
                            <a:srgbClr val="1E1E1E"/>
                          </a:solidFill>
                        </a:rPr>
                        <a:t>6</a:t>
                      </a:r>
                      <a:endParaRPr lang="en-US" sz="1100" b="0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4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DENY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120155"/>
                  </a:ext>
                </a:extLst>
              </a:tr>
            </a:tbl>
          </a:graphicData>
        </a:graphic>
      </p:graphicFrame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5D7B6A90-872E-BFA1-5374-21953F07F0CA}"/>
              </a:ext>
            </a:extLst>
          </p:cNvPr>
          <p:cNvCxnSpPr/>
          <p:nvPr/>
        </p:nvCxnSpPr>
        <p:spPr>
          <a:xfrm>
            <a:off x="1165574" y="1837734"/>
            <a:ext cx="371856" cy="412072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1338674-D2B2-4BB2-C5BB-7C3838D4EE23}"/>
              </a:ext>
            </a:extLst>
          </p:cNvPr>
          <p:cNvCxnSpPr>
            <a:cxnSpLocks/>
          </p:cNvCxnSpPr>
          <p:nvPr/>
        </p:nvCxnSpPr>
        <p:spPr>
          <a:xfrm>
            <a:off x="1166393" y="2398009"/>
            <a:ext cx="342568" cy="7937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02CBDD63-E52F-65D3-D57A-21EC32FAAB39}"/>
              </a:ext>
            </a:extLst>
          </p:cNvPr>
          <p:cNvCxnSpPr>
            <a:cxnSpLocks/>
          </p:cNvCxnSpPr>
          <p:nvPr/>
        </p:nvCxnSpPr>
        <p:spPr>
          <a:xfrm flipV="1">
            <a:off x="1165574" y="2601714"/>
            <a:ext cx="361640" cy="27785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3C19861F-0156-0D50-0120-F433C9464E40}"/>
              </a:ext>
            </a:extLst>
          </p:cNvPr>
          <p:cNvCxnSpPr>
            <a:cxnSpLocks/>
          </p:cNvCxnSpPr>
          <p:nvPr/>
        </p:nvCxnSpPr>
        <p:spPr>
          <a:xfrm flipV="1">
            <a:off x="2847709" y="1831724"/>
            <a:ext cx="602924" cy="4539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F4072BC8-15B2-9406-D047-561DEA11C669}"/>
              </a:ext>
            </a:extLst>
          </p:cNvPr>
          <p:cNvCxnSpPr>
            <a:cxnSpLocks/>
          </p:cNvCxnSpPr>
          <p:nvPr/>
        </p:nvCxnSpPr>
        <p:spPr>
          <a:xfrm flipV="1">
            <a:off x="1922026" y="2138587"/>
            <a:ext cx="547025" cy="264490"/>
          </a:xfrm>
          <a:prstGeom prst="bentConnector3">
            <a:avLst/>
          </a:prstGeom>
          <a:ln w="28575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8A41ABD0-3400-EF57-4C35-DADB7B491F89}"/>
              </a:ext>
            </a:extLst>
          </p:cNvPr>
          <p:cNvCxnSpPr>
            <a:cxnSpLocks/>
          </p:cNvCxnSpPr>
          <p:nvPr/>
        </p:nvCxnSpPr>
        <p:spPr>
          <a:xfrm flipH="1">
            <a:off x="3716157" y="2517788"/>
            <a:ext cx="256403" cy="169746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1A0D79F4-FB5B-2C5D-582C-B8AF625D7149}"/>
              </a:ext>
            </a:extLst>
          </p:cNvPr>
          <p:cNvCxnSpPr>
            <a:cxnSpLocks/>
          </p:cNvCxnSpPr>
          <p:nvPr/>
        </p:nvCxnSpPr>
        <p:spPr>
          <a:xfrm>
            <a:off x="2817958" y="2405946"/>
            <a:ext cx="1372" cy="281282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a gomito 36">
            <a:extLst>
              <a:ext uri="{FF2B5EF4-FFF2-40B4-BE49-F238E27FC236}">
                <a16:creationId xmlns:a16="http://schemas.microsoft.com/office/drawing/2014/main" id="{282C58A3-E1BE-F3C7-827A-843F80ABE92F}"/>
              </a:ext>
            </a:extLst>
          </p:cNvPr>
          <p:cNvCxnSpPr>
            <a:cxnSpLocks/>
          </p:cNvCxnSpPr>
          <p:nvPr/>
        </p:nvCxnSpPr>
        <p:spPr>
          <a:xfrm>
            <a:off x="3009201" y="2140501"/>
            <a:ext cx="349920" cy="659650"/>
          </a:xfrm>
          <a:prstGeom prst="bentConnector3">
            <a:avLst/>
          </a:prstGeom>
          <a:ln w="28575">
            <a:solidFill>
              <a:schemeClr val="accent3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e 55">
            <a:extLst>
              <a:ext uri="{FF2B5EF4-FFF2-40B4-BE49-F238E27FC236}">
                <a16:creationId xmlns:a16="http://schemas.microsoft.com/office/drawing/2014/main" id="{2A984A47-9BA9-A855-3203-BD067E1AA9D1}"/>
              </a:ext>
            </a:extLst>
          </p:cNvPr>
          <p:cNvSpPr/>
          <p:nvPr/>
        </p:nvSpPr>
        <p:spPr>
          <a:xfrm>
            <a:off x="451234" y="4945295"/>
            <a:ext cx="262902" cy="250734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79424820-6196-F04F-4AEB-C2EA6FCBE437}"/>
              </a:ext>
            </a:extLst>
          </p:cNvPr>
          <p:cNvSpPr/>
          <p:nvPr/>
        </p:nvSpPr>
        <p:spPr>
          <a:xfrm>
            <a:off x="451234" y="4245849"/>
            <a:ext cx="262902" cy="25073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1391FC66-2BC4-99B9-841E-6A0738B4ACE1}"/>
              </a:ext>
            </a:extLst>
          </p:cNvPr>
          <p:cNvCxnSpPr>
            <a:cxnSpLocks/>
          </p:cNvCxnSpPr>
          <p:nvPr/>
        </p:nvCxnSpPr>
        <p:spPr>
          <a:xfrm>
            <a:off x="2878393" y="1975010"/>
            <a:ext cx="559520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oogle Shape;1618;p10">
            <a:extLst>
              <a:ext uri="{FF2B5EF4-FFF2-40B4-BE49-F238E27FC236}">
                <a16:creationId xmlns:a16="http://schemas.microsoft.com/office/drawing/2014/main" id="{04DA4D13-D49E-2584-EC6A-734F6EB1419A}"/>
              </a:ext>
            </a:extLst>
          </p:cNvPr>
          <p:cNvGrpSpPr/>
          <p:nvPr/>
        </p:nvGrpSpPr>
        <p:grpSpPr>
          <a:xfrm>
            <a:off x="1325485" y="2772589"/>
            <a:ext cx="294543" cy="238560"/>
            <a:chOff x="2989350" y="0"/>
            <a:chExt cx="677390" cy="548640"/>
          </a:xfrm>
        </p:grpSpPr>
        <p:grpSp>
          <p:nvGrpSpPr>
            <p:cNvPr id="80" name="Google Shape;1620;p10">
              <a:extLst>
                <a:ext uri="{FF2B5EF4-FFF2-40B4-BE49-F238E27FC236}">
                  <a16:creationId xmlns:a16="http://schemas.microsoft.com/office/drawing/2014/main" id="{35D7F959-62FE-04EA-846A-277E7BBED482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116" name="Google Shape;1621;p10">
                <a:extLst>
                  <a:ext uri="{FF2B5EF4-FFF2-40B4-BE49-F238E27FC236}">
                    <a16:creationId xmlns:a16="http://schemas.microsoft.com/office/drawing/2014/main" id="{C959AA86-2ABF-37DE-1AD5-7B1FBDC43B8A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622;p10">
                <a:extLst>
                  <a:ext uri="{FF2B5EF4-FFF2-40B4-BE49-F238E27FC236}">
                    <a16:creationId xmlns:a16="http://schemas.microsoft.com/office/drawing/2014/main" id="{21425D4D-FD48-0F6A-618A-9F1EF46D24B1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623;p10">
                <a:extLst>
                  <a:ext uri="{FF2B5EF4-FFF2-40B4-BE49-F238E27FC236}">
                    <a16:creationId xmlns:a16="http://schemas.microsoft.com/office/drawing/2014/main" id="{EFD87725-B90E-D574-3420-D070E90130DD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624;p10">
                <a:extLst>
                  <a:ext uri="{FF2B5EF4-FFF2-40B4-BE49-F238E27FC236}">
                    <a16:creationId xmlns:a16="http://schemas.microsoft.com/office/drawing/2014/main" id="{37FBF6C6-2013-F99F-30F8-48F4FBD57932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625;p10">
                <a:extLst>
                  <a:ext uri="{FF2B5EF4-FFF2-40B4-BE49-F238E27FC236}">
                    <a16:creationId xmlns:a16="http://schemas.microsoft.com/office/drawing/2014/main" id="{7DB8EA59-26FB-5F12-A4A8-173F9158CB46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626;p10">
                <a:extLst>
                  <a:ext uri="{FF2B5EF4-FFF2-40B4-BE49-F238E27FC236}">
                    <a16:creationId xmlns:a16="http://schemas.microsoft.com/office/drawing/2014/main" id="{07DDDEF6-9EE0-E1B9-8D25-FF7B2DC96781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627;p10">
                <a:extLst>
                  <a:ext uri="{FF2B5EF4-FFF2-40B4-BE49-F238E27FC236}">
                    <a16:creationId xmlns:a16="http://schemas.microsoft.com/office/drawing/2014/main" id="{B3BE6AC4-DAE8-26E2-A21C-BC67D8874ECE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628;p10">
                <a:extLst>
                  <a:ext uri="{FF2B5EF4-FFF2-40B4-BE49-F238E27FC236}">
                    <a16:creationId xmlns:a16="http://schemas.microsoft.com/office/drawing/2014/main" id="{92FA4FF3-F67B-0C1C-7CE2-4EDB4698ED1F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629;p10">
                <a:extLst>
                  <a:ext uri="{FF2B5EF4-FFF2-40B4-BE49-F238E27FC236}">
                    <a16:creationId xmlns:a16="http://schemas.microsoft.com/office/drawing/2014/main" id="{33CB141D-0E64-E9B5-11EF-A57AEA1C72BA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630;p10">
                <a:extLst>
                  <a:ext uri="{FF2B5EF4-FFF2-40B4-BE49-F238E27FC236}">
                    <a16:creationId xmlns:a16="http://schemas.microsoft.com/office/drawing/2014/main" id="{EF7DCC56-E592-4428-3497-4839D16BC2ED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" name="Google Shape;1632;p10">
              <a:extLst>
                <a:ext uri="{FF2B5EF4-FFF2-40B4-BE49-F238E27FC236}">
                  <a16:creationId xmlns:a16="http://schemas.microsoft.com/office/drawing/2014/main" id="{ADF76534-F564-848F-C884-BFD5B21C418E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618;p10">
            <a:extLst>
              <a:ext uri="{FF2B5EF4-FFF2-40B4-BE49-F238E27FC236}">
                <a16:creationId xmlns:a16="http://schemas.microsoft.com/office/drawing/2014/main" id="{BF5A516E-2715-C46F-03FD-7664E8AD00D9}"/>
              </a:ext>
            </a:extLst>
          </p:cNvPr>
          <p:cNvGrpSpPr/>
          <p:nvPr/>
        </p:nvGrpSpPr>
        <p:grpSpPr>
          <a:xfrm>
            <a:off x="1120675" y="2021221"/>
            <a:ext cx="294543" cy="238560"/>
            <a:chOff x="2989350" y="0"/>
            <a:chExt cx="677390" cy="548640"/>
          </a:xfrm>
        </p:grpSpPr>
        <p:grpSp>
          <p:nvGrpSpPr>
            <p:cNvPr id="128" name="Google Shape;1620;p10">
              <a:extLst>
                <a:ext uri="{FF2B5EF4-FFF2-40B4-BE49-F238E27FC236}">
                  <a16:creationId xmlns:a16="http://schemas.microsoft.com/office/drawing/2014/main" id="{9E319379-B57E-8AFB-4E68-323FC990C98D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130" name="Google Shape;1621;p10">
                <a:extLst>
                  <a:ext uri="{FF2B5EF4-FFF2-40B4-BE49-F238E27FC236}">
                    <a16:creationId xmlns:a16="http://schemas.microsoft.com/office/drawing/2014/main" id="{A2F639D5-D3CB-9071-B0CD-7C686284BF70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622;p10">
                <a:extLst>
                  <a:ext uri="{FF2B5EF4-FFF2-40B4-BE49-F238E27FC236}">
                    <a16:creationId xmlns:a16="http://schemas.microsoft.com/office/drawing/2014/main" id="{D9EB67AC-C94A-C577-3207-716D95AC4FAA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623;p10">
                <a:extLst>
                  <a:ext uri="{FF2B5EF4-FFF2-40B4-BE49-F238E27FC236}">
                    <a16:creationId xmlns:a16="http://schemas.microsoft.com/office/drawing/2014/main" id="{3C8478F0-D95A-4F40-DAA0-2222CC530A8D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624;p10">
                <a:extLst>
                  <a:ext uri="{FF2B5EF4-FFF2-40B4-BE49-F238E27FC236}">
                    <a16:creationId xmlns:a16="http://schemas.microsoft.com/office/drawing/2014/main" id="{73454302-EF52-FF19-3D44-A373DB942ACA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625;p10">
                <a:extLst>
                  <a:ext uri="{FF2B5EF4-FFF2-40B4-BE49-F238E27FC236}">
                    <a16:creationId xmlns:a16="http://schemas.microsoft.com/office/drawing/2014/main" id="{DD036C03-E141-2A49-DFAB-97325A8797FB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626;p10">
                <a:extLst>
                  <a:ext uri="{FF2B5EF4-FFF2-40B4-BE49-F238E27FC236}">
                    <a16:creationId xmlns:a16="http://schemas.microsoft.com/office/drawing/2014/main" id="{BE865E0A-F5C7-9203-FD2F-096F77B5775E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627;p10">
                <a:extLst>
                  <a:ext uri="{FF2B5EF4-FFF2-40B4-BE49-F238E27FC236}">
                    <a16:creationId xmlns:a16="http://schemas.microsoft.com/office/drawing/2014/main" id="{0FF5A648-E924-0863-6A1A-EF2B398B7A91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628;p10">
                <a:extLst>
                  <a:ext uri="{FF2B5EF4-FFF2-40B4-BE49-F238E27FC236}">
                    <a16:creationId xmlns:a16="http://schemas.microsoft.com/office/drawing/2014/main" id="{B68989DF-E43C-7D61-D616-0CE4F5C6726F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629;p10">
                <a:extLst>
                  <a:ext uri="{FF2B5EF4-FFF2-40B4-BE49-F238E27FC236}">
                    <a16:creationId xmlns:a16="http://schemas.microsoft.com/office/drawing/2014/main" id="{8E4D634E-1F77-E050-808A-C870E48704AF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630;p10">
                <a:extLst>
                  <a:ext uri="{FF2B5EF4-FFF2-40B4-BE49-F238E27FC236}">
                    <a16:creationId xmlns:a16="http://schemas.microsoft.com/office/drawing/2014/main" id="{D8DC7290-6AF1-E04D-D998-4762CC84443E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" name="Google Shape;1632;p10">
              <a:extLst>
                <a:ext uri="{FF2B5EF4-FFF2-40B4-BE49-F238E27FC236}">
                  <a16:creationId xmlns:a16="http://schemas.microsoft.com/office/drawing/2014/main" id="{8F4B8E8E-66BB-838F-CC48-0329C25E85D0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618;p10">
            <a:extLst>
              <a:ext uri="{FF2B5EF4-FFF2-40B4-BE49-F238E27FC236}">
                <a16:creationId xmlns:a16="http://schemas.microsoft.com/office/drawing/2014/main" id="{9D2F5E75-925A-2EE7-8A40-4DCA020BDF09}"/>
              </a:ext>
            </a:extLst>
          </p:cNvPr>
          <p:cNvGrpSpPr/>
          <p:nvPr/>
        </p:nvGrpSpPr>
        <p:grpSpPr>
          <a:xfrm>
            <a:off x="1138834" y="2402444"/>
            <a:ext cx="294543" cy="238560"/>
            <a:chOff x="2989350" y="0"/>
            <a:chExt cx="677390" cy="548640"/>
          </a:xfrm>
        </p:grpSpPr>
        <p:grpSp>
          <p:nvGrpSpPr>
            <p:cNvPr id="144" name="Google Shape;1620;p10">
              <a:extLst>
                <a:ext uri="{FF2B5EF4-FFF2-40B4-BE49-F238E27FC236}">
                  <a16:creationId xmlns:a16="http://schemas.microsoft.com/office/drawing/2014/main" id="{BE866B3F-B45B-693D-2916-B6375EC1FEB1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146" name="Google Shape;1621;p10">
                <a:extLst>
                  <a:ext uri="{FF2B5EF4-FFF2-40B4-BE49-F238E27FC236}">
                    <a16:creationId xmlns:a16="http://schemas.microsoft.com/office/drawing/2014/main" id="{711AF6AC-FC21-A423-E7D5-6EA0C4DED827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622;p10">
                <a:extLst>
                  <a:ext uri="{FF2B5EF4-FFF2-40B4-BE49-F238E27FC236}">
                    <a16:creationId xmlns:a16="http://schemas.microsoft.com/office/drawing/2014/main" id="{95709B09-0BDF-38F9-835A-D0A2BF807627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623;p10">
                <a:extLst>
                  <a:ext uri="{FF2B5EF4-FFF2-40B4-BE49-F238E27FC236}">
                    <a16:creationId xmlns:a16="http://schemas.microsoft.com/office/drawing/2014/main" id="{F0566CEC-056E-6B26-4E27-A70C61101A24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624;p10">
                <a:extLst>
                  <a:ext uri="{FF2B5EF4-FFF2-40B4-BE49-F238E27FC236}">
                    <a16:creationId xmlns:a16="http://schemas.microsoft.com/office/drawing/2014/main" id="{7F9AE87A-A99D-E8BE-2532-1B6DEB09AF89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625;p10">
                <a:extLst>
                  <a:ext uri="{FF2B5EF4-FFF2-40B4-BE49-F238E27FC236}">
                    <a16:creationId xmlns:a16="http://schemas.microsoft.com/office/drawing/2014/main" id="{C686CB9B-CDC0-BE25-833B-017977241CE2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626;p10">
                <a:extLst>
                  <a:ext uri="{FF2B5EF4-FFF2-40B4-BE49-F238E27FC236}">
                    <a16:creationId xmlns:a16="http://schemas.microsoft.com/office/drawing/2014/main" id="{47EACFFA-E004-3E78-F8FF-744DB752FBF4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627;p10">
                <a:extLst>
                  <a:ext uri="{FF2B5EF4-FFF2-40B4-BE49-F238E27FC236}">
                    <a16:creationId xmlns:a16="http://schemas.microsoft.com/office/drawing/2014/main" id="{8C4CD7A4-0759-FE48-2A90-FDA427EB5230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628;p10">
                <a:extLst>
                  <a:ext uri="{FF2B5EF4-FFF2-40B4-BE49-F238E27FC236}">
                    <a16:creationId xmlns:a16="http://schemas.microsoft.com/office/drawing/2014/main" id="{0FEC7B72-0448-32F5-8BE6-1EA0ED83F2B4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629;p10">
                <a:extLst>
                  <a:ext uri="{FF2B5EF4-FFF2-40B4-BE49-F238E27FC236}">
                    <a16:creationId xmlns:a16="http://schemas.microsoft.com/office/drawing/2014/main" id="{86F9DD1C-5557-DEA4-A9EE-1B455D97E973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630;p10">
                <a:extLst>
                  <a:ext uri="{FF2B5EF4-FFF2-40B4-BE49-F238E27FC236}">
                    <a16:creationId xmlns:a16="http://schemas.microsoft.com/office/drawing/2014/main" id="{C4B73B6A-EBB8-E47A-D277-D43C6C020BD5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" name="Google Shape;1632;p10">
              <a:extLst>
                <a:ext uri="{FF2B5EF4-FFF2-40B4-BE49-F238E27FC236}">
                  <a16:creationId xmlns:a16="http://schemas.microsoft.com/office/drawing/2014/main" id="{A613FB68-C5FC-2172-4443-DDD4CA72D7EA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618;p10">
            <a:extLst>
              <a:ext uri="{FF2B5EF4-FFF2-40B4-BE49-F238E27FC236}">
                <a16:creationId xmlns:a16="http://schemas.microsoft.com/office/drawing/2014/main" id="{D20C4EBA-BEEA-F380-8738-1AEEE896AF5C}"/>
              </a:ext>
            </a:extLst>
          </p:cNvPr>
          <p:cNvGrpSpPr/>
          <p:nvPr/>
        </p:nvGrpSpPr>
        <p:grpSpPr>
          <a:xfrm>
            <a:off x="2213168" y="2243015"/>
            <a:ext cx="294543" cy="238560"/>
            <a:chOff x="2989350" y="0"/>
            <a:chExt cx="677390" cy="548640"/>
          </a:xfrm>
        </p:grpSpPr>
        <p:grpSp>
          <p:nvGrpSpPr>
            <p:cNvPr id="158" name="Google Shape;1620;p10">
              <a:extLst>
                <a:ext uri="{FF2B5EF4-FFF2-40B4-BE49-F238E27FC236}">
                  <a16:creationId xmlns:a16="http://schemas.microsoft.com/office/drawing/2014/main" id="{F9AA3333-BD7C-6B65-BC49-68E1AD794808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160" name="Google Shape;1621;p10">
                <a:extLst>
                  <a:ext uri="{FF2B5EF4-FFF2-40B4-BE49-F238E27FC236}">
                    <a16:creationId xmlns:a16="http://schemas.microsoft.com/office/drawing/2014/main" id="{15979181-94E7-684D-42CA-B6C42EE954E8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22;p10">
                <a:extLst>
                  <a:ext uri="{FF2B5EF4-FFF2-40B4-BE49-F238E27FC236}">
                    <a16:creationId xmlns:a16="http://schemas.microsoft.com/office/drawing/2014/main" id="{7D3234FF-65FC-8C1C-8C97-803971EF7224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3;p10">
                <a:extLst>
                  <a:ext uri="{FF2B5EF4-FFF2-40B4-BE49-F238E27FC236}">
                    <a16:creationId xmlns:a16="http://schemas.microsoft.com/office/drawing/2014/main" id="{C83655CB-11C6-2E1B-1774-0E2ACE283AD3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24;p10">
                <a:extLst>
                  <a:ext uri="{FF2B5EF4-FFF2-40B4-BE49-F238E27FC236}">
                    <a16:creationId xmlns:a16="http://schemas.microsoft.com/office/drawing/2014/main" id="{5D8E4B42-8CEA-4140-FFC8-D9FA7C8C136C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25;p10">
                <a:extLst>
                  <a:ext uri="{FF2B5EF4-FFF2-40B4-BE49-F238E27FC236}">
                    <a16:creationId xmlns:a16="http://schemas.microsoft.com/office/drawing/2014/main" id="{83371462-629E-5FEA-D9C3-B71FE040C036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26;p10">
                <a:extLst>
                  <a:ext uri="{FF2B5EF4-FFF2-40B4-BE49-F238E27FC236}">
                    <a16:creationId xmlns:a16="http://schemas.microsoft.com/office/drawing/2014/main" id="{5FFD3CF5-052A-0F39-5228-95A94985223D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27;p10">
                <a:extLst>
                  <a:ext uri="{FF2B5EF4-FFF2-40B4-BE49-F238E27FC236}">
                    <a16:creationId xmlns:a16="http://schemas.microsoft.com/office/drawing/2014/main" id="{4C558B43-C28A-A434-2B9A-E09C5EC10709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28;p10">
                <a:extLst>
                  <a:ext uri="{FF2B5EF4-FFF2-40B4-BE49-F238E27FC236}">
                    <a16:creationId xmlns:a16="http://schemas.microsoft.com/office/drawing/2014/main" id="{B4E79834-7A2C-4D54-4B19-B99EC21D1677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29;p10">
                <a:extLst>
                  <a:ext uri="{FF2B5EF4-FFF2-40B4-BE49-F238E27FC236}">
                    <a16:creationId xmlns:a16="http://schemas.microsoft.com/office/drawing/2014/main" id="{CF7FB9F3-C671-85BE-A7BC-AB8CA743525A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630;p10">
                <a:extLst>
                  <a:ext uri="{FF2B5EF4-FFF2-40B4-BE49-F238E27FC236}">
                    <a16:creationId xmlns:a16="http://schemas.microsoft.com/office/drawing/2014/main" id="{B579B903-8604-0084-78C9-49A4CF0C77CC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" name="Google Shape;1632;p10">
              <a:extLst>
                <a:ext uri="{FF2B5EF4-FFF2-40B4-BE49-F238E27FC236}">
                  <a16:creationId xmlns:a16="http://schemas.microsoft.com/office/drawing/2014/main" id="{DB9DD66F-042C-BD68-3BC8-CF200F3785EF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" name="Google Shape;1618;p10">
            <a:extLst>
              <a:ext uri="{FF2B5EF4-FFF2-40B4-BE49-F238E27FC236}">
                <a16:creationId xmlns:a16="http://schemas.microsoft.com/office/drawing/2014/main" id="{BEC2DBCC-1C7D-0DC2-1E6A-D0A5D74739B3}"/>
              </a:ext>
            </a:extLst>
          </p:cNvPr>
          <p:cNvGrpSpPr/>
          <p:nvPr/>
        </p:nvGrpSpPr>
        <p:grpSpPr>
          <a:xfrm>
            <a:off x="2490086" y="2409452"/>
            <a:ext cx="294543" cy="238560"/>
            <a:chOff x="2989350" y="0"/>
            <a:chExt cx="677390" cy="548640"/>
          </a:xfrm>
        </p:grpSpPr>
        <p:grpSp>
          <p:nvGrpSpPr>
            <p:cNvPr id="172" name="Google Shape;1620;p10">
              <a:extLst>
                <a:ext uri="{FF2B5EF4-FFF2-40B4-BE49-F238E27FC236}">
                  <a16:creationId xmlns:a16="http://schemas.microsoft.com/office/drawing/2014/main" id="{DC52A76C-9F01-82C6-4668-2120799335EF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174" name="Google Shape;1621;p10">
                <a:extLst>
                  <a:ext uri="{FF2B5EF4-FFF2-40B4-BE49-F238E27FC236}">
                    <a16:creationId xmlns:a16="http://schemas.microsoft.com/office/drawing/2014/main" id="{95E4C9F5-5198-AE8D-D1C5-03E72DF45AEA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622;p10">
                <a:extLst>
                  <a:ext uri="{FF2B5EF4-FFF2-40B4-BE49-F238E27FC236}">
                    <a16:creationId xmlns:a16="http://schemas.microsoft.com/office/drawing/2014/main" id="{BF973311-B155-65A5-A9B9-0F983143E51F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623;p10">
                <a:extLst>
                  <a:ext uri="{FF2B5EF4-FFF2-40B4-BE49-F238E27FC236}">
                    <a16:creationId xmlns:a16="http://schemas.microsoft.com/office/drawing/2014/main" id="{0EAE34B7-B282-A9D3-FC8E-E34FBCDA4169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624;p10">
                <a:extLst>
                  <a:ext uri="{FF2B5EF4-FFF2-40B4-BE49-F238E27FC236}">
                    <a16:creationId xmlns:a16="http://schemas.microsoft.com/office/drawing/2014/main" id="{8D15AD48-2138-0A09-0732-D8217A89BE34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625;p10">
                <a:extLst>
                  <a:ext uri="{FF2B5EF4-FFF2-40B4-BE49-F238E27FC236}">
                    <a16:creationId xmlns:a16="http://schemas.microsoft.com/office/drawing/2014/main" id="{8AF50CE8-908B-3E4F-E624-6CC5FA5E036C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626;p10">
                <a:extLst>
                  <a:ext uri="{FF2B5EF4-FFF2-40B4-BE49-F238E27FC236}">
                    <a16:creationId xmlns:a16="http://schemas.microsoft.com/office/drawing/2014/main" id="{D319249D-CCBF-5CE4-2ADF-B3C1DF323CE0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627;p10">
                <a:extLst>
                  <a:ext uri="{FF2B5EF4-FFF2-40B4-BE49-F238E27FC236}">
                    <a16:creationId xmlns:a16="http://schemas.microsoft.com/office/drawing/2014/main" id="{74C786DD-4206-9DED-9E0D-F10585666F58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628;p10">
                <a:extLst>
                  <a:ext uri="{FF2B5EF4-FFF2-40B4-BE49-F238E27FC236}">
                    <a16:creationId xmlns:a16="http://schemas.microsoft.com/office/drawing/2014/main" id="{8D24C67E-6B9E-2455-1D82-32C9C432AD73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629;p10">
                <a:extLst>
                  <a:ext uri="{FF2B5EF4-FFF2-40B4-BE49-F238E27FC236}">
                    <a16:creationId xmlns:a16="http://schemas.microsoft.com/office/drawing/2014/main" id="{A36A3E65-CBCD-93C1-600D-139834110FBD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630;p10">
                <a:extLst>
                  <a:ext uri="{FF2B5EF4-FFF2-40B4-BE49-F238E27FC236}">
                    <a16:creationId xmlns:a16="http://schemas.microsoft.com/office/drawing/2014/main" id="{7BA31B74-1078-4973-323D-55DD79CCD47D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632;p10">
              <a:extLst>
                <a:ext uri="{FF2B5EF4-FFF2-40B4-BE49-F238E27FC236}">
                  <a16:creationId xmlns:a16="http://schemas.microsoft.com/office/drawing/2014/main" id="{132B2308-E2B8-E505-9858-1FC2C63492F5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618;p10">
            <a:extLst>
              <a:ext uri="{FF2B5EF4-FFF2-40B4-BE49-F238E27FC236}">
                <a16:creationId xmlns:a16="http://schemas.microsoft.com/office/drawing/2014/main" id="{6796111C-CB41-287D-14DA-EFD736500094}"/>
              </a:ext>
            </a:extLst>
          </p:cNvPr>
          <p:cNvGrpSpPr/>
          <p:nvPr/>
        </p:nvGrpSpPr>
        <p:grpSpPr>
          <a:xfrm>
            <a:off x="3000588" y="1537851"/>
            <a:ext cx="294543" cy="238560"/>
            <a:chOff x="2989350" y="0"/>
            <a:chExt cx="677390" cy="548640"/>
          </a:xfrm>
        </p:grpSpPr>
        <p:grpSp>
          <p:nvGrpSpPr>
            <p:cNvPr id="188" name="Google Shape;1620;p10">
              <a:extLst>
                <a:ext uri="{FF2B5EF4-FFF2-40B4-BE49-F238E27FC236}">
                  <a16:creationId xmlns:a16="http://schemas.microsoft.com/office/drawing/2014/main" id="{8631012D-9A4F-5DD8-40E0-8476ED0CFA52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191" name="Google Shape;1621;p10">
                <a:extLst>
                  <a:ext uri="{FF2B5EF4-FFF2-40B4-BE49-F238E27FC236}">
                    <a16:creationId xmlns:a16="http://schemas.microsoft.com/office/drawing/2014/main" id="{B4CF86A7-7CB7-3D08-41F8-2C6ED7CEDE91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622;p10">
                <a:extLst>
                  <a:ext uri="{FF2B5EF4-FFF2-40B4-BE49-F238E27FC236}">
                    <a16:creationId xmlns:a16="http://schemas.microsoft.com/office/drawing/2014/main" id="{6B381343-B419-04C0-D499-440D2B758426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623;p10">
                <a:extLst>
                  <a:ext uri="{FF2B5EF4-FFF2-40B4-BE49-F238E27FC236}">
                    <a16:creationId xmlns:a16="http://schemas.microsoft.com/office/drawing/2014/main" id="{C49D9C6F-10C2-A5F7-0C75-C723217EE61C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624;p10">
                <a:extLst>
                  <a:ext uri="{FF2B5EF4-FFF2-40B4-BE49-F238E27FC236}">
                    <a16:creationId xmlns:a16="http://schemas.microsoft.com/office/drawing/2014/main" id="{F9FA35A1-ACF7-96A8-B9AC-C4DC4374DA0C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625;p10">
                <a:extLst>
                  <a:ext uri="{FF2B5EF4-FFF2-40B4-BE49-F238E27FC236}">
                    <a16:creationId xmlns:a16="http://schemas.microsoft.com/office/drawing/2014/main" id="{B83E819F-4233-4EF4-8D66-A520F30CE7D4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1626;p10">
                <a:extLst>
                  <a:ext uri="{FF2B5EF4-FFF2-40B4-BE49-F238E27FC236}">
                    <a16:creationId xmlns:a16="http://schemas.microsoft.com/office/drawing/2014/main" id="{A753D232-B1F4-F29D-DABB-1EB232EFC14F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1627;p10">
                <a:extLst>
                  <a:ext uri="{FF2B5EF4-FFF2-40B4-BE49-F238E27FC236}">
                    <a16:creationId xmlns:a16="http://schemas.microsoft.com/office/drawing/2014/main" id="{DF9AC3B2-9D55-DF95-94E7-CC114E87A479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1628;p10">
                <a:extLst>
                  <a:ext uri="{FF2B5EF4-FFF2-40B4-BE49-F238E27FC236}">
                    <a16:creationId xmlns:a16="http://schemas.microsoft.com/office/drawing/2014/main" id="{1825EC65-9B14-098B-EDFE-992ABF82F495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1629;p10">
                <a:extLst>
                  <a:ext uri="{FF2B5EF4-FFF2-40B4-BE49-F238E27FC236}">
                    <a16:creationId xmlns:a16="http://schemas.microsoft.com/office/drawing/2014/main" id="{210FB7E9-F23B-E642-C135-84AC7648EC08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1630;p10">
                <a:extLst>
                  <a:ext uri="{FF2B5EF4-FFF2-40B4-BE49-F238E27FC236}">
                    <a16:creationId xmlns:a16="http://schemas.microsoft.com/office/drawing/2014/main" id="{39ED3CA4-9BD9-F801-9EFB-65F4E37178D0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" name="Google Shape;1632;p10">
              <a:extLst>
                <a:ext uri="{FF2B5EF4-FFF2-40B4-BE49-F238E27FC236}">
                  <a16:creationId xmlns:a16="http://schemas.microsoft.com/office/drawing/2014/main" id="{FB028261-F9D2-E4DB-0AC4-9C633255D361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1618;p10">
            <a:extLst>
              <a:ext uri="{FF2B5EF4-FFF2-40B4-BE49-F238E27FC236}">
                <a16:creationId xmlns:a16="http://schemas.microsoft.com/office/drawing/2014/main" id="{F55443E5-D0A6-F60B-C72A-9DAC39CBB8BE}"/>
              </a:ext>
            </a:extLst>
          </p:cNvPr>
          <p:cNvGrpSpPr/>
          <p:nvPr/>
        </p:nvGrpSpPr>
        <p:grpSpPr>
          <a:xfrm>
            <a:off x="3185641" y="2375894"/>
            <a:ext cx="294543" cy="238560"/>
            <a:chOff x="2989350" y="0"/>
            <a:chExt cx="677390" cy="548640"/>
          </a:xfrm>
        </p:grpSpPr>
        <p:grpSp>
          <p:nvGrpSpPr>
            <p:cNvPr id="210" name="Google Shape;1620;p10">
              <a:extLst>
                <a:ext uri="{FF2B5EF4-FFF2-40B4-BE49-F238E27FC236}">
                  <a16:creationId xmlns:a16="http://schemas.microsoft.com/office/drawing/2014/main" id="{22F1E0AF-FE79-3717-093F-BEB592619FF3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212" name="Google Shape;1621;p10">
                <a:extLst>
                  <a:ext uri="{FF2B5EF4-FFF2-40B4-BE49-F238E27FC236}">
                    <a16:creationId xmlns:a16="http://schemas.microsoft.com/office/drawing/2014/main" id="{8A461289-4D41-EF8E-E73F-6A5B3C558200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1622;p10">
                <a:extLst>
                  <a:ext uri="{FF2B5EF4-FFF2-40B4-BE49-F238E27FC236}">
                    <a16:creationId xmlns:a16="http://schemas.microsoft.com/office/drawing/2014/main" id="{9ABFE2FA-3038-9D34-750E-8FB23C478640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1623;p10">
                <a:extLst>
                  <a:ext uri="{FF2B5EF4-FFF2-40B4-BE49-F238E27FC236}">
                    <a16:creationId xmlns:a16="http://schemas.microsoft.com/office/drawing/2014/main" id="{E2AF4D46-017E-CD96-95D1-F8DAD791349D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1624;p10">
                <a:extLst>
                  <a:ext uri="{FF2B5EF4-FFF2-40B4-BE49-F238E27FC236}">
                    <a16:creationId xmlns:a16="http://schemas.microsoft.com/office/drawing/2014/main" id="{B6C088F7-0AFF-7BE4-9D7E-60C76D0B593F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1625;p10">
                <a:extLst>
                  <a:ext uri="{FF2B5EF4-FFF2-40B4-BE49-F238E27FC236}">
                    <a16:creationId xmlns:a16="http://schemas.microsoft.com/office/drawing/2014/main" id="{45099980-E14F-95A4-A5F3-3D4BF6D5C95B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1626;p10">
                <a:extLst>
                  <a:ext uri="{FF2B5EF4-FFF2-40B4-BE49-F238E27FC236}">
                    <a16:creationId xmlns:a16="http://schemas.microsoft.com/office/drawing/2014/main" id="{3A4018C3-1C50-2EC1-6D0D-D8BE65868DC2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1627;p10">
                <a:extLst>
                  <a:ext uri="{FF2B5EF4-FFF2-40B4-BE49-F238E27FC236}">
                    <a16:creationId xmlns:a16="http://schemas.microsoft.com/office/drawing/2014/main" id="{7D40E04B-C8C7-C69F-74A8-6EA806E86943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1628;p10">
                <a:extLst>
                  <a:ext uri="{FF2B5EF4-FFF2-40B4-BE49-F238E27FC236}">
                    <a16:creationId xmlns:a16="http://schemas.microsoft.com/office/drawing/2014/main" id="{FC57380B-CBCC-7F96-814F-A04341CA05D6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1629;p10">
                <a:extLst>
                  <a:ext uri="{FF2B5EF4-FFF2-40B4-BE49-F238E27FC236}">
                    <a16:creationId xmlns:a16="http://schemas.microsoft.com/office/drawing/2014/main" id="{7B1E07E4-1DF1-0F9E-2B65-879B6517090B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1630;p10">
                <a:extLst>
                  <a:ext uri="{FF2B5EF4-FFF2-40B4-BE49-F238E27FC236}">
                    <a16:creationId xmlns:a16="http://schemas.microsoft.com/office/drawing/2014/main" id="{4F43462B-DADF-D9AC-E1B5-14B40DDECE23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1" name="Google Shape;1632;p10">
              <a:extLst>
                <a:ext uri="{FF2B5EF4-FFF2-40B4-BE49-F238E27FC236}">
                  <a16:creationId xmlns:a16="http://schemas.microsoft.com/office/drawing/2014/main" id="{DA1E08C8-5494-21B3-CC0F-8ACEFEC4B78C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1618;p10">
            <a:extLst>
              <a:ext uri="{FF2B5EF4-FFF2-40B4-BE49-F238E27FC236}">
                <a16:creationId xmlns:a16="http://schemas.microsoft.com/office/drawing/2014/main" id="{DBC744A2-22FA-6735-57CF-3AD078858241}"/>
              </a:ext>
            </a:extLst>
          </p:cNvPr>
          <p:cNvGrpSpPr/>
          <p:nvPr/>
        </p:nvGrpSpPr>
        <p:grpSpPr>
          <a:xfrm>
            <a:off x="3754998" y="2594286"/>
            <a:ext cx="294543" cy="238560"/>
            <a:chOff x="2989350" y="0"/>
            <a:chExt cx="677390" cy="548640"/>
          </a:xfrm>
        </p:grpSpPr>
        <p:grpSp>
          <p:nvGrpSpPr>
            <p:cNvPr id="223" name="Google Shape;1620;p10">
              <a:extLst>
                <a:ext uri="{FF2B5EF4-FFF2-40B4-BE49-F238E27FC236}">
                  <a16:creationId xmlns:a16="http://schemas.microsoft.com/office/drawing/2014/main" id="{8E964C3D-4008-552E-C4CC-568100D75F72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225" name="Google Shape;1621;p10">
                <a:extLst>
                  <a:ext uri="{FF2B5EF4-FFF2-40B4-BE49-F238E27FC236}">
                    <a16:creationId xmlns:a16="http://schemas.microsoft.com/office/drawing/2014/main" id="{4F80A291-56F8-447D-5365-367BDB68D539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1622;p10">
                <a:extLst>
                  <a:ext uri="{FF2B5EF4-FFF2-40B4-BE49-F238E27FC236}">
                    <a16:creationId xmlns:a16="http://schemas.microsoft.com/office/drawing/2014/main" id="{DBB838D4-C6B1-621D-0E21-4E8F8CBABDCE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1623;p10">
                <a:extLst>
                  <a:ext uri="{FF2B5EF4-FFF2-40B4-BE49-F238E27FC236}">
                    <a16:creationId xmlns:a16="http://schemas.microsoft.com/office/drawing/2014/main" id="{9622332D-DB4A-974D-B6B0-D757623F5677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1624;p10">
                <a:extLst>
                  <a:ext uri="{FF2B5EF4-FFF2-40B4-BE49-F238E27FC236}">
                    <a16:creationId xmlns:a16="http://schemas.microsoft.com/office/drawing/2014/main" id="{962AB71C-5B80-6E90-372F-0BF440A87EE5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1625;p10">
                <a:extLst>
                  <a:ext uri="{FF2B5EF4-FFF2-40B4-BE49-F238E27FC236}">
                    <a16:creationId xmlns:a16="http://schemas.microsoft.com/office/drawing/2014/main" id="{157FBC78-9A2A-2A8D-48B1-D388D7225DF7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1626;p10">
                <a:extLst>
                  <a:ext uri="{FF2B5EF4-FFF2-40B4-BE49-F238E27FC236}">
                    <a16:creationId xmlns:a16="http://schemas.microsoft.com/office/drawing/2014/main" id="{74B71905-CC22-A354-CCAD-01F3E06B85B2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1627;p10">
                <a:extLst>
                  <a:ext uri="{FF2B5EF4-FFF2-40B4-BE49-F238E27FC236}">
                    <a16:creationId xmlns:a16="http://schemas.microsoft.com/office/drawing/2014/main" id="{2BD186F1-2A60-72C7-612A-4661712CA566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1628;p10">
                <a:extLst>
                  <a:ext uri="{FF2B5EF4-FFF2-40B4-BE49-F238E27FC236}">
                    <a16:creationId xmlns:a16="http://schemas.microsoft.com/office/drawing/2014/main" id="{1E57EF53-88A0-4761-BDC8-E176B835F2F3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1629;p10">
                <a:extLst>
                  <a:ext uri="{FF2B5EF4-FFF2-40B4-BE49-F238E27FC236}">
                    <a16:creationId xmlns:a16="http://schemas.microsoft.com/office/drawing/2014/main" id="{BDB21262-0397-A1A9-4F70-A6DDF351C6F1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1630;p10">
                <a:extLst>
                  <a:ext uri="{FF2B5EF4-FFF2-40B4-BE49-F238E27FC236}">
                    <a16:creationId xmlns:a16="http://schemas.microsoft.com/office/drawing/2014/main" id="{0932909A-B542-0E03-1CFD-A3EA967C2054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4" name="Google Shape;1632;p10">
              <a:extLst>
                <a:ext uri="{FF2B5EF4-FFF2-40B4-BE49-F238E27FC236}">
                  <a16:creationId xmlns:a16="http://schemas.microsoft.com/office/drawing/2014/main" id="{5FB17597-6521-68ED-1E6F-7465A83020A0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144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/>
      <p:bldP spid="56" grpId="0" uiExpand="1" animBg="1"/>
      <p:bldP spid="58" grpId="0" uiExpan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98CE-2F12-C81C-4C08-B38F181B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695CBB-B784-E3B5-3909-CE2A282E4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NSF Rule Configuration</a:t>
            </a:r>
          </a:p>
        </p:txBody>
      </p:sp>
      <p:grpSp>
        <p:nvGrpSpPr>
          <p:cNvPr id="203" name="Gruppo 202">
            <a:extLst>
              <a:ext uri="{FF2B5EF4-FFF2-40B4-BE49-F238E27FC236}">
                <a16:creationId xmlns:a16="http://schemas.microsoft.com/office/drawing/2014/main" id="{7941FCB8-D765-6943-5262-8159DAD32F5D}"/>
              </a:ext>
            </a:extLst>
          </p:cNvPr>
          <p:cNvGrpSpPr/>
          <p:nvPr/>
        </p:nvGrpSpPr>
        <p:grpSpPr>
          <a:xfrm>
            <a:off x="333456" y="1688951"/>
            <a:ext cx="4698209" cy="1539743"/>
            <a:chOff x="1056" y="1113281"/>
            <a:chExt cx="4698209" cy="1539743"/>
          </a:xfrm>
        </p:grpSpPr>
        <p:grpSp>
          <p:nvGrpSpPr>
            <p:cNvPr id="40" name="Google Shape;1604;p10">
              <a:extLst>
                <a:ext uri="{FF2B5EF4-FFF2-40B4-BE49-F238E27FC236}">
                  <a16:creationId xmlns:a16="http://schemas.microsoft.com/office/drawing/2014/main" id="{7494EB36-BB9F-F6A7-6986-B87624EFC781}"/>
                </a:ext>
              </a:extLst>
            </p:cNvPr>
            <p:cNvGrpSpPr/>
            <p:nvPr/>
          </p:nvGrpSpPr>
          <p:grpSpPr>
            <a:xfrm>
              <a:off x="2190837" y="1432369"/>
              <a:ext cx="449341" cy="364878"/>
              <a:chOff x="4352056" y="0"/>
              <a:chExt cx="675640" cy="548640"/>
            </a:xfrm>
          </p:grpSpPr>
          <p:grpSp>
            <p:nvGrpSpPr>
              <p:cNvPr id="43" name="Google Shape;1606;p10">
                <a:extLst>
                  <a:ext uri="{FF2B5EF4-FFF2-40B4-BE49-F238E27FC236}">
                    <a16:creationId xmlns:a16="http://schemas.microsoft.com/office/drawing/2014/main" id="{FB5ED56E-8B90-7E55-4A8A-161EE83F8A9B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45" name="Google Shape;1607;p10">
                  <a:extLst>
                    <a:ext uri="{FF2B5EF4-FFF2-40B4-BE49-F238E27FC236}">
                      <a16:creationId xmlns:a16="http://schemas.microsoft.com/office/drawing/2014/main" id="{FA662E5C-81ED-16E2-7BE4-93227EB6B464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08;p10">
                  <a:extLst>
                    <a:ext uri="{FF2B5EF4-FFF2-40B4-BE49-F238E27FC236}">
                      <a16:creationId xmlns:a16="http://schemas.microsoft.com/office/drawing/2014/main" id="{F10625AB-69B6-ED41-748B-A508149792D8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" name="Google Shape;1609;p10">
                  <a:extLst>
                    <a:ext uri="{FF2B5EF4-FFF2-40B4-BE49-F238E27FC236}">
                      <a16:creationId xmlns:a16="http://schemas.microsoft.com/office/drawing/2014/main" id="{F79BE82B-D4F0-A894-3DF5-F8B191F9DBF3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8" name="Google Shape;1610;p10">
                  <a:extLst>
                    <a:ext uri="{FF2B5EF4-FFF2-40B4-BE49-F238E27FC236}">
                      <a16:creationId xmlns:a16="http://schemas.microsoft.com/office/drawing/2014/main" id="{DBCA8098-3FC5-135E-2567-D62CEBBD8818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" name="Google Shape;1611;p10">
                  <a:extLst>
                    <a:ext uri="{FF2B5EF4-FFF2-40B4-BE49-F238E27FC236}">
                      <a16:creationId xmlns:a16="http://schemas.microsoft.com/office/drawing/2014/main" id="{6CC87C8A-8369-D982-A246-BE962393F492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0" name="Google Shape;1612;p10">
                  <a:extLst>
                    <a:ext uri="{FF2B5EF4-FFF2-40B4-BE49-F238E27FC236}">
                      <a16:creationId xmlns:a16="http://schemas.microsoft.com/office/drawing/2014/main" id="{B596985D-B555-34F4-AF25-F842AF6591C6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1" name="Google Shape;1613;p10">
                  <a:extLst>
                    <a:ext uri="{FF2B5EF4-FFF2-40B4-BE49-F238E27FC236}">
                      <a16:creationId xmlns:a16="http://schemas.microsoft.com/office/drawing/2014/main" id="{0D889DCD-4E8F-5064-F018-B10A8A5CB03A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2" name="Google Shape;1614;p10">
                  <a:extLst>
                    <a:ext uri="{FF2B5EF4-FFF2-40B4-BE49-F238E27FC236}">
                      <a16:creationId xmlns:a16="http://schemas.microsoft.com/office/drawing/2014/main" id="{6036A72E-620E-8945-969E-6A290B9BCB0F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1615;p10">
                  <a:extLst>
                    <a:ext uri="{FF2B5EF4-FFF2-40B4-BE49-F238E27FC236}">
                      <a16:creationId xmlns:a16="http://schemas.microsoft.com/office/drawing/2014/main" id="{07D3D013-C337-8926-BE09-A69378942663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" name="Google Shape;1617;p10">
                <a:extLst>
                  <a:ext uri="{FF2B5EF4-FFF2-40B4-BE49-F238E27FC236}">
                    <a16:creationId xmlns:a16="http://schemas.microsoft.com/office/drawing/2014/main" id="{E092D4A7-9495-2DF7-B5E9-EEAD6A5D020B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5" name="Google Shape;1415;p7">
              <a:extLst>
                <a:ext uri="{FF2B5EF4-FFF2-40B4-BE49-F238E27FC236}">
                  <a16:creationId xmlns:a16="http://schemas.microsoft.com/office/drawing/2014/main" id="{8B650815-028F-0D24-7265-FA71E77EBE1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5876" y="1195427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1415;p7">
              <a:extLst>
                <a:ext uri="{FF2B5EF4-FFF2-40B4-BE49-F238E27FC236}">
                  <a16:creationId xmlns:a16="http://schemas.microsoft.com/office/drawing/2014/main" id="{18161C59-0D33-8894-E027-D8E7060AA7E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49498" y="1713192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1415;p7">
              <a:extLst>
                <a:ext uri="{FF2B5EF4-FFF2-40B4-BE49-F238E27FC236}">
                  <a16:creationId xmlns:a16="http://schemas.microsoft.com/office/drawing/2014/main" id="{4F545C01-D5F2-2D89-1186-B945E14EB72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5876" y="2272295"/>
              <a:ext cx="432399" cy="3638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380;p1">
              <a:extLst>
                <a:ext uri="{FF2B5EF4-FFF2-40B4-BE49-F238E27FC236}">
                  <a16:creationId xmlns:a16="http://schemas.microsoft.com/office/drawing/2014/main" id="{038F1C5A-84C7-9633-A58A-75FA1974D9E2}"/>
                </a:ext>
              </a:extLst>
            </p:cNvPr>
            <p:cNvSpPr/>
            <p:nvPr/>
          </p:nvSpPr>
          <p:spPr>
            <a:xfrm>
              <a:off x="3174541" y="1113281"/>
              <a:ext cx="678717" cy="38303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380;p1">
              <a:extLst>
                <a:ext uri="{FF2B5EF4-FFF2-40B4-BE49-F238E27FC236}">
                  <a16:creationId xmlns:a16="http://schemas.microsoft.com/office/drawing/2014/main" id="{5C5C0185-C85C-140C-0BBE-33E4D847433E}"/>
                </a:ext>
              </a:extLst>
            </p:cNvPr>
            <p:cNvSpPr/>
            <p:nvPr/>
          </p:nvSpPr>
          <p:spPr>
            <a:xfrm>
              <a:off x="1934312" y="2149927"/>
              <a:ext cx="706983" cy="398990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A124F010-374B-EA6F-18C5-7F7875C201AF}"/>
                </a:ext>
              </a:extLst>
            </p:cNvPr>
            <p:cNvGrpSpPr/>
            <p:nvPr/>
          </p:nvGrpSpPr>
          <p:grpSpPr>
            <a:xfrm>
              <a:off x="3703388" y="1834998"/>
              <a:ext cx="630784" cy="363881"/>
              <a:chOff x="8600187" y="2519609"/>
              <a:chExt cx="1168494" cy="674070"/>
            </a:xfrm>
          </p:grpSpPr>
          <p:grpSp>
            <p:nvGrpSpPr>
              <p:cNvPr id="73" name="Google Shape;457;p2">
                <a:extLst>
                  <a:ext uri="{FF2B5EF4-FFF2-40B4-BE49-F238E27FC236}">
                    <a16:creationId xmlns:a16="http://schemas.microsoft.com/office/drawing/2014/main" id="{D812972F-914D-83E1-8459-28B4274D90B4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75" name="Google Shape;458;p2">
                  <a:extLst>
                    <a:ext uri="{FF2B5EF4-FFF2-40B4-BE49-F238E27FC236}">
                      <a16:creationId xmlns:a16="http://schemas.microsoft.com/office/drawing/2014/main" id="{DEC8A666-0A52-9DE6-4790-67AC2BB50A96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6" name="Google Shape;459;p2">
                  <a:extLst>
                    <a:ext uri="{FF2B5EF4-FFF2-40B4-BE49-F238E27FC236}">
                      <a16:creationId xmlns:a16="http://schemas.microsoft.com/office/drawing/2014/main" id="{DB288902-357B-C7B1-25C9-3F8D4825A8BD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7" name="Google Shape;460;p2">
                  <a:extLst>
                    <a:ext uri="{FF2B5EF4-FFF2-40B4-BE49-F238E27FC236}">
                      <a16:creationId xmlns:a16="http://schemas.microsoft.com/office/drawing/2014/main" id="{47BAEFD5-6159-4F50-1B6F-88DFD0EEAF09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79" name="Google Shape;510;p2">
                <a:extLst>
                  <a:ext uri="{FF2B5EF4-FFF2-40B4-BE49-F238E27FC236}">
                    <a16:creationId xmlns:a16="http://schemas.microsoft.com/office/drawing/2014/main" id="{F7044748-0EBC-9406-388A-EFB6F785FFD9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81" name="Google Shape;511;p2">
                  <a:extLst>
                    <a:ext uri="{FF2B5EF4-FFF2-40B4-BE49-F238E27FC236}">
                      <a16:creationId xmlns:a16="http://schemas.microsoft.com/office/drawing/2014/main" id="{CB287424-338B-63DF-26C0-B7A867B72875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512;p2">
                  <a:extLst>
                    <a:ext uri="{FF2B5EF4-FFF2-40B4-BE49-F238E27FC236}">
                      <a16:creationId xmlns:a16="http://schemas.microsoft.com/office/drawing/2014/main" id="{323C38E2-FF03-CF19-4F09-84DE50F83107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513;p2">
                  <a:extLst>
                    <a:ext uri="{FF2B5EF4-FFF2-40B4-BE49-F238E27FC236}">
                      <a16:creationId xmlns:a16="http://schemas.microsoft.com/office/drawing/2014/main" id="{21BF27BF-D562-A43F-7823-5F8627640A5D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" name="Google Shape;514;p2">
                  <a:extLst>
                    <a:ext uri="{FF2B5EF4-FFF2-40B4-BE49-F238E27FC236}">
                      <a16:creationId xmlns:a16="http://schemas.microsoft.com/office/drawing/2014/main" id="{687867D4-7C09-875C-FE8C-29CDCE358ED1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515;p2">
                  <a:extLst>
                    <a:ext uri="{FF2B5EF4-FFF2-40B4-BE49-F238E27FC236}">
                      <a16:creationId xmlns:a16="http://schemas.microsoft.com/office/drawing/2014/main" id="{E3166C8A-59D3-395C-DF40-A0B5C64D8328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516;p2">
                  <a:extLst>
                    <a:ext uri="{FF2B5EF4-FFF2-40B4-BE49-F238E27FC236}">
                      <a16:creationId xmlns:a16="http://schemas.microsoft.com/office/drawing/2014/main" id="{29C5D104-DB80-A718-496D-1EB45B5F0613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" name="Google Shape;517;p2">
                  <a:extLst>
                    <a:ext uri="{FF2B5EF4-FFF2-40B4-BE49-F238E27FC236}">
                      <a16:creationId xmlns:a16="http://schemas.microsoft.com/office/drawing/2014/main" id="{66821FA0-CE91-780B-521D-2E88F3EE2010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54BFD43A-1D1A-7C0E-94D3-9DFE0DD526D5}"/>
                </a:ext>
              </a:extLst>
            </p:cNvPr>
            <p:cNvGrpSpPr/>
            <p:nvPr/>
          </p:nvGrpSpPr>
          <p:grpSpPr>
            <a:xfrm>
              <a:off x="3703388" y="2289143"/>
              <a:ext cx="630784" cy="363881"/>
              <a:chOff x="8600187" y="2519609"/>
              <a:chExt cx="1168494" cy="674070"/>
            </a:xfrm>
          </p:grpSpPr>
          <p:grpSp>
            <p:nvGrpSpPr>
              <p:cNvPr id="90" name="Google Shape;457;p2">
                <a:extLst>
                  <a:ext uri="{FF2B5EF4-FFF2-40B4-BE49-F238E27FC236}">
                    <a16:creationId xmlns:a16="http://schemas.microsoft.com/office/drawing/2014/main" id="{BE5B72DB-773E-E990-B113-D706D8C7311B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99" name="Google Shape;458;p2">
                  <a:extLst>
                    <a:ext uri="{FF2B5EF4-FFF2-40B4-BE49-F238E27FC236}">
                      <a16:creationId xmlns:a16="http://schemas.microsoft.com/office/drawing/2014/main" id="{7328ED66-D800-1E22-F1DE-54A1C0209E7D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0" name="Google Shape;459;p2">
                  <a:extLst>
                    <a:ext uri="{FF2B5EF4-FFF2-40B4-BE49-F238E27FC236}">
                      <a16:creationId xmlns:a16="http://schemas.microsoft.com/office/drawing/2014/main" id="{2B6A2C2F-9C11-4242-1987-07B8AF7535FB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01" name="Google Shape;460;p2">
                  <a:extLst>
                    <a:ext uri="{FF2B5EF4-FFF2-40B4-BE49-F238E27FC236}">
                      <a16:creationId xmlns:a16="http://schemas.microsoft.com/office/drawing/2014/main" id="{493EAC43-7546-9BB1-5694-5E5829A45CF2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91" name="Google Shape;510;p2">
                <a:extLst>
                  <a:ext uri="{FF2B5EF4-FFF2-40B4-BE49-F238E27FC236}">
                    <a16:creationId xmlns:a16="http://schemas.microsoft.com/office/drawing/2014/main" id="{57E2E4C0-7C44-5D1E-5538-4C6C27F92FD0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92" name="Google Shape;511;p2">
                  <a:extLst>
                    <a:ext uri="{FF2B5EF4-FFF2-40B4-BE49-F238E27FC236}">
                      <a16:creationId xmlns:a16="http://schemas.microsoft.com/office/drawing/2014/main" id="{55B7B86C-E4B7-EE42-3878-C7D0A45671CC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" name="Google Shape;512;p2">
                  <a:extLst>
                    <a:ext uri="{FF2B5EF4-FFF2-40B4-BE49-F238E27FC236}">
                      <a16:creationId xmlns:a16="http://schemas.microsoft.com/office/drawing/2014/main" id="{A1BC57B4-25C7-13A4-0220-88B273B4BA9B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513;p2">
                  <a:extLst>
                    <a:ext uri="{FF2B5EF4-FFF2-40B4-BE49-F238E27FC236}">
                      <a16:creationId xmlns:a16="http://schemas.microsoft.com/office/drawing/2014/main" id="{6121B282-5AE1-A849-9B5B-337241C813AE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" name="Google Shape;514;p2">
                  <a:extLst>
                    <a:ext uri="{FF2B5EF4-FFF2-40B4-BE49-F238E27FC236}">
                      <a16:creationId xmlns:a16="http://schemas.microsoft.com/office/drawing/2014/main" id="{99AB174C-F005-CADA-DD3C-C69BD3350065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" name="Google Shape;515;p2">
                  <a:extLst>
                    <a:ext uri="{FF2B5EF4-FFF2-40B4-BE49-F238E27FC236}">
                      <a16:creationId xmlns:a16="http://schemas.microsoft.com/office/drawing/2014/main" id="{7672C872-5FC1-9261-CD46-D3F8F7D1F6A5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" name="Google Shape;516;p2">
                  <a:extLst>
                    <a:ext uri="{FF2B5EF4-FFF2-40B4-BE49-F238E27FC236}">
                      <a16:creationId xmlns:a16="http://schemas.microsoft.com/office/drawing/2014/main" id="{6030B5CD-3009-E85E-7469-05F53E85AC62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517;p2">
                  <a:extLst>
                    <a:ext uri="{FF2B5EF4-FFF2-40B4-BE49-F238E27FC236}">
                      <a16:creationId xmlns:a16="http://schemas.microsoft.com/office/drawing/2014/main" id="{B47D964C-71FF-D11D-9B78-1DE388E3C71F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B9908223-9200-E09C-B675-B922F9C5A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2701" y="1713192"/>
              <a:ext cx="584844" cy="389896"/>
            </a:xfrm>
            <a:prstGeom prst="rect">
              <a:avLst/>
            </a:prstGeom>
          </p:spPr>
        </p:pic>
        <p:grpSp>
          <p:nvGrpSpPr>
            <p:cNvPr id="104" name="Google Shape;1604;p10">
              <a:extLst>
                <a:ext uri="{FF2B5EF4-FFF2-40B4-BE49-F238E27FC236}">
                  <a16:creationId xmlns:a16="http://schemas.microsoft.com/office/drawing/2014/main" id="{ED34FD13-B36D-60F6-5956-157CCD572DED}"/>
                </a:ext>
              </a:extLst>
            </p:cNvPr>
            <p:cNvGrpSpPr/>
            <p:nvPr/>
          </p:nvGrpSpPr>
          <p:grpSpPr>
            <a:xfrm>
              <a:off x="3000951" y="2089856"/>
              <a:ext cx="449341" cy="364878"/>
              <a:chOff x="4352056" y="0"/>
              <a:chExt cx="675640" cy="548640"/>
            </a:xfrm>
          </p:grpSpPr>
          <p:grpSp>
            <p:nvGrpSpPr>
              <p:cNvPr id="105" name="Google Shape;1606;p10">
                <a:extLst>
                  <a:ext uri="{FF2B5EF4-FFF2-40B4-BE49-F238E27FC236}">
                    <a16:creationId xmlns:a16="http://schemas.microsoft.com/office/drawing/2014/main" id="{B2F41E55-A7B7-B1BD-7B33-1F4B7F196A0B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107" name="Google Shape;1607;p10">
                  <a:extLst>
                    <a:ext uri="{FF2B5EF4-FFF2-40B4-BE49-F238E27FC236}">
                      <a16:creationId xmlns:a16="http://schemas.microsoft.com/office/drawing/2014/main" id="{72D45E60-00B5-7308-82C8-D1DC918EFA3C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08" name="Google Shape;1608;p10">
                  <a:extLst>
                    <a:ext uri="{FF2B5EF4-FFF2-40B4-BE49-F238E27FC236}">
                      <a16:creationId xmlns:a16="http://schemas.microsoft.com/office/drawing/2014/main" id="{BA10EC7D-9902-27AF-41E0-69B279E19371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" name="Google Shape;1609;p10">
                  <a:extLst>
                    <a:ext uri="{FF2B5EF4-FFF2-40B4-BE49-F238E27FC236}">
                      <a16:creationId xmlns:a16="http://schemas.microsoft.com/office/drawing/2014/main" id="{34F26136-2AC2-47F2-F205-A5862EA3248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0" name="Google Shape;1610;p10">
                  <a:extLst>
                    <a:ext uri="{FF2B5EF4-FFF2-40B4-BE49-F238E27FC236}">
                      <a16:creationId xmlns:a16="http://schemas.microsoft.com/office/drawing/2014/main" id="{DA077F7A-4714-7601-212E-62C546E0071A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" name="Google Shape;1611;p10">
                  <a:extLst>
                    <a:ext uri="{FF2B5EF4-FFF2-40B4-BE49-F238E27FC236}">
                      <a16:creationId xmlns:a16="http://schemas.microsoft.com/office/drawing/2014/main" id="{71ABCD25-6E68-B400-BFCE-32A1C9173DA5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2" name="Google Shape;1612;p10">
                  <a:extLst>
                    <a:ext uri="{FF2B5EF4-FFF2-40B4-BE49-F238E27FC236}">
                      <a16:creationId xmlns:a16="http://schemas.microsoft.com/office/drawing/2014/main" id="{6D6F1C96-AA61-68FA-58C7-7EE80F7DCCE5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" name="Google Shape;1613;p10">
                  <a:extLst>
                    <a:ext uri="{FF2B5EF4-FFF2-40B4-BE49-F238E27FC236}">
                      <a16:creationId xmlns:a16="http://schemas.microsoft.com/office/drawing/2014/main" id="{F9B36EE8-C838-DB62-6A3D-ED1AC64B64B1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14" name="Google Shape;1614;p10">
                  <a:extLst>
                    <a:ext uri="{FF2B5EF4-FFF2-40B4-BE49-F238E27FC236}">
                      <a16:creationId xmlns:a16="http://schemas.microsoft.com/office/drawing/2014/main" id="{33BAEDA7-330F-D51C-6855-C2E7CB8A771A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Google Shape;1615;p10">
                  <a:extLst>
                    <a:ext uri="{FF2B5EF4-FFF2-40B4-BE49-F238E27FC236}">
                      <a16:creationId xmlns:a16="http://schemas.microsoft.com/office/drawing/2014/main" id="{64A26EBD-54F4-1AA2-CE6E-A2D6490D61C5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" name="Google Shape;1617;p10">
                <a:extLst>
                  <a:ext uri="{FF2B5EF4-FFF2-40B4-BE49-F238E27FC236}">
                    <a16:creationId xmlns:a16="http://schemas.microsoft.com/office/drawing/2014/main" id="{D62FCEA9-67F0-0BAF-A36A-989D629ABF86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7" name="Connettore diritto 116">
              <a:extLst>
                <a:ext uri="{FF2B5EF4-FFF2-40B4-BE49-F238E27FC236}">
                  <a16:creationId xmlns:a16="http://schemas.microsoft.com/office/drawing/2014/main" id="{3C5054E0-6D85-0915-13BC-9A0A23F9E37B}"/>
                </a:ext>
              </a:extLst>
            </p:cNvPr>
            <p:cNvCxnSpPr>
              <a:cxnSpLocks/>
            </p:cNvCxnSpPr>
            <p:nvPr/>
          </p:nvCxnSpPr>
          <p:spPr>
            <a:xfrm>
              <a:off x="788275" y="1369057"/>
              <a:ext cx="440363" cy="442598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Connettore diritto 132">
              <a:extLst>
                <a:ext uri="{FF2B5EF4-FFF2-40B4-BE49-F238E27FC236}">
                  <a16:creationId xmlns:a16="http://schemas.microsoft.com/office/drawing/2014/main" id="{2EC87D7F-200B-BEDC-5857-247E38CCA476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>
              <a:off x="781897" y="1895133"/>
              <a:ext cx="446741" cy="831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Connettore diritto 135">
              <a:extLst>
                <a:ext uri="{FF2B5EF4-FFF2-40B4-BE49-F238E27FC236}">
                  <a16:creationId xmlns:a16="http://schemas.microsoft.com/office/drawing/2014/main" id="{12BD7652-907A-7F7A-EB2C-A822C0265F6F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 flipV="1">
              <a:off x="788275" y="2030411"/>
              <a:ext cx="471384" cy="42382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Connettore diritto 142">
              <a:extLst>
                <a:ext uri="{FF2B5EF4-FFF2-40B4-BE49-F238E27FC236}">
                  <a16:creationId xmlns:a16="http://schemas.microsoft.com/office/drawing/2014/main" id="{E58D24D4-209C-8C91-C992-CBEC9D8DFE90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2415508" y="1797247"/>
              <a:ext cx="0" cy="350341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nettore a gomito 152">
              <a:extLst>
                <a:ext uri="{FF2B5EF4-FFF2-40B4-BE49-F238E27FC236}">
                  <a16:creationId xmlns:a16="http://schemas.microsoft.com/office/drawing/2014/main" id="{C98BA0B1-0A27-7A03-D4E6-E4F2DDCC6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4000" y="1620854"/>
              <a:ext cx="643658" cy="282589"/>
            </a:xfrm>
            <a:prstGeom prst="bentConnector3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a gomito 162">
              <a:extLst>
                <a:ext uri="{FF2B5EF4-FFF2-40B4-BE49-F238E27FC236}">
                  <a16:creationId xmlns:a16="http://schemas.microsoft.com/office/drawing/2014/main" id="{E4B49FF5-D6AF-B17F-7B22-302F4913ADC4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rot="5400000" flipH="1" flipV="1">
              <a:off x="2743494" y="998187"/>
              <a:ext cx="106196" cy="762168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a gomito 180">
              <a:extLst>
                <a:ext uri="{FF2B5EF4-FFF2-40B4-BE49-F238E27FC236}">
                  <a16:creationId xmlns:a16="http://schemas.microsoft.com/office/drawing/2014/main" id="{304A4203-3593-67F2-EB05-4C046AAC0FE0}"/>
                </a:ext>
              </a:extLst>
            </p:cNvPr>
            <p:cNvCxnSpPr>
              <a:cxnSpLocks/>
            </p:cNvCxnSpPr>
            <p:nvPr/>
          </p:nvCxnSpPr>
          <p:spPr>
            <a:xfrm>
              <a:off x="2602850" y="1621166"/>
              <a:ext cx="432000" cy="653119"/>
            </a:xfrm>
            <a:prstGeom prst="bentConnector3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9F29D788-F63C-741D-F616-33A2BD1EB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436" y="2015401"/>
              <a:ext cx="299952" cy="189527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Connettore diritto 185">
              <a:extLst>
                <a:ext uri="{FF2B5EF4-FFF2-40B4-BE49-F238E27FC236}">
                  <a16:creationId xmlns:a16="http://schemas.microsoft.com/office/drawing/2014/main" id="{C01FEBFE-4712-A462-213F-58B95558D603}"/>
                </a:ext>
              </a:extLst>
            </p:cNvPr>
            <p:cNvCxnSpPr>
              <a:cxnSpLocks/>
            </p:cNvCxnSpPr>
            <p:nvPr/>
          </p:nvCxnSpPr>
          <p:spPr>
            <a:xfrm>
              <a:off x="3408060" y="2330737"/>
              <a:ext cx="295328" cy="163543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0" name="CasellaDiTesto 189">
              <a:extLst>
                <a:ext uri="{FF2B5EF4-FFF2-40B4-BE49-F238E27FC236}">
                  <a16:creationId xmlns:a16="http://schemas.microsoft.com/office/drawing/2014/main" id="{1BDE261F-DCE6-9492-66F0-2A1B0A5E3272}"/>
                </a:ext>
              </a:extLst>
            </p:cNvPr>
            <p:cNvSpPr txBox="1"/>
            <p:nvPr/>
          </p:nvSpPr>
          <p:spPr>
            <a:xfrm>
              <a:off x="28079" y="1179989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1</a:t>
              </a:r>
              <a:endParaRPr lang="en-US" noProof="0" dirty="0"/>
            </a:p>
          </p:txBody>
        </p:sp>
        <p:sp>
          <p:nvSpPr>
            <p:cNvPr id="192" name="CasellaDiTesto 191">
              <a:extLst>
                <a:ext uri="{FF2B5EF4-FFF2-40B4-BE49-F238E27FC236}">
                  <a16:creationId xmlns:a16="http://schemas.microsoft.com/office/drawing/2014/main" id="{CFB0F18C-A527-2A30-3C55-873161BADA89}"/>
                </a:ext>
              </a:extLst>
            </p:cNvPr>
            <p:cNvSpPr txBox="1"/>
            <p:nvPr/>
          </p:nvSpPr>
          <p:spPr>
            <a:xfrm>
              <a:off x="1056" y="2260619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3</a:t>
              </a:r>
              <a:endParaRPr lang="en-US" noProof="0" dirty="0"/>
            </a:p>
          </p:txBody>
        </p:sp>
        <p:sp>
          <p:nvSpPr>
            <p:cNvPr id="194" name="CasellaDiTesto 193">
              <a:extLst>
                <a:ext uri="{FF2B5EF4-FFF2-40B4-BE49-F238E27FC236}">
                  <a16:creationId xmlns:a16="http://schemas.microsoft.com/office/drawing/2014/main" id="{51DEEEB5-FA51-F06F-BBB8-8217514DA0A4}"/>
                </a:ext>
              </a:extLst>
            </p:cNvPr>
            <p:cNvSpPr txBox="1"/>
            <p:nvPr/>
          </p:nvSpPr>
          <p:spPr>
            <a:xfrm>
              <a:off x="1056" y="1728572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2</a:t>
              </a:r>
              <a:endParaRPr lang="en-US" noProof="0" dirty="0"/>
            </a:p>
          </p:txBody>
        </p:sp>
        <p:sp>
          <p:nvSpPr>
            <p:cNvPr id="196" name="CasellaDiTesto 195">
              <a:extLst>
                <a:ext uri="{FF2B5EF4-FFF2-40B4-BE49-F238E27FC236}">
                  <a16:creationId xmlns:a16="http://schemas.microsoft.com/office/drawing/2014/main" id="{D26CFF0E-94F3-ACFE-CA84-BA999EC7A582}"/>
                </a:ext>
              </a:extLst>
            </p:cNvPr>
            <p:cNvSpPr txBox="1"/>
            <p:nvPr/>
          </p:nvSpPr>
          <p:spPr>
            <a:xfrm>
              <a:off x="2165313" y="2204556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4</a:t>
              </a:r>
              <a:endParaRPr lang="en-US" noProof="0" dirty="0"/>
            </a:p>
          </p:txBody>
        </p:sp>
        <p:sp>
          <p:nvSpPr>
            <p:cNvPr id="198" name="CasellaDiTesto 197">
              <a:extLst>
                <a:ext uri="{FF2B5EF4-FFF2-40B4-BE49-F238E27FC236}">
                  <a16:creationId xmlns:a16="http://schemas.microsoft.com/office/drawing/2014/main" id="{77C69CAA-3A8C-4C72-28A1-95F958BCF4B9}"/>
                </a:ext>
              </a:extLst>
            </p:cNvPr>
            <p:cNvSpPr txBox="1"/>
            <p:nvPr/>
          </p:nvSpPr>
          <p:spPr>
            <a:xfrm>
              <a:off x="3424564" y="1147236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5</a:t>
              </a:r>
              <a:endParaRPr lang="en-US" noProof="0" dirty="0"/>
            </a:p>
          </p:txBody>
        </p:sp>
        <p:sp>
          <p:nvSpPr>
            <p:cNvPr id="200" name="CasellaDiTesto 199">
              <a:extLst>
                <a:ext uri="{FF2B5EF4-FFF2-40B4-BE49-F238E27FC236}">
                  <a16:creationId xmlns:a16="http://schemas.microsoft.com/office/drawing/2014/main" id="{4C911B28-6913-83E6-DA4C-77D853FF5FA9}"/>
                </a:ext>
              </a:extLst>
            </p:cNvPr>
            <p:cNvSpPr txBox="1"/>
            <p:nvPr/>
          </p:nvSpPr>
          <p:spPr>
            <a:xfrm>
              <a:off x="4318090" y="1851168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6</a:t>
              </a:r>
              <a:endParaRPr lang="en-US" noProof="0" dirty="0"/>
            </a:p>
          </p:txBody>
        </p:sp>
        <p:sp>
          <p:nvSpPr>
            <p:cNvPr id="202" name="CasellaDiTesto 201">
              <a:extLst>
                <a:ext uri="{FF2B5EF4-FFF2-40B4-BE49-F238E27FC236}">
                  <a16:creationId xmlns:a16="http://schemas.microsoft.com/office/drawing/2014/main" id="{7F379EC6-F073-E435-46BE-471D58FC1093}"/>
                </a:ext>
              </a:extLst>
            </p:cNvPr>
            <p:cNvSpPr txBox="1"/>
            <p:nvPr/>
          </p:nvSpPr>
          <p:spPr>
            <a:xfrm>
              <a:off x="4318585" y="2324071"/>
              <a:ext cx="38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e</a:t>
              </a:r>
              <a:r>
                <a:rPr lang="en-US" sz="1400" baseline="-25000" noProof="0" dirty="0"/>
                <a:t>7</a:t>
              </a:r>
              <a:endParaRPr lang="en-US" noProof="0" dirty="0"/>
            </a:p>
          </p:txBody>
        </p:sp>
      </p:grpSp>
      <p:sp>
        <p:nvSpPr>
          <p:cNvPr id="8" name="Rettangolo 7">
            <a:extLst>
              <a:ext uri="{FF2B5EF4-FFF2-40B4-BE49-F238E27FC236}">
                <a16:creationId xmlns:a16="http://schemas.microsoft.com/office/drawing/2014/main" id="{E1D268D5-3FC8-28EF-28BD-00250EB9FA11}"/>
              </a:ext>
            </a:extLst>
          </p:cNvPr>
          <p:cNvSpPr/>
          <p:nvPr/>
        </p:nvSpPr>
        <p:spPr>
          <a:xfrm>
            <a:off x="5669332" y="1053592"/>
            <a:ext cx="6027320" cy="4451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noProof="0" dirty="0"/>
          </a:p>
          <a:p>
            <a:pPr marL="144000" indent="-216000">
              <a:buFont typeface="Wingdings" panose="05000000000000000000" pitchFamily="2" charset="2"/>
              <a:buChar char="§"/>
            </a:pPr>
            <a:endParaRPr lang="en-US" sz="1400" noProof="0" dirty="0"/>
          </a:p>
          <a:p>
            <a:pPr marL="216000" indent="-216000">
              <a:buFont typeface="Wingdings" panose="05000000000000000000" pitchFamily="2" charset="2"/>
              <a:buChar char="§"/>
            </a:pPr>
            <a:r>
              <a:rPr lang="en-US" sz="2000" noProof="0" dirty="0"/>
              <a:t>Each firewall must be configured with a filtering rule set enforcing </a:t>
            </a:r>
            <a:r>
              <a:rPr lang="en-US" sz="2000" b="1" noProof="0" dirty="0"/>
              <a:t>all requirements</a:t>
            </a:r>
            <a:r>
              <a:rPr lang="en-US" sz="2000" noProof="0" dirty="0"/>
              <a:t>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noProof="0" dirty="0"/>
              <a:t>also service continuity should be preserved.</a:t>
            </a:r>
          </a:p>
          <a:p>
            <a:pPr marL="421200" lvl="1"/>
            <a:endParaRPr lang="en-US" sz="2000" noProof="0" dirty="0"/>
          </a:p>
          <a:p>
            <a:pPr marL="252000" indent="-216000">
              <a:buFont typeface="Wingdings" panose="05000000000000000000" pitchFamily="2" charset="2"/>
              <a:buChar char="§"/>
            </a:pPr>
            <a:r>
              <a:rPr lang="en-US" sz="2000" noProof="0" dirty="0"/>
              <a:t>Example for left firewall:</a:t>
            </a:r>
          </a:p>
          <a:p>
            <a:pPr marL="709200" lvl="1" indent="-216000">
              <a:buFont typeface="Wingdings" panose="05000000000000000000" pitchFamily="2" charset="2"/>
              <a:buChar char="§"/>
            </a:pPr>
            <a:r>
              <a:rPr lang="en-US" sz="2000" noProof="0" dirty="0"/>
              <a:t>A </a:t>
            </a:r>
            <a:r>
              <a:rPr lang="en-US" sz="2000" i="1" noProof="0" dirty="0"/>
              <a:t>deny</a:t>
            </a:r>
            <a:r>
              <a:rPr lang="en-US" sz="2000" noProof="0" dirty="0"/>
              <a:t> rule covering r</a:t>
            </a:r>
            <a:r>
              <a:rPr lang="en-US" sz="2000" baseline="-25000" noProof="0" dirty="0"/>
              <a:t>1</a:t>
            </a:r>
          </a:p>
          <a:p>
            <a:pPr marL="709200" lvl="1" indent="-216000">
              <a:buFont typeface="Wingdings" panose="05000000000000000000" pitchFamily="2" charset="2"/>
              <a:buChar char="§"/>
            </a:pPr>
            <a:r>
              <a:rPr lang="en-US" sz="2000" noProof="0" dirty="0"/>
              <a:t>An </a:t>
            </a:r>
            <a:r>
              <a:rPr lang="en-US" sz="2000" i="1" noProof="0" dirty="0"/>
              <a:t>allow</a:t>
            </a:r>
            <a:r>
              <a:rPr lang="en-US" sz="2000" noProof="0" dirty="0"/>
              <a:t> rule covering r</a:t>
            </a:r>
            <a:r>
              <a:rPr lang="en-US" sz="2000" baseline="-25000" noProof="0" dirty="0"/>
              <a:t>2</a:t>
            </a:r>
          </a:p>
          <a:p>
            <a:pPr marL="709200" lvl="1" indent="-216000">
              <a:buFont typeface="Wingdings" panose="05000000000000000000" pitchFamily="2" charset="2"/>
              <a:buChar char="§"/>
            </a:pPr>
            <a:r>
              <a:rPr lang="en-US" sz="2000" noProof="0" dirty="0"/>
              <a:t>A default action (e.g., </a:t>
            </a:r>
            <a:r>
              <a:rPr lang="en-US" sz="2000" i="1" noProof="0" dirty="0"/>
              <a:t>deny</a:t>
            </a:r>
            <a:r>
              <a:rPr lang="en-US" sz="2000" noProof="0" dirty="0"/>
              <a:t>)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7A4C4F7-5492-48A2-ED7D-CC8124002BBB}"/>
              </a:ext>
            </a:extLst>
          </p:cNvPr>
          <p:cNvSpPr/>
          <p:nvPr/>
        </p:nvSpPr>
        <p:spPr>
          <a:xfrm>
            <a:off x="5669332" y="1013977"/>
            <a:ext cx="6027320" cy="70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noProof="0" dirty="0"/>
              <a:t>How should the rules of </a:t>
            </a:r>
          </a:p>
          <a:p>
            <a:pPr algn="ctr"/>
            <a:r>
              <a:rPr lang="en-US" sz="2200" b="1" noProof="0" dirty="0"/>
              <a:t>each NSF be configured?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EFFD337-8432-3503-D8D9-A0C93429F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6965"/>
              </p:ext>
            </p:extLst>
          </p:nvPr>
        </p:nvGraphicFramePr>
        <p:xfrm>
          <a:off x="360479" y="3870757"/>
          <a:ext cx="4590690" cy="13684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72776">
                  <a:extLst>
                    <a:ext uri="{9D8B030D-6E8A-4147-A177-3AD203B41FA5}">
                      <a16:colId xmlns:a16="http://schemas.microsoft.com/office/drawing/2014/main" val="888619562"/>
                    </a:ext>
                  </a:extLst>
                </a:gridCol>
                <a:gridCol w="895481">
                  <a:extLst>
                    <a:ext uri="{9D8B030D-6E8A-4147-A177-3AD203B41FA5}">
                      <a16:colId xmlns:a16="http://schemas.microsoft.com/office/drawing/2014/main" val="1486686012"/>
                    </a:ext>
                  </a:extLst>
                </a:gridCol>
                <a:gridCol w="706296">
                  <a:extLst>
                    <a:ext uri="{9D8B030D-6E8A-4147-A177-3AD203B41FA5}">
                      <a16:colId xmlns:a16="http://schemas.microsoft.com/office/drawing/2014/main" val="3679184557"/>
                    </a:ext>
                  </a:extLst>
                </a:gridCol>
                <a:gridCol w="599145">
                  <a:extLst>
                    <a:ext uri="{9D8B030D-6E8A-4147-A177-3AD203B41FA5}">
                      <a16:colId xmlns:a16="http://schemas.microsoft.com/office/drawing/2014/main" val="3734109621"/>
                    </a:ext>
                  </a:extLst>
                </a:gridCol>
                <a:gridCol w="663020">
                  <a:extLst>
                    <a:ext uri="{9D8B030D-6E8A-4147-A177-3AD203B41FA5}">
                      <a16:colId xmlns:a16="http://schemas.microsoft.com/office/drawing/2014/main" val="1121159694"/>
                    </a:ext>
                  </a:extLst>
                </a:gridCol>
                <a:gridCol w="573030">
                  <a:extLst>
                    <a:ext uri="{9D8B030D-6E8A-4147-A177-3AD203B41FA5}">
                      <a16:colId xmlns:a16="http://schemas.microsoft.com/office/drawing/2014/main" val="1102180884"/>
                    </a:ext>
                  </a:extLst>
                </a:gridCol>
                <a:gridCol w="680942">
                  <a:extLst>
                    <a:ext uri="{9D8B030D-6E8A-4147-A177-3AD203B41FA5}">
                      <a16:colId xmlns:a16="http://schemas.microsoft.com/office/drawing/2014/main" val="723179297"/>
                    </a:ext>
                  </a:extLst>
                </a:gridCol>
              </a:tblGrid>
              <a:tr h="318962"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IPSrc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IPDst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pSrc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pDst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 err="1">
                          <a:solidFill>
                            <a:srgbClr val="FFFFFF"/>
                          </a:solidFill>
                        </a:rPr>
                        <a:t>tProto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50" b="1" noProof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851834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3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kern="12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80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TCP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DENY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049025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1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2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735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22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TCP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ALLOW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291402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 dirty="0">
                          <a:solidFill>
                            <a:srgbClr val="1E1E1E"/>
                          </a:solidFill>
                        </a:rPr>
                        <a:t>r</a:t>
                      </a:r>
                      <a:r>
                        <a:rPr lang="en-US" sz="1100" b="1" baseline="-25000" noProof="0" dirty="0">
                          <a:solidFill>
                            <a:srgbClr val="1E1E1E"/>
                          </a:solidFill>
                        </a:rPr>
                        <a:t>3</a:t>
                      </a:r>
                      <a:endParaRPr lang="en-US" sz="1100" b="1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baseline="-25000" noProof="0" dirty="0">
                          <a:solidFill>
                            <a:srgbClr val="1E1E1E"/>
                          </a:solidFill>
                        </a:rPr>
                        <a:t>6</a:t>
                      </a:r>
                      <a:endParaRPr lang="en-US" sz="1100" b="0" baseline="-2500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4</a:t>
                      </a:r>
                      <a:r>
                        <a:rPr lang="en-US" sz="1100" b="0" kern="1200" noProof="0" dirty="0">
                          <a:solidFill>
                            <a:srgbClr val="1E1E1E"/>
                          </a:solidFill>
                        </a:rPr>
                        <a:t>, e</a:t>
                      </a:r>
                      <a:r>
                        <a:rPr lang="en-US" sz="1100" b="0" kern="1200" baseline="-25000" noProof="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100" b="0" kern="1200" baseline="-25000" noProof="0" dirty="0">
                        <a:solidFill>
                          <a:srgbClr val="1E1E1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*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noProof="0" dirty="0">
                          <a:solidFill>
                            <a:srgbClr val="1E1E1E"/>
                          </a:solidFill>
                        </a:rPr>
                        <a:t>DENY</a:t>
                      </a:r>
                      <a:endParaRPr lang="en-US" sz="1100" b="0" noProof="0" dirty="0">
                        <a:solidFill>
                          <a:srgbClr val="1E1E1E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120155"/>
                  </a:ext>
                </a:extLst>
              </a:tr>
            </a:tbl>
          </a:graphicData>
        </a:graphic>
      </p:graphicFrame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46CD496-E9C0-F4CF-E765-2C1AE760F094}"/>
              </a:ext>
            </a:extLst>
          </p:cNvPr>
          <p:cNvCxnSpPr/>
          <p:nvPr/>
        </p:nvCxnSpPr>
        <p:spPr>
          <a:xfrm>
            <a:off x="1165574" y="1837734"/>
            <a:ext cx="371856" cy="412072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5190B30B-CB2A-C941-DB04-CDFAF8997CAA}"/>
              </a:ext>
            </a:extLst>
          </p:cNvPr>
          <p:cNvCxnSpPr>
            <a:cxnSpLocks/>
          </p:cNvCxnSpPr>
          <p:nvPr/>
        </p:nvCxnSpPr>
        <p:spPr>
          <a:xfrm>
            <a:off x="1166393" y="2398009"/>
            <a:ext cx="342568" cy="7937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89EE742E-2079-9139-F287-72AE798CA5EC}"/>
              </a:ext>
            </a:extLst>
          </p:cNvPr>
          <p:cNvCxnSpPr>
            <a:cxnSpLocks/>
          </p:cNvCxnSpPr>
          <p:nvPr/>
        </p:nvCxnSpPr>
        <p:spPr>
          <a:xfrm flipV="1">
            <a:off x="1165574" y="2601714"/>
            <a:ext cx="361640" cy="27785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9A0FB37-DF51-0787-9CAC-E510C320205A}"/>
              </a:ext>
            </a:extLst>
          </p:cNvPr>
          <p:cNvCxnSpPr>
            <a:cxnSpLocks/>
          </p:cNvCxnSpPr>
          <p:nvPr/>
        </p:nvCxnSpPr>
        <p:spPr>
          <a:xfrm flipV="1">
            <a:off x="2847709" y="1831724"/>
            <a:ext cx="602924" cy="4539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9E38A544-A417-D320-A46D-1DF9D927C8C6}"/>
              </a:ext>
            </a:extLst>
          </p:cNvPr>
          <p:cNvCxnSpPr>
            <a:cxnSpLocks/>
          </p:cNvCxnSpPr>
          <p:nvPr/>
        </p:nvCxnSpPr>
        <p:spPr>
          <a:xfrm flipV="1">
            <a:off x="1922026" y="2138587"/>
            <a:ext cx="547025" cy="264490"/>
          </a:xfrm>
          <a:prstGeom prst="bentConnector3">
            <a:avLst/>
          </a:prstGeom>
          <a:ln w="28575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CFADBF7B-9EE7-417F-2823-542642CB28DE}"/>
              </a:ext>
            </a:extLst>
          </p:cNvPr>
          <p:cNvCxnSpPr>
            <a:cxnSpLocks/>
          </p:cNvCxnSpPr>
          <p:nvPr/>
        </p:nvCxnSpPr>
        <p:spPr>
          <a:xfrm flipH="1">
            <a:off x="3716157" y="2517788"/>
            <a:ext cx="256403" cy="169746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074B9B32-A213-4D74-1F52-83E930980ADB}"/>
              </a:ext>
            </a:extLst>
          </p:cNvPr>
          <p:cNvCxnSpPr>
            <a:cxnSpLocks/>
          </p:cNvCxnSpPr>
          <p:nvPr/>
        </p:nvCxnSpPr>
        <p:spPr>
          <a:xfrm>
            <a:off x="2817958" y="2405946"/>
            <a:ext cx="1372" cy="281282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a gomito 36">
            <a:extLst>
              <a:ext uri="{FF2B5EF4-FFF2-40B4-BE49-F238E27FC236}">
                <a16:creationId xmlns:a16="http://schemas.microsoft.com/office/drawing/2014/main" id="{B936C3F1-C490-6B29-4B5C-BA9BE99BE786}"/>
              </a:ext>
            </a:extLst>
          </p:cNvPr>
          <p:cNvCxnSpPr>
            <a:cxnSpLocks/>
          </p:cNvCxnSpPr>
          <p:nvPr/>
        </p:nvCxnSpPr>
        <p:spPr>
          <a:xfrm>
            <a:off x="3009201" y="2140501"/>
            <a:ext cx="349920" cy="659650"/>
          </a:xfrm>
          <a:prstGeom prst="bentConnector3">
            <a:avLst/>
          </a:prstGeom>
          <a:ln w="28575">
            <a:solidFill>
              <a:schemeClr val="accent3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e 55">
            <a:extLst>
              <a:ext uri="{FF2B5EF4-FFF2-40B4-BE49-F238E27FC236}">
                <a16:creationId xmlns:a16="http://schemas.microsoft.com/office/drawing/2014/main" id="{1D1BE2CB-0F55-88B4-778C-9D8917FA2941}"/>
              </a:ext>
            </a:extLst>
          </p:cNvPr>
          <p:cNvSpPr/>
          <p:nvPr/>
        </p:nvSpPr>
        <p:spPr>
          <a:xfrm>
            <a:off x="451234" y="4945295"/>
            <a:ext cx="262902" cy="250734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F90E6C9D-1A5E-2223-0397-E976CD0F9135}"/>
              </a:ext>
            </a:extLst>
          </p:cNvPr>
          <p:cNvSpPr/>
          <p:nvPr/>
        </p:nvSpPr>
        <p:spPr>
          <a:xfrm>
            <a:off x="451234" y="4245849"/>
            <a:ext cx="262902" cy="25073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C2077DBE-A541-1E7E-FE6E-E1A2654D4C09}"/>
              </a:ext>
            </a:extLst>
          </p:cNvPr>
          <p:cNvCxnSpPr>
            <a:cxnSpLocks/>
          </p:cNvCxnSpPr>
          <p:nvPr/>
        </p:nvCxnSpPr>
        <p:spPr>
          <a:xfrm>
            <a:off x="2878393" y="1975010"/>
            <a:ext cx="559520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Google Shape;1618;p10">
            <a:extLst>
              <a:ext uri="{FF2B5EF4-FFF2-40B4-BE49-F238E27FC236}">
                <a16:creationId xmlns:a16="http://schemas.microsoft.com/office/drawing/2014/main" id="{36C2CCD1-EB37-B0FB-4CFF-9D3DA175BE3B}"/>
              </a:ext>
            </a:extLst>
          </p:cNvPr>
          <p:cNvGrpSpPr/>
          <p:nvPr/>
        </p:nvGrpSpPr>
        <p:grpSpPr>
          <a:xfrm>
            <a:off x="2213168" y="2243015"/>
            <a:ext cx="294543" cy="238560"/>
            <a:chOff x="2989350" y="0"/>
            <a:chExt cx="677390" cy="548640"/>
          </a:xfrm>
        </p:grpSpPr>
        <p:grpSp>
          <p:nvGrpSpPr>
            <p:cNvPr id="158" name="Google Shape;1620;p10">
              <a:extLst>
                <a:ext uri="{FF2B5EF4-FFF2-40B4-BE49-F238E27FC236}">
                  <a16:creationId xmlns:a16="http://schemas.microsoft.com/office/drawing/2014/main" id="{4ACCFFF5-41A2-196B-B129-D2E23CA173BD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160" name="Google Shape;1621;p10">
                <a:extLst>
                  <a:ext uri="{FF2B5EF4-FFF2-40B4-BE49-F238E27FC236}">
                    <a16:creationId xmlns:a16="http://schemas.microsoft.com/office/drawing/2014/main" id="{F8E5E951-B30C-B470-0B6A-0108C81266B6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22;p10">
                <a:extLst>
                  <a:ext uri="{FF2B5EF4-FFF2-40B4-BE49-F238E27FC236}">
                    <a16:creationId xmlns:a16="http://schemas.microsoft.com/office/drawing/2014/main" id="{5347858D-27BD-FA6D-4BB2-33317C96C554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3;p10">
                <a:extLst>
                  <a:ext uri="{FF2B5EF4-FFF2-40B4-BE49-F238E27FC236}">
                    <a16:creationId xmlns:a16="http://schemas.microsoft.com/office/drawing/2014/main" id="{3FDC2A11-9182-9D16-1B8B-C05FFDC43DBC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24;p10">
                <a:extLst>
                  <a:ext uri="{FF2B5EF4-FFF2-40B4-BE49-F238E27FC236}">
                    <a16:creationId xmlns:a16="http://schemas.microsoft.com/office/drawing/2014/main" id="{F5BA7D38-AC33-800C-6F36-17A2A5985AF3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25;p10">
                <a:extLst>
                  <a:ext uri="{FF2B5EF4-FFF2-40B4-BE49-F238E27FC236}">
                    <a16:creationId xmlns:a16="http://schemas.microsoft.com/office/drawing/2014/main" id="{9D19F7F1-501B-A062-7999-2D4294BECE99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26;p10">
                <a:extLst>
                  <a:ext uri="{FF2B5EF4-FFF2-40B4-BE49-F238E27FC236}">
                    <a16:creationId xmlns:a16="http://schemas.microsoft.com/office/drawing/2014/main" id="{CB29EA29-41B0-FCCF-A74C-A526AB764C67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27;p10">
                <a:extLst>
                  <a:ext uri="{FF2B5EF4-FFF2-40B4-BE49-F238E27FC236}">
                    <a16:creationId xmlns:a16="http://schemas.microsoft.com/office/drawing/2014/main" id="{041F2E8E-5B06-9553-9F39-A5F1FEAEB79C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28;p10">
                <a:extLst>
                  <a:ext uri="{FF2B5EF4-FFF2-40B4-BE49-F238E27FC236}">
                    <a16:creationId xmlns:a16="http://schemas.microsoft.com/office/drawing/2014/main" id="{43293643-23F9-74FF-A5A0-3EB1230AED6D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29;p10">
                <a:extLst>
                  <a:ext uri="{FF2B5EF4-FFF2-40B4-BE49-F238E27FC236}">
                    <a16:creationId xmlns:a16="http://schemas.microsoft.com/office/drawing/2014/main" id="{CBD752B8-1F1C-3FF6-42D8-FDC09C96D16B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630;p10">
                <a:extLst>
                  <a:ext uri="{FF2B5EF4-FFF2-40B4-BE49-F238E27FC236}">
                    <a16:creationId xmlns:a16="http://schemas.microsoft.com/office/drawing/2014/main" id="{D1B9993D-7B93-068B-68DD-2C292A974EDE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" name="Google Shape;1632;p10">
              <a:extLst>
                <a:ext uri="{FF2B5EF4-FFF2-40B4-BE49-F238E27FC236}">
                  <a16:creationId xmlns:a16="http://schemas.microsoft.com/office/drawing/2014/main" id="{975BF372-2BFD-2A25-0749-3A986AE28F07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1618;p10">
            <a:extLst>
              <a:ext uri="{FF2B5EF4-FFF2-40B4-BE49-F238E27FC236}">
                <a16:creationId xmlns:a16="http://schemas.microsoft.com/office/drawing/2014/main" id="{B8111C7E-4576-5A92-18BD-69DE6EF514C5}"/>
              </a:ext>
            </a:extLst>
          </p:cNvPr>
          <p:cNvGrpSpPr/>
          <p:nvPr/>
        </p:nvGrpSpPr>
        <p:grpSpPr>
          <a:xfrm>
            <a:off x="3185641" y="2375894"/>
            <a:ext cx="294543" cy="238560"/>
            <a:chOff x="2989350" y="0"/>
            <a:chExt cx="677390" cy="548640"/>
          </a:xfrm>
        </p:grpSpPr>
        <p:grpSp>
          <p:nvGrpSpPr>
            <p:cNvPr id="210" name="Google Shape;1620;p10">
              <a:extLst>
                <a:ext uri="{FF2B5EF4-FFF2-40B4-BE49-F238E27FC236}">
                  <a16:creationId xmlns:a16="http://schemas.microsoft.com/office/drawing/2014/main" id="{732B210A-5955-78BE-9263-5C40E90B8EA8}"/>
                </a:ext>
              </a:extLst>
            </p:cNvPr>
            <p:cNvGrpSpPr/>
            <p:nvPr/>
          </p:nvGrpSpPr>
          <p:grpSpPr>
            <a:xfrm>
              <a:off x="3052850" y="0"/>
              <a:ext cx="550390" cy="548640"/>
              <a:chOff x="7744332" y="687002"/>
              <a:chExt cx="378942" cy="377737"/>
            </a:xfrm>
          </p:grpSpPr>
          <p:sp>
            <p:nvSpPr>
              <p:cNvPr id="212" name="Google Shape;1621;p10">
                <a:extLst>
                  <a:ext uri="{FF2B5EF4-FFF2-40B4-BE49-F238E27FC236}">
                    <a16:creationId xmlns:a16="http://schemas.microsoft.com/office/drawing/2014/main" id="{04364481-A00F-96FC-C17D-CE8BF88F3BBC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1622;p10">
                <a:extLst>
                  <a:ext uri="{FF2B5EF4-FFF2-40B4-BE49-F238E27FC236}">
                    <a16:creationId xmlns:a16="http://schemas.microsoft.com/office/drawing/2014/main" id="{441F4275-C9BB-B0BD-910C-7D369C07A468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1623;p10">
                <a:extLst>
                  <a:ext uri="{FF2B5EF4-FFF2-40B4-BE49-F238E27FC236}">
                    <a16:creationId xmlns:a16="http://schemas.microsoft.com/office/drawing/2014/main" id="{E659D4F0-48D9-FF36-7F9F-FE0335968EA6}"/>
                  </a:ext>
                </a:extLst>
              </p:cNvPr>
              <p:cNvSpPr/>
              <p:nvPr/>
            </p:nvSpPr>
            <p:spPr>
              <a:xfrm>
                <a:off x="7802524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1624;p10">
                <a:extLst>
                  <a:ext uri="{FF2B5EF4-FFF2-40B4-BE49-F238E27FC236}">
                    <a16:creationId xmlns:a16="http://schemas.microsoft.com/office/drawing/2014/main" id="{11CEA2F3-A7A9-FB94-5868-E17D675CBD57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1625;p10">
                <a:extLst>
                  <a:ext uri="{FF2B5EF4-FFF2-40B4-BE49-F238E27FC236}">
                    <a16:creationId xmlns:a16="http://schemas.microsoft.com/office/drawing/2014/main" id="{27336800-BB7C-43AA-FBE3-01755DA005E5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1626;p10">
                <a:extLst>
                  <a:ext uri="{FF2B5EF4-FFF2-40B4-BE49-F238E27FC236}">
                    <a16:creationId xmlns:a16="http://schemas.microsoft.com/office/drawing/2014/main" id="{B2065753-5BDF-6C90-678A-FBFA98E2F96A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1627;p10">
                <a:extLst>
                  <a:ext uri="{FF2B5EF4-FFF2-40B4-BE49-F238E27FC236}">
                    <a16:creationId xmlns:a16="http://schemas.microsoft.com/office/drawing/2014/main" id="{8674EBB2-4655-966C-CFC8-68D8AD8DB52A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1628;p10">
                <a:extLst>
                  <a:ext uri="{FF2B5EF4-FFF2-40B4-BE49-F238E27FC236}">
                    <a16:creationId xmlns:a16="http://schemas.microsoft.com/office/drawing/2014/main" id="{6C2309DA-FE75-3864-76A3-8B5560BDFA84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1629;p10">
                <a:extLst>
                  <a:ext uri="{FF2B5EF4-FFF2-40B4-BE49-F238E27FC236}">
                    <a16:creationId xmlns:a16="http://schemas.microsoft.com/office/drawing/2014/main" id="{D66264FC-152F-C030-B638-CDE65C0E35EF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1630;p10">
                <a:extLst>
                  <a:ext uri="{FF2B5EF4-FFF2-40B4-BE49-F238E27FC236}">
                    <a16:creationId xmlns:a16="http://schemas.microsoft.com/office/drawing/2014/main" id="{89D1CDEC-D949-6A09-BB52-CC38AF4A8D5E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1" name="Google Shape;1632;p10">
              <a:extLst>
                <a:ext uri="{FF2B5EF4-FFF2-40B4-BE49-F238E27FC236}">
                  <a16:creationId xmlns:a16="http://schemas.microsoft.com/office/drawing/2014/main" id="{BA1276AE-8D45-357E-3440-84FC4BC58039}"/>
                </a:ext>
              </a:extLst>
            </p:cNvPr>
            <p:cNvSpPr/>
            <p:nvPr/>
          </p:nvSpPr>
          <p:spPr>
            <a:xfrm>
              <a:off x="2989350" y="0"/>
              <a:ext cx="6773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243A1641-862C-AB73-D6B5-472E5920EDE2}"/>
              </a:ext>
            </a:extLst>
          </p:cNvPr>
          <p:cNvCxnSpPr>
            <a:cxnSpLocks/>
          </p:cNvCxnSpPr>
          <p:nvPr/>
        </p:nvCxnSpPr>
        <p:spPr>
          <a:xfrm>
            <a:off x="1251160" y="1771097"/>
            <a:ext cx="361494" cy="384292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99BCF46-5E40-1A5F-AC46-FA2014467D96}"/>
              </a:ext>
            </a:extLst>
          </p:cNvPr>
          <p:cNvCxnSpPr>
            <a:cxnSpLocks/>
          </p:cNvCxnSpPr>
          <p:nvPr/>
        </p:nvCxnSpPr>
        <p:spPr>
          <a:xfrm>
            <a:off x="1165574" y="2315040"/>
            <a:ext cx="330979" cy="5421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A399A91-0D34-5FC3-C768-E473A0BA2F87}"/>
              </a:ext>
            </a:extLst>
          </p:cNvPr>
          <p:cNvCxnSpPr>
            <a:cxnSpLocks/>
          </p:cNvCxnSpPr>
          <p:nvPr/>
        </p:nvCxnSpPr>
        <p:spPr>
          <a:xfrm>
            <a:off x="2853223" y="1716043"/>
            <a:ext cx="591896" cy="0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a gomito 20">
            <a:extLst>
              <a:ext uri="{FF2B5EF4-FFF2-40B4-BE49-F238E27FC236}">
                <a16:creationId xmlns:a16="http://schemas.microsoft.com/office/drawing/2014/main" id="{70C4AB29-4C1E-BCCA-0866-C767532F432B}"/>
              </a:ext>
            </a:extLst>
          </p:cNvPr>
          <p:cNvCxnSpPr>
            <a:cxnSpLocks/>
          </p:cNvCxnSpPr>
          <p:nvPr/>
        </p:nvCxnSpPr>
        <p:spPr>
          <a:xfrm flipV="1">
            <a:off x="1876808" y="2034734"/>
            <a:ext cx="547025" cy="264490"/>
          </a:xfrm>
          <a:prstGeom prst="bentConnector3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e 22">
            <a:extLst>
              <a:ext uri="{FF2B5EF4-FFF2-40B4-BE49-F238E27FC236}">
                <a16:creationId xmlns:a16="http://schemas.microsoft.com/office/drawing/2014/main" id="{77093A1C-7853-18FB-0EDF-AF18620B5C1C}"/>
              </a:ext>
            </a:extLst>
          </p:cNvPr>
          <p:cNvSpPr/>
          <p:nvPr/>
        </p:nvSpPr>
        <p:spPr>
          <a:xfrm>
            <a:off x="451234" y="4595572"/>
            <a:ext cx="262902" cy="250734"/>
          </a:xfrm>
          <a:prstGeom prst="ellipse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5348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0B2D4-3F8C-D6E0-3CC2-12A45329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54263D-4E62-6385-56DF-27B9831EF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Looking at This Example…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9C65FE3-5C10-5B4A-F5AA-72060661C2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6192" y="1269182"/>
            <a:ext cx="11662075" cy="1061088"/>
          </a:xfrm>
          <a:prstGeom prst="round2Same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noProof="0" dirty="0"/>
              <a:t>Does this </a:t>
            </a:r>
            <a:r>
              <a:rPr lang="en-US" b="1" u="sng" noProof="0" dirty="0"/>
              <a:t>manual</a:t>
            </a:r>
            <a:r>
              <a:rPr lang="en-US" noProof="0" dirty="0"/>
              <a:t> security configuration process </a:t>
            </a:r>
          </a:p>
          <a:p>
            <a:pPr algn="ctr"/>
            <a:r>
              <a:rPr lang="en-US" noProof="0" dirty="0"/>
              <a:t>really look so </a:t>
            </a:r>
            <a:r>
              <a:rPr lang="en-US" b="1" noProof="0" dirty="0"/>
              <a:t>hard, complex, and troublesome</a:t>
            </a:r>
            <a:r>
              <a:rPr lang="en-US" noProof="0" dirty="0"/>
              <a:t>?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63364B0-4987-40A4-2D9E-05DAD7DA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607607"/>
            <a:ext cx="2165561" cy="2165561"/>
          </a:xfrm>
          <a:prstGeom prst="rect">
            <a:avLst/>
          </a:prstGeom>
        </p:spPr>
      </p:pic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1BD1C81A-9360-525D-A6F2-B2698E349004}"/>
              </a:ext>
            </a:extLst>
          </p:cNvPr>
          <p:cNvSpPr txBox="1">
            <a:spLocks/>
          </p:cNvSpPr>
          <p:nvPr/>
        </p:nvSpPr>
        <p:spPr>
          <a:xfrm>
            <a:off x="1064977" y="5050505"/>
            <a:ext cx="9663984" cy="6052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My (personal) answer is… both answers have their own reasons!</a:t>
            </a:r>
          </a:p>
        </p:txBody>
      </p:sp>
    </p:spTree>
    <p:extLst>
      <p:ext uri="{BB962C8B-B14F-4D97-AF65-F5344CB8AC3E}">
        <p14:creationId xmlns:p14="http://schemas.microsoft.com/office/powerpoint/2010/main" val="207891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C53834-EEC8-0767-B05C-3B28C57A7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Why Manual Configuration is Complex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D303EC-0403-397E-5C61-4DA6CD23BA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6" y="1333589"/>
            <a:ext cx="11381164" cy="46800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Multi-step process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All steps (NSF selection, placement, configuration) must be coordinated as decisions made at one stage directly constrain the others.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Interdependencies between requirements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A rule introduced to satisfy one requirement may affect the enforcement of another one, so administrators must reason on them jointly.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Optimization challenge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When multiple configurations satisfy all requirements, identifying the one that best minimizes resource usage, cost, or performance overhead is difficult.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B287E7B-D580-A57C-9560-5E536517F8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508"/>
          <a:stretch>
            <a:fillRect/>
          </a:stretch>
        </p:blipFill>
        <p:spPr>
          <a:xfrm>
            <a:off x="11399061" y="48127"/>
            <a:ext cx="694396" cy="137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71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4922-C726-BB20-7654-33D43187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D91794-F02D-646E-4019-63276124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Why Manual Configuration Is Not Impossible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6239FA0-D8B5-A8F9-F29A-505A5D6D23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322494"/>
            <a:ext cx="11053241" cy="46800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Recurring requirement patterns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Many policies are variations of common needs, such as isolation, service continuity, communication protection (e.g., confidentiality, integrity).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Experience helps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Skilled administrators can recognize typical situations and reuse known configuration strategies instead of starting from scratch.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endParaRPr lang="en-US" b="1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Incremental trial-and-error refinement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US" noProof="0" dirty="0"/>
              <a:t>A first solution can be improved over time through testing, observation, and small corrections when issues appear.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F0B1646-60C6-F280-2FD3-8DD5DB6A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274" t="-3602" r="-2766" b="3602"/>
          <a:stretch>
            <a:fillRect/>
          </a:stretch>
        </p:blipFill>
        <p:spPr>
          <a:xfrm>
            <a:off x="11399061" y="48127"/>
            <a:ext cx="694396" cy="137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9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11099-CD32-807A-0603-54847DB6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1B73DC-86E6-7895-BCCE-4C3483F4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When Manual Configuration Is Feasible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DBCD897-8204-61E2-D55C-38CA78EDD1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284492"/>
            <a:ext cx="11662075" cy="4680000"/>
          </a:xfrm>
        </p:spPr>
        <p:txBody>
          <a:bodyPr/>
          <a:lstStyle/>
          <a:p>
            <a:r>
              <a:rPr lang="en-US" noProof="0" dirty="0"/>
              <a:t>Manual security configuration is applicable when the network is…</a:t>
            </a:r>
          </a:p>
          <a:p>
            <a:endParaRPr lang="en-US" sz="700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Small</a:t>
            </a:r>
          </a:p>
          <a:p>
            <a:pPr marL="1028700" lvl="1" indent="-342900">
              <a:buFont typeface="Wingdings" panose="05000000000000000000" pitchFamily="2" charset="2"/>
              <a:buChar char="v"/>
            </a:pPr>
            <a:r>
              <a:rPr lang="en-US" noProof="0" dirty="0"/>
              <a:t>The number of endpoints, middleboxes, links, requirements, etc. is limited.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Homogeneous</a:t>
            </a:r>
          </a:p>
          <a:p>
            <a:pPr marL="1028700" lvl="1" indent="-342900">
              <a:buFont typeface="Wingdings" panose="05000000000000000000" pitchFamily="2" charset="2"/>
              <a:buChar char="v"/>
            </a:pPr>
            <a:r>
              <a:rPr lang="en-US" noProof="0" dirty="0"/>
              <a:t>Security functions use similar capabilities and configuration languages.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Static</a:t>
            </a:r>
          </a:p>
          <a:p>
            <a:pPr marL="1028700" lvl="1" indent="-342900">
              <a:buFont typeface="Wingdings" panose="05000000000000000000" pitchFamily="2" charset="2"/>
              <a:buChar char="v"/>
            </a:pPr>
            <a:r>
              <a:rPr lang="en-US" noProof="0" dirty="0"/>
              <a:t>Topology, services, and requirements do not change frequently.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Fully controlled</a:t>
            </a:r>
          </a:p>
          <a:p>
            <a:pPr marL="1028700" lvl="1" indent="-342900">
              <a:buFont typeface="Wingdings" panose="05000000000000000000" pitchFamily="2" charset="2"/>
              <a:buChar char="v"/>
            </a:pPr>
            <a:r>
              <a:rPr lang="en-US" noProof="0" dirty="0"/>
              <a:t>The administrator has complete visibility and authority over the whole network.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0C2EB21-6B09-A794-AA5E-31129188AED2}"/>
              </a:ext>
            </a:extLst>
          </p:cNvPr>
          <p:cNvSpPr/>
          <p:nvPr/>
        </p:nvSpPr>
        <p:spPr>
          <a:xfrm>
            <a:off x="321617" y="5555768"/>
            <a:ext cx="11527746" cy="605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noProof="0" dirty="0"/>
              <a:t>These conditions hold for traditional physical networks, but nowadays…</a:t>
            </a:r>
          </a:p>
        </p:txBody>
      </p:sp>
    </p:spTree>
    <p:extLst>
      <p:ext uri="{BB962C8B-B14F-4D97-AF65-F5344CB8AC3E}">
        <p14:creationId xmlns:p14="http://schemas.microsoft.com/office/powerpoint/2010/main" val="323433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545BB-9513-6F96-39C0-DCE4EC28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91688E-8261-1C3B-301B-3A2AB72EA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…but Virtualized Networks Are Different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CDA15C0-EE36-35E6-D094-A093906D1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969182"/>
            <a:ext cx="7717258" cy="4680000"/>
          </a:xfrm>
        </p:spPr>
        <p:txBody>
          <a:bodyPr/>
          <a:lstStyle/>
          <a:p>
            <a:r>
              <a:rPr lang="en-US" noProof="0" dirty="0"/>
              <a:t>NFV/SDN have created networks with different characteristics:</a:t>
            </a:r>
          </a:p>
          <a:p>
            <a:endParaRPr lang="en-US" sz="400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Large </a:t>
            </a:r>
          </a:p>
          <a:p>
            <a:pPr marL="1028700" lvl="1" indent="-342900">
              <a:buFont typeface="Wingdings" panose="05000000000000000000" pitchFamily="2" charset="2"/>
              <a:buChar char="v"/>
            </a:pPr>
            <a:r>
              <a:rPr lang="en-US" noProof="0" dirty="0"/>
              <a:t>Enlarging virtual networks is cheap and easy.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Heterogenous</a:t>
            </a:r>
          </a:p>
          <a:p>
            <a:pPr marL="1028700" lvl="1" indent="-342900">
              <a:buFont typeface="Wingdings" panose="05000000000000000000" pitchFamily="2" charset="2"/>
              <a:buChar char="v"/>
            </a:pPr>
            <a:r>
              <a:rPr lang="en-US" noProof="0" dirty="0"/>
              <a:t>Different virtual function types may coexist.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Dynamic</a:t>
            </a:r>
            <a:r>
              <a:rPr lang="en-US" noProof="0" dirty="0"/>
              <a:t> </a:t>
            </a:r>
          </a:p>
          <a:p>
            <a:pPr marL="1028700" lvl="1" indent="-342900">
              <a:buFont typeface="Wingdings" panose="05000000000000000000" pitchFamily="2" charset="2"/>
              <a:buChar char="v"/>
            </a:pPr>
            <a:r>
              <a:rPr lang="en-US" noProof="0" dirty="0"/>
              <a:t>Everything may change at runtime.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Partially Controlled </a:t>
            </a:r>
          </a:p>
          <a:p>
            <a:pPr marL="1028700" lvl="1" indent="-342900">
              <a:buFont typeface="Wingdings" panose="05000000000000000000" pitchFamily="2" charset="2"/>
              <a:buChar char="v"/>
            </a:pPr>
            <a:r>
              <a:rPr lang="en-US" noProof="0" dirty="0"/>
              <a:t>Resources and services may span multiple domains.</a:t>
            </a:r>
          </a:p>
        </p:txBody>
      </p:sp>
      <p:pic>
        <p:nvPicPr>
          <p:cNvPr id="5" name="Immagine 4" descr="Service Function Chaining Architecture | Download Scientific Diagram">
            <a:extLst>
              <a:ext uri="{FF2B5EF4-FFF2-40B4-BE49-F238E27FC236}">
                <a16:creationId xmlns:a16="http://schemas.microsoft.com/office/drawing/2014/main" id="{EC85DFB1-7732-5C27-E3F2-72B4AABE4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307" y="736249"/>
            <a:ext cx="3816741" cy="514586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25C24EA-2B7F-09FD-93D8-A22DF2066E3C}"/>
              </a:ext>
            </a:extLst>
          </p:cNvPr>
          <p:cNvSpPr txBox="1"/>
          <p:nvPr/>
        </p:nvSpPr>
        <p:spPr>
          <a:xfrm>
            <a:off x="1584435" y="1913278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rgbClr val="C00000"/>
                </a:solidFill>
              </a:rPr>
              <a:t>≠ Small</a:t>
            </a:r>
            <a:endParaRPr lang="en-US" noProof="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9F39B8D-55F6-5CB9-B31B-AA666587B3FF}"/>
              </a:ext>
            </a:extLst>
          </p:cNvPr>
          <p:cNvSpPr txBox="1"/>
          <p:nvPr/>
        </p:nvSpPr>
        <p:spPr>
          <a:xfrm>
            <a:off x="2908739" y="2745697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rgbClr val="C00000"/>
                </a:solidFill>
              </a:rPr>
              <a:t>≠ Homogenous</a:t>
            </a:r>
            <a:endParaRPr lang="en-US" noProof="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7D0DFC6-85FD-5606-60E0-FCAA066D4665}"/>
              </a:ext>
            </a:extLst>
          </p:cNvPr>
          <p:cNvSpPr txBox="1"/>
          <p:nvPr/>
        </p:nvSpPr>
        <p:spPr>
          <a:xfrm>
            <a:off x="2120462" y="3578116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rgbClr val="C00000"/>
                </a:solidFill>
              </a:rPr>
              <a:t>≠ Static</a:t>
            </a:r>
            <a:endParaRPr lang="en-US" noProof="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FAC2FEF-DAB8-BAC4-5048-439151FF8BA3}"/>
              </a:ext>
            </a:extLst>
          </p:cNvPr>
          <p:cNvSpPr txBox="1"/>
          <p:nvPr/>
        </p:nvSpPr>
        <p:spPr>
          <a:xfrm>
            <a:off x="3551972" y="4382816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rgbClr val="C00000"/>
                </a:solidFill>
              </a:rPr>
              <a:t>≠ Fully Controlled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507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4547-B9B3-5896-0C64-3E85AB52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F57353-F7A2-CA53-34D1-531727FD8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Is Manual Security Configuration Feasible Now?</a:t>
            </a:r>
          </a:p>
        </p:txBody>
      </p:sp>
      <p:grpSp>
        <p:nvGrpSpPr>
          <p:cNvPr id="40" name="Google Shape;1604;p10">
            <a:extLst>
              <a:ext uri="{FF2B5EF4-FFF2-40B4-BE49-F238E27FC236}">
                <a16:creationId xmlns:a16="http://schemas.microsoft.com/office/drawing/2014/main" id="{3C8E9561-9351-6AF9-D5AE-5D9B239A9952}"/>
              </a:ext>
            </a:extLst>
          </p:cNvPr>
          <p:cNvGrpSpPr/>
          <p:nvPr/>
        </p:nvGrpSpPr>
        <p:grpSpPr>
          <a:xfrm>
            <a:off x="5619583" y="2648197"/>
            <a:ext cx="449341" cy="364878"/>
            <a:chOff x="4352056" y="0"/>
            <a:chExt cx="675640" cy="548640"/>
          </a:xfrm>
        </p:grpSpPr>
        <p:grpSp>
          <p:nvGrpSpPr>
            <p:cNvPr id="43" name="Google Shape;1606;p10">
              <a:extLst>
                <a:ext uri="{FF2B5EF4-FFF2-40B4-BE49-F238E27FC236}">
                  <a16:creationId xmlns:a16="http://schemas.microsoft.com/office/drawing/2014/main" id="{1E3B4A0E-A096-D2AA-0CBE-E4E53DD736B3}"/>
                </a:ext>
              </a:extLst>
            </p:cNvPr>
            <p:cNvGrpSpPr/>
            <p:nvPr/>
          </p:nvGrpSpPr>
          <p:grpSpPr>
            <a:xfrm>
              <a:off x="4415556" y="0"/>
              <a:ext cx="548640" cy="548640"/>
              <a:chOff x="960438" y="55563"/>
              <a:chExt cx="7424737" cy="7424737"/>
            </a:xfrm>
          </p:grpSpPr>
          <p:cxnSp>
            <p:nvCxnSpPr>
              <p:cNvPr id="45" name="Google Shape;1607;p10">
                <a:extLst>
                  <a:ext uri="{FF2B5EF4-FFF2-40B4-BE49-F238E27FC236}">
                    <a16:creationId xmlns:a16="http://schemas.microsoft.com/office/drawing/2014/main" id="{E714641D-8FF2-35C4-28AC-3347E29C7F8A}"/>
                  </a:ext>
                </a:extLst>
              </p:cNvPr>
              <p:cNvCxnSpPr/>
              <p:nvPr/>
            </p:nvCxnSpPr>
            <p:spPr>
              <a:xfrm>
                <a:off x="4660895" y="4294994"/>
                <a:ext cx="1586" cy="194627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6" name="Google Shape;1608;p10">
                <a:extLst>
                  <a:ext uri="{FF2B5EF4-FFF2-40B4-BE49-F238E27FC236}">
                    <a16:creationId xmlns:a16="http://schemas.microsoft.com/office/drawing/2014/main" id="{CA3C52B4-83BA-62D6-B78E-89222DD89766}"/>
                  </a:ext>
                </a:extLst>
              </p:cNvPr>
              <p:cNvSpPr/>
              <p:nvPr/>
            </p:nvSpPr>
            <p:spPr>
              <a:xfrm>
                <a:off x="4348163" y="6283325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1" extrusionOk="0">
                    <a:moveTo>
                      <a:pt x="0" y="0"/>
                    </a:moveTo>
                    <a:lnTo>
                      <a:pt x="870" y="1490"/>
                    </a:lnTo>
                    <a:lnTo>
                      <a:pt x="1739" y="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" name="Google Shape;1609;p10">
                <a:extLst>
                  <a:ext uri="{FF2B5EF4-FFF2-40B4-BE49-F238E27FC236}">
                    <a16:creationId xmlns:a16="http://schemas.microsoft.com/office/drawing/2014/main" id="{F5DB1805-3ACE-99E8-16B9-CB6BF31F61F2}"/>
                  </a:ext>
                </a:extLst>
              </p:cNvPr>
              <p:cNvCxnSpPr/>
              <p:nvPr/>
            </p:nvCxnSpPr>
            <p:spPr>
              <a:xfrm rot="10800000" flipH="1">
                <a:off x="4660895" y="1361265"/>
                <a:ext cx="1586" cy="207169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8" name="Google Shape;1610;p10">
                <a:extLst>
                  <a:ext uri="{FF2B5EF4-FFF2-40B4-BE49-F238E27FC236}">
                    <a16:creationId xmlns:a16="http://schemas.microsoft.com/office/drawing/2014/main" id="{3F00EC96-3E3A-C0C5-C2F5-0F0AE2088BD0}"/>
                  </a:ext>
                </a:extLst>
              </p:cNvPr>
              <p:cNvSpPr/>
              <p:nvPr/>
            </p:nvSpPr>
            <p:spPr>
              <a:xfrm>
                <a:off x="4348163" y="782638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2" extrusionOk="0">
                    <a:moveTo>
                      <a:pt x="1739" y="1491"/>
                    </a:moveTo>
                    <a:lnTo>
                      <a:pt x="870" y="0"/>
                    </a:lnTo>
                    <a:lnTo>
                      <a:pt x="0" y="1491"/>
                    </a:lnTo>
                    <a:lnTo>
                      <a:pt x="1739" y="1491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" name="Google Shape;1611;p10">
                <a:extLst>
                  <a:ext uri="{FF2B5EF4-FFF2-40B4-BE49-F238E27FC236}">
                    <a16:creationId xmlns:a16="http://schemas.microsoft.com/office/drawing/2014/main" id="{C076EF37-5E24-D814-BD8B-9CF5911F29DF}"/>
                  </a:ext>
                </a:extLst>
              </p:cNvPr>
              <p:cNvCxnSpPr/>
              <p:nvPr/>
            </p:nvCxnSpPr>
            <p:spPr>
              <a:xfrm>
                <a:off x="5822141" y="3890958"/>
                <a:ext cx="2068506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" name="Google Shape;1612;p10">
                <a:extLst>
                  <a:ext uri="{FF2B5EF4-FFF2-40B4-BE49-F238E27FC236}">
                    <a16:creationId xmlns:a16="http://schemas.microsoft.com/office/drawing/2014/main" id="{E165F682-8D4C-DE32-78DF-4FACF52D84FF}"/>
                  </a:ext>
                </a:extLst>
              </p:cNvPr>
              <p:cNvSpPr/>
              <p:nvPr/>
            </p:nvSpPr>
            <p:spPr>
              <a:xfrm>
                <a:off x="52419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1492" y="1770"/>
                    </a:moveTo>
                    <a:lnTo>
                      <a:pt x="0" y="869"/>
                    </a:lnTo>
                    <a:lnTo>
                      <a:pt x="1492" y="0"/>
                    </a:lnTo>
                    <a:lnTo>
                      <a:pt x="1492" y="177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" name="Google Shape;1613;p10">
                <a:extLst>
                  <a:ext uri="{FF2B5EF4-FFF2-40B4-BE49-F238E27FC236}">
                    <a16:creationId xmlns:a16="http://schemas.microsoft.com/office/drawing/2014/main" id="{E02365D7-47AE-DCF2-73C4-0CEF68E2F7EE}"/>
                  </a:ext>
                </a:extLst>
              </p:cNvPr>
              <p:cNvCxnSpPr/>
              <p:nvPr/>
            </p:nvCxnSpPr>
            <p:spPr>
              <a:xfrm flipH="1">
                <a:off x="1451779" y="3890958"/>
                <a:ext cx="2071693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2" name="Google Shape;1614;p10">
                <a:extLst>
                  <a:ext uri="{FF2B5EF4-FFF2-40B4-BE49-F238E27FC236}">
                    <a16:creationId xmlns:a16="http://schemas.microsoft.com/office/drawing/2014/main" id="{E6EFEFB0-A170-EB79-C4DC-DB743EABEA6D}"/>
                  </a:ext>
                </a:extLst>
              </p:cNvPr>
              <p:cNvSpPr/>
              <p:nvPr/>
            </p:nvSpPr>
            <p:spPr>
              <a:xfrm>
                <a:off x="35655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0" y="0"/>
                    </a:moveTo>
                    <a:lnTo>
                      <a:pt x="1492" y="869"/>
                    </a:lnTo>
                    <a:lnTo>
                      <a:pt x="0" y="177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1615;p10">
                <a:extLst>
                  <a:ext uri="{FF2B5EF4-FFF2-40B4-BE49-F238E27FC236}">
                    <a16:creationId xmlns:a16="http://schemas.microsoft.com/office/drawing/2014/main" id="{CA228B8F-EF88-75E0-1935-1912A419A600}"/>
                  </a:ext>
                </a:extLst>
              </p:cNvPr>
              <p:cNvSpPr/>
              <p:nvPr/>
            </p:nvSpPr>
            <p:spPr>
              <a:xfrm>
                <a:off x="960438" y="55563"/>
                <a:ext cx="7424737" cy="7424737"/>
              </a:xfrm>
              <a:custGeom>
                <a:avLst/>
                <a:gdLst/>
                <a:ahLst/>
                <a:cxnLst/>
                <a:rect l="l" t="t" r="r" b="b"/>
                <a:pathLst>
                  <a:path w="20626" h="20626" extrusionOk="0">
                    <a:moveTo>
                      <a:pt x="0" y="10313"/>
                    </a:moveTo>
                    <a:lnTo>
                      <a:pt x="0" y="10313"/>
                    </a:lnTo>
                    <a:cubicBezTo>
                      <a:pt x="0" y="16028"/>
                      <a:pt x="4628" y="20625"/>
                      <a:pt x="10313" y="20625"/>
                    </a:cubicBezTo>
                    <a:cubicBezTo>
                      <a:pt x="15997" y="20625"/>
                      <a:pt x="20625" y="16028"/>
                      <a:pt x="20625" y="10313"/>
                    </a:cubicBezTo>
                    <a:cubicBezTo>
                      <a:pt x="20625" y="4629"/>
                      <a:pt x="15997" y="0"/>
                      <a:pt x="10313" y="0"/>
                    </a:cubicBezTo>
                    <a:cubicBezTo>
                      <a:pt x="4628" y="0"/>
                      <a:pt x="0" y="4629"/>
                      <a:pt x="0" y="1031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" name="Google Shape;1617;p10">
              <a:extLst>
                <a:ext uri="{FF2B5EF4-FFF2-40B4-BE49-F238E27FC236}">
                  <a16:creationId xmlns:a16="http://schemas.microsoft.com/office/drawing/2014/main" id="{9B8C578B-620A-3EF6-3D1C-054874E5BEAC}"/>
                </a:ext>
              </a:extLst>
            </p:cNvPr>
            <p:cNvSpPr/>
            <p:nvPr/>
          </p:nvSpPr>
          <p:spPr>
            <a:xfrm>
              <a:off x="4352056" y="0"/>
              <a:ext cx="675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5" name="Google Shape;1415;p7">
            <a:extLst>
              <a:ext uri="{FF2B5EF4-FFF2-40B4-BE49-F238E27FC236}">
                <a16:creationId xmlns:a16="http://schemas.microsoft.com/office/drawing/2014/main" id="{77CE9374-3E43-6E41-7475-B05FDE7AEE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84622" y="2411255"/>
            <a:ext cx="432399" cy="363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1415;p7">
            <a:extLst>
              <a:ext uri="{FF2B5EF4-FFF2-40B4-BE49-F238E27FC236}">
                <a16:creationId xmlns:a16="http://schemas.microsoft.com/office/drawing/2014/main" id="{0EBFA813-E762-23C6-5834-8D19E64106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78244" y="2929020"/>
            <a:ext cx="432399" cy="363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1415;p7">
            <a:extLst>
              <a:ext uri="{FF2B5EF4-FFF2-40B4-BE49-F238E27FC236}">
                <a16:creationId xmlns:a16="http://schemas.microsoft.com/office/drawing/2014/main" id="{6A2FB494-F166-5B28-1AD8-8E206EF5D4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84622" y="3488123"/>
            <a:ext cx="432399" cy="36388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380;p1">
            <a:extLst>
              <a:ext uri="{FF2B5EF4-FFF2-40B4-BE49-F238E27FC236}">
                <a16:creationId xmlns:a16="http://schemas.microsoft.com/office/drawing/2014/main" id="{B7947474-AD1F-0697-C966-8C1B0F052837}"/>
              </a:ext>
            </a:extLst>
          </p:cNvPr>
          <p:cNvSpPr/>
          <p:nvPr/>
        </p:nvSpPr>
        <p:spPr>
          <a:xfrm>
            <a:off x="6603287" y="2329109"/>
            <a:ext cx="678717" cy="383038"/>
          </a:xfrm>
          <a:custGeom>
            <a:avLst/>
            <a:gdLst/>
            <a:ahLst/>
            <a:cxnLst/>
            <a:rect l="l" t="t" r="r" b="b"/>
            <a:pathLst>
              <a:path w="406084" h="269830" extrusionOk="0">
                <a:moveTo>
                  <a:pt x="270654" y="269830"/>
                </a:moveTo>
                <a:cubicBezTo>
                  <a:pt x="345350" y="269930"/>
                  <a:pt x="405984" y="209607"/>
                  <a:pt x="406084" y="135095"/>
                </a:cubicBezTo>
                <a:cubicBezTo>
                  <a:pt x="406184" y="60584"/>
                  <a:pt x="345712" y="100"/>
                  <a:pt x="271016" y="0"/>
                </a:cubicBezTo>
                <a:cubicBezTo>
                  <a:pt x="205884" y="-87"/>
                  <a:pt x="149941" y="46147"/>
                  <a:pt x="137913" y="110001"/>
                </a:cubicBezTo>
                <a:cubicBezTo>
                  <a:pt x="97975" y="82459"/>
                  <a:pt x="43216" y="92427"/>
                  <a:pt x="15606" y="132266"/>
                </a:cubicBezTo>
                <a:cubicBezTo>
                  <a:pt x="-12004" y="172105"/>
                  <a:pt x="-2011" y="226728"/>
                  <a:pt x="37927" y="254270"/>
                </a:cubicBezTo>
                <a:cubicBezTo>
                  <a:pt x="52661" y="264432"/>
                  <a:pt x="70156" y="269861"/>
                  <a:pt x="88069" y="269830"/>
                </a:cubicBezTo>
                <a:close/>
              </a:path>
            </a:pathLst>
          </a:custGeom>
          <a:noFill/>
          <a:ln w="164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380;p1">
            <a:extLst>
              <a:ext uri="{FF2B5EF4-FFF2-40B4-BE49-F238E27FC236}">
                <a16:creationId xmlns:a16="http://schemas.microsoft.com/office/drawing/2014/main" id="{4477E782-1D91-4A69-E2FD-5A2FF369A7BF}"/>
              </a:ext>
            </a:extLst>
          </p:cNvPr>
          <p:cNvSpPr/>
          <p:nvPr/>
        </p:nvSpPr>
        <p:spPr>
          <a:xfrm>
            <a:off x="5363058" y="3365755"/>
            <a:ext cx="706983" cy="398990"/>
          </a:xfrm>
          <a:custGeom>
            <a:avLst/>
            <a:gdLst/>
            <a:ahLst/>
            <a:cxnLst/>
            <a:rect l="l" t="t" r="r" b="b"/>
            <a:pathLst>
              <a:path w="406084" h="269830" extrusionOk="0">
                <a:moveTo>
                  <a:pt x="270654" y="269830"/>
                </a:moveTo>
                <a:cubicBezTo>
                  <a:pt x="345350" y="269930"/>
                  <a:pt x="405984" y="209607"/>
                  <a:pt x="406084" y="135095"/>
                </a:cubicBezTo>
                <a:cubicBezTo>
                  <a:pt x="406184" y="60584"/>
                  <a:pt x="345712" y="100"/>
                  <a:pt x="271016" y="0"/>
                </a:cubicBezTo>
                <a:cubicBezTo>
                  <a:pt x="205884" y="-87"/>
                  <a:pt x="149941" y="46147"/>
                  <a:pt x="137913" y="110001"/>
                </a:cubicBezTo>
                <a:cubicBezTo>
                  <a:pt x="97975" y="82459"/>
                  <a:pt x="43216" y="92427"/>
                  <a:pt x="15606" y="132266"/>
                </a:cubicBezTo>
                <a:cubicBezTo>
                  <a:pt x="-12004" y="172105"/>
                  <a:pt x="-2011" y="226728"/>
                  <a:pt x="37927" y="254270"/>
                </a:cubicBezTo>
                <a:cubicBezTo>
                  <a:pt x="52661" y="264432"/>
                  <a:pt x="70156" y="269861"/>
                  <a:pt x="88069" y="269830"/>
                </a:cubicBezTo>
                <a:close/>
              </a:path>
            </a:pathLst>
          </a:custGeom>
          <a:noFill/>
          <a:ln w="164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ruppo 87">
            <a:extLst>
              <a:ext uri="{FF2B5EF4-FFF2-40B4-BE49-F238E27FC236}">
                <a16:creationId xmlns:a16="http://schemas.microsoft.com/office/drawing/2014/main" id="{9699AEDE-1016-C6B3-79C7-8D932CB8E21B}"/>
              </a:ext>
            </a:extLst>
          </p:cNvPr>
          <p:cNvGrpSpPr/>
          <p:nvPr/>
        </p:nvGrpSpPr>
        <p:grpSpPr>
          <a:xfrm>
            <a:off x="7132134" y="3050826"/>
            <a:ext cx="630784" cy="363881"/>
            <a:chOff x="8600187" y="2519609"/>
            <a:chExt cx="1168494" cy="674070"/>
          </a:xfrm>
        </p:grpSpPr>
        <p:grpSp>
          <p:nvGrpSpPr>
            <p:cNvPr id="73" name="Google Shape;457;p2">
              <a:extLst>
                <a:ext uri="{FF2B5EF4-FFF2-40B4-BE49-F238E27FC236}">
                  <a16:creationId xmlns:a16="http://schemas.microsoft.com/office/drawing/2014/main" id="{8C1A9D66-E70D-22D2-4F87-D219FB1D8729}"/>
                </a:ext>
              </a:extLst>
            </p:cNvPr>
            <p:cNvGrpSpPr/>
            <p:nvPr/>
          </p:nvGrpSpPr>
          <p:grpSpPr>
            <a:xfrm>
              <a:off x="8600187" y="2645611"/>
              <a:ext cx="704088" cy="539495"/>
              <a:chOff x="3792486" y="1429866"/>
              <a:chExt cx="378844" cy="360881"/>
            </a:xfrm>
          </p:grpSpPr>
          <p:sp>
            <p:nvSpPr>
              <p:cNvPr id="75" name="Google Shape;458;p2">
                <a:extLst>
                  <a:ext uri="{FF2B5EF4-FFF2-40B4-BE49-F238E27FC236}">
                    <a16:creationId xmlns:a16="http://schemas.microsoft.com/office/drawing/2014/main" id="{9728723B-F551-767D-3CC4-51B6B64A37A9}"/>
                  </a:ext>
                </a:extLst>
              </p:cNvPr>
              <p:cNvSpPr/>
              <p:nvPr/>
            </p:nvSpPr>
            <p:spPr>
              <a:xfrm>
                <a:off x="3792486" y="1429866"/>
                <a:ext cx="378844" cy="262459"/>
              </a:xfrm>
              <a:custGeom>
                <a:avLst/>
                <a:gdLst/>
                <a:ahLst/>
                <a:cxnLst/>
                <a:rect l="l" t="t" r="r" b="b"/>
                <a:pathLst>
                  <a:path w="378844" h="262459" extrusionOk="0">
                    <a:moveTo>
                      <a:pt x="0" y="16404"/>
                    </a:moveTo>
                    <a:cubicBezTo>
                      <a:pt x="0" y="7344"/>
                      <a:pt x="7374" y="0"/>
                      <a:pt x="16472" y="0"/>
                    </a:cubicBezTo>
                    <a:lnTo>
                      <a:pt x="362374" y="0"/>
                    </a:lnTo>
                    <a:cubicBezTo>
                      <a:pt x="371470" y="0"/>
                      <a:pt x="378845" y="7344"/>
                      <a:pt x="378845" y="16404"/>
                    </a:cubicBezTo>
                    <a:lnTo>
                      <a:pt x="378845" y="246056"/>
                    </a:lnTo>
                    <a:cubicBezTo>
                      <a:pt x="378845" y="255116"/>
                      <a:pt x="371470" y="262460"/>
                      <a:pt x="362374" y="262460"/>
                    </a:cubicBezTo>
                    <a:lnTo>
                      <a:pt x="16472" y="262460"/>
                    </a:lnTo>
                    <a:cubicBezTo>
                      <a:pt x="7374" y="262460"/>
                      <a:pt x="0" y="255116"/>
                      <a:pt x="0" y="246056"/>
                    </a:cubicBezTo>
                    <a:lnTo>
                      <a:pt x="0" y="16404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76" name="Google Shape;459;p2">
                <a:extLst>
                  <a:ext uri="{FF2B5EF4-FFF2-40B4-BE49-F238E27FC236}">
                    <a16:creationId xmlns:a16="http://schemas.microsoft.com/office/drawing/2014/main" id="{5942BDCA-CF3D-E97F-16DC-8009CD5087E8}"/>
                  </a:ext>
                </a:extLst>
              </p:cNvPr>
              <p:cNvSpPr/>
              <p:nvPr/>
            </p:nvSpPr>
            <p:spPr>
              <a:xfrm>
                <a:off x="3949575" y="1692325"/>
                <a:ext cx="64667" cy="60693"/>
              </a:xfrm>
              <a:custGeom>
                <a:avLst/>
                <a:gdLst/>
                <a:ahLst/>
                <a:cxnLst/>
                <a:rect l="l" t="t" r="r" b="b"/>
                <a:pathLst>
                  <a:path w="64667" h="60693" extrusionOk="0">
                    <a:moveTo>
                      <a:pt x="32333" y="57413"/>
                    </a:moveTo>
                    <a:cubicBezTo>
                      <a:pt x="43196" y="57377"/>
                      <a:pt x="54035" y="58478"/>
                      <a:pt x="64667" y="60694"/>
                    </a:cubicBezTo>
                    <a:lnTo>
                      <a:pt x="57041" y="0"/>
                    </a:lnTo>
                    <a:lnTo>
                      <a:pt x="7626" y="0"/>
                    </a:lnTo>
                    <a:lnTo>
                      <a:pt x="0" y="60694"/>
                    </a:lnTo>
                    <a:cubicBezTo>
                      <a:pt x="10632" y="58478"/>
                      <a:pt x="21470" y="57377"/>
                      <a:pt x="32333" y="57413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77" name="Google Shape;460;p2">
                <a:extLst>
                  <a:ext uri="{FF2B5EF4-FFF2-40B4-BE49-F238E27FC236}">
                    <a16:creationId xmlns:a16="http://schemas.microsoft.com/office/drawing/2014/main" id="{27DBABCC-85D4-0F12-C782-8D765BA81BDA}"/>
                  </a:ext>
                </a:extLst>
              </p:cNvPr>
              <p:cNvSpPr/>
              <p:nvPr/>
            </p:nvSpPr>
            <p:spPr>
              <a:xfrm>
                <a:off x="3899550" y="1749738"/>
                <a:ext cx="164715" cy="41009"/>
              </a:xfrm>
              <a:custGeom>
                <a:avLst/>
                <a:gdLst/>
                <a:ahLst/>
                <a:cxnLst/>
                <a:rect l="l" t="t" r="r" b="b"/>
                <a:pathLst>
                  <a:path w="164715" h="41009" extrusionOk="0">
                    <a:moveTo>
                      <a:pt x="0" y="41009"/>
                    </a:moveTo>
                    <a:cubicBezTo>
                      <a:pt x="0" y="18356"/>
                      <a:pt x="36880" y="0"/>
                      <a:pt x="82358" y="0"/>
                    </a:cubicBezTo>
                    <a:cubicBezTo>
                      <a:pt x="127836" y="0"/>
                      <a:pt x="164715" y="18356"/>
                      <a:pt x="164715" y="41009"/>
                    </a:cubicBezTo>
                    <a:lnTo>
                      <a:pt x="0" y="41009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79" name="Google Shape;510;p2">
              <a:extLst>
                <a:ext uri="{FF2B5EF4-FFF2-40B4-BE49-F238E27FC236}">
                  <a16:creationId xmlns:a16="http://schemas.microsoft.com/office/drawing/2014/main" id="{088C7153-B526-DC58-2619-7665084AED43}"/>
                </a:ext>
              </a:extLst>
            </p:cNvPr>
            <p:cNvGrpSpPr/>
            <p:nvPr/>
          </p:nvGrpSpPr>
          <p:grpSpPr>
            <a:xfrm>
              <a:off x="9282973" y="2519609"/>
              <a:ext cx="485708" cy="674070"/>
              <a:chOff x="5432275" y="227930"/>
              <a:chExt cx="261789" cy="377285"/>
            </a:xfrm>
          </p:grpSpPr>
          <p:sp>
            <p:nvSpPr>
              <p:cNvPr id="81" name="Google Shape;511;p2">
                <a:extLst>
                  <a:ext uri="{FF2B5EF4-FFF2-40B4-BE49-F238E27FC236}">
                    <a16:creationId xmlns:a16="http://schemas.microsoft.com/office/drawing/2014/main" id="{366CBD0E-EA7B-704F-0937-C9AA0E421092}"/>
                  </a:ext>
                </a:extLst>
              </p:cNvPr>
              <p:cNvSpPr/>
              <p:nvPr/>
            </p:nvSpPr>
            <p:spPr>
              <a:xfrm>
                <a:off x="5489052" y="227930"/>
                <a:ext cx="148243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48243" h="344478" extrusionOk="0">
                    <a:moveTo>
                      <a:pt x="16472" y="0"/>
                    </a:moveTo>
                    <a:lnTo>
                      <a:pt x="131772" y="0"/>
                    </a:lnTo>
                    <a:cubicBezTo>
                      <a:pt x="140869" y="0"/>
                      <a:pt x="148244" y="7344"/>
                      <a:pt x="148244" y="16404"/>
                    </a:cubicBezTo>
                    <a:lnTo>
                      <a:pt x="148244" y="344478"/>
                    </a:lnTo>
                    <a:lnTo>
                      <a:pt x="0" y="344478"/>
                    </a:lnTo>
                    <a:lnTo>
                      <a:pt x="0" y="16404"/>
                    </a:lnTo>
                    <a:cubicBezTo>
                      <a:pt x="0" y="7344"/>
                      <a:pt x="7374" y="0"/>
                      <a:pt x="16472" y="0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512;p2">
                <a:extLst>
                  <a:ext uri="{FF2B5EF4-FFF2-40B4-BE49-F238E27FC236}">
                    <a16:creationId xmlns:a16="http://schemas.microsoft.com/office/drawing/2014/main" id="{709D1E0F-C998-2C68-19D6-EF8978996100}"/>
                  </a:ext>
                </a:extLst>
              </p:cNvPr>
              <p:cNvSpPr/>
              <p:nvPr/>
            </p:nvSpPr>
            <p:spPr>
              <a:xfrm>
                <a:off x="5432275" y="514995"/>
                <a:ext cx="261789" cy="90220"/>
              </a:xfrm>
              <a:custGeom>
                <a:avLst/>
                <a:gdLst/>
                <a:ahLst/>
                <a:cxnLst/>
                <a:rect l="l" t="t" r="r" b="b"/>
                <a:pathLst>
                  <a:path w="261789" h="90220" extrusionOk="0">
                    <a:moveTo>
                      <a:pt x="205016" y="0"/>
                    </a:moveTo>
                    <a:lnTo>
                      <a:pt x="219116" y="0"/>
                    </a:lnTo>
                    <a:cubicBezTo>
                      <a:pt x="225572" y="2"/>
                      <a:pt x="231433" y="3760"/>
                      <a:pt x="234105" y="9613"/>
                    </a:cubicBezTo>
                    <a:lnTo>
                      <a:pt x="260311" y="67026"/>
                    </a:lnTo>
                    <a:cubicBezTo>
                      <a:pt x="262630" y="72103"/>
                      <a:pt x="262200" y="78005"/>
                      <a:pt x="259169" y="82695"/>
                    </a:cubicBezTo>
                    <a:cubicBezTo>
                      <a:pt x="256139" y="87384"/>
                      <a:pt x="250922" y="90219"/>
                      <a:pt x="245322" y="90221"/>
                    </a:cubicBezTo>
                    <a:lnTo>
                      <a:pt x="16467" y="90221"/>
                    </a:lnTo>
                    <a:cubicBezTo>
                      <a:pt x="10866" y="90219"/>
                      <a:pt x="5651" y="87384"/>
                      <a:pt x="2620" y="82695"/>
                    </a:cubicBezTo>
                    <a:cubicBezTo>
                      <a:pt x="-410" y="78005"/>
                      <a:pt x="-840" y="72103"/>
                      <a:pt x="1477" y="67026"/>
                    </a:cubicBezTo>
                    <a:lnTo>
                      <a:pt x="27684" y="9613"/>
                    </a:lnTo>
                    <a:cubicBezTo>
                      <a:pt x="30357" y="3760"/>
                      <a:pt x="36217" y="2"/>
                      <a:pt x="42673" y="0"/>
                    </a:cubicBezTo>
                    <a:lnTo>
                      <a:pt x="56772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513;p2">
                <a:extLst>
                  <a:ext uri="{FF2B5EF4-FFF2-40B4-BE49-F238E27FC236}">
                    <a16:creationId xmlns:a16="http://schemas.microsoft.com/office/drawing/2014/main" id="{3316DF1C-C96E-73EA-CE12-273DD78EE973}"/>
                  </a:ext>
                </a:extLst>
              </p:cNvPr>
              <p:cNvSpPr/>
              <p:nvPr/>
            </p:nvSpPr>
            <p:spPr>
              <a:xfrm>
                <a:off x="5538467" y="227930"/>
                <a:ext cx="12696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2696" h="344478" extrusionOk="0">
                    <a:moveTo>
                      <a:pt x="0" y="0"/>
                    </a:moveTo>
                    <a:lnTo>
                      <a:pt x="0" y="344479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514;p2">
                <a:extLst>
                  <a:ext uri="{FF2B5EF4-FFF2-40B4-BE49-F238E27FC236}">
                    <a16:creationId xmlns:a16="http://schemas.microsoft.com/office/drawing/2014/main" id="{AB814624-6D59-DA94-5B29-F7AF7541C47A}"/>
                  </a:ext>
                </a:extLst>
              </p:cNvPr>
              <p:cNvSpPr/>
              <p:nvPr/>
            </p:nvSpPr>
            <p:spPr>
              <a:xfrm>
                <a:off x="5583764" y="486289"/>
                <a:ext cx="8235" cy="8201"/>
              </a:xfrm>
              <a:custGeom>
                <a:avLst/>
                <a:gdLst/>
                <a:ahLst/>
                <a:cxnLst/>
                <a:rect l="l" t="t" r="r" b="b"/>
                <a:pathLst>
                  <a:path w="8235" h="8201" extrusionOk="0">
                    <a:moveTo>
                      <a:pt x="4118" y="0"/>
                    </a:moveTo>
                    <a:cubicBezTo>
                      <a:pt x="6393" y="0"/>
                      <a:pt x="8236" y="1835"/>
                      <a:pt x="8236" y="4101"/>
                    </a:cubicBezTo>
                    <a:cubicBezTo>
                      <a:pt x="8236" y="6366"/>
                      <a:pt x="6393" y="8202"/>
                      <a:pt x="4118" y="8202"/>
                    </a:cubicBezTo>
                    <a:cubicBezTo>
                      <a:pt x="1843" y="8202"/>
                      <a:pt x="0" y="6366"/>
                      <a:pt x="0" y="4101"/>
                    </a:cubicBezTo>
                    <a:cubicBezTo>
                      <a:pt x="0" y="1835"/>
                      <a:pt x="1843" y="0"/>
                      <a:pt x="4118" y="0"/>
                    </a:cubicBez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515;p2">
                <a:extLst>
                  <a:ext uri="{FF2B5EF4-FFF2-40B4-BE49-F238E27FC236}">
                    <a16:creationId xmlns:a16="http://schemas.microsoft.com/office/drawing/2014/main" id="{8BAD9C10-2829-8A53-CF88-D7216591C42F}"/>
                  </a:ext>
                </a:extLst>
              </p:cNvPr>
              <p:cNvSpPr/>
              <p:nvPr/>
            </p:nvSpPr>
            <p:spPr>
              <a:xfrm>
                <a:off x="5538467" y="277141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516;p2">
                <a:extLst>
                  <a:ext uri="{FF2B5EF4-FFF2-40B4-BE49-F238E27FC236}">
                    <a16:creationId xmlns:a16="http://schemas.microsoft.com/office/drawing/2014/main" id="{638CDA49-E858-F946-A841-8FCFE890FFF8}"/>
                  </a:ext>
                </a:extLst>
              </p:cNvPr>
              <p:cNvSpPr/>
              <p:nvPr/>
            </p:nvSpPr>
            <p:spPr>
              <a:xfrm>
                <a:off x="5538467" y="326352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517;p2">
                <a:extLst>
                  <a:ext uri="{FF2B5EF4-FFF2-40B4-BE49-F238E27FC236}">
                    <a16:creationId xmlns:a16="http://schemas.microsoft.com/office/drawing/2014/main" id="{AB619521-1364-20A1-AB33-25FB37060F76}"/>
                  </a:ext>
                </a:extLst>
              </p:cNvPr>
              <p:cNvSpPr/>
              <p:nvPr/>
            </p:nvSpPr>
            <p:spPr>
              <a:xfrm>
                <a:off x="5538467" y="375564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" name="Gruppo 88">
            <a:extLst>
              <a:ext uri="{FF2B5EF4-FFF2-40B4-BE49-F238E27FC236}">
                <a16:creationId xmlns:a16="http://schemas.microsoft.com/office/drawing/2014/main" id="{214EF31C-1E7C-432D-67D9-61D66A5A86C9}"/>
              </a:ext>
            </a:extLst>
          </p:cNvPr>
          <p:cNvGrpSpPr/>
          <p:nvPr/>
        </p:nvGrpSpPr>
        <p:grpSpPr>
          <a:xfrm>
            <a:off x="7132134" y="3504971"/>
            <a:ext cx="630784" cy="363881"/>
            <a:chOff x="8600187" y="2519609"/>
            <a:chExt cx="1168494" cy="674070"/>
          </a:xfrm>
        </p:grpSpPr>
        <p:grpSp>
          <p:nvGrpSpPr>
            <p:cNvPr id="90" name="Google Shape;457;p2">
              <a:extLst>
                <a:ext uri="{FF2B5EF4-FFF2-40B4-BE49-F238E27FC236}">
                  <a16:creationId xmlns:a16="http://schemas.microsoft.com/office/drawing/2014/main" id="{D5C36BD7-E893-EE10-314B-2CA8D84267C8}"/>
                </a:ext>
              </a:extLst>
            </p:cNvPr>
            <p:cNvGrpSpPr/>
            <p:nvPr/>
          </p:nvGrpSpPr>
          <p:grpSpPr>
            <a:xfrm>
              <a:off x="8600187" y="2645611"/>
              <a:ext cx="704088" cy="539495"/>
              <a:chOff x="3792486" y="1429866"/>
              <a:chExt cx="378844" cy="360881"/>
            </a:xfrm>
          </p:grpSpPr>
          <p:sp>
            <p:nvSpPr>
              <p:cNvPr id="99" name="Google Shape;458;p2">
                <a:extLst>
                  <a:ext uri="{FF2B5EF4-FFF2-40B4-BE49-F238E27FC236}">
                    <a16:creationId xmlns:a16="http://schemas.microsoft.com/office/drawing/2014/main" id="{97ACDF41-6F05-24FE-341E-DB99F1C3B2DF}"/>
                  </a:ext>
                </a:extLst>
              </p:cNvPr>
              <p:cNvSpPr/>
              <p:nvPr/>
            </p:nvSpPr>
            <p:spPr>
              <a:xfrm>
                <a:off x="3792486" y="1429866"/>
                <a:ext cx="378844" cy="262459"/>
              </a:xfrm>
              <a:custGeom>
                <a:avLst/>
                <a:gdLst/>
                <a:ahLst/>
                <a:cxnLst/>
                <a:rect l="l" t="t" r="r" b="b"/>
                <a:pathLst>
                  <a:path w="378844" h="262459" extrusionOk="0">
                    <a:moveTo>
                      <a:pt x="0" y="16404"/>
                    </a:moveTo>
                    <a:cubicBezTo>
                      <a:pt x="0" y="7344"/>
                      <a:pt x="7374" y="0"/>
                      <a:pt x="16472" y="0"/>
                    </a:cubicBezTo>
                    <a:lnTo>
                      <a:pt x="362374" y="0"/>
                    </a:lnTo>
                    <a:cubicBezTo>
                      <a:pt x="371470" y="0"/>
                      <a:pt x="378845" y="7344"/>
                      <a:pt x="378845" y="16404"/>
                    </a:cubicBezTo>
                    <a:lnTo>
                      <a:pt x="378845" y="246056"/>
                    </a:lnTo>
                    <a:cubicBezTo>
                      <a:pt x="378845" y="255116"/>
                      <a:pt x="371470" y="262460"/>
                      <a:pt x="362374" y="262460"/>
                    </a:cubicBezTo>
                    <a:lnTo>
                      <a:pt x="16472" y="262460"/>
                    </a:lnTo>
                    <a:cubicBezTo>
                      <a:pt x="7374" y="262460"/>
                      <a:pt x="0" y="255116"/>
                      <a:pt x="0" y="246056"/>
                    </a:cubicBezTo>
                    <a:lnTo>
                      <a:pt x="0" y="16404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00" name="Google Shape;459;p2">
                <a:extLst>
                  <a:ext uri="{FF2B5EF4-FFF2-40B4-BE49-F238E27FC236}">
                    <a16:creationId xmlns:a16="http://schemas.microsoft.com/office/drawing/2014/main" id="{B9954AEA-C924-A48E-DD3E-1BDBDD4498C7}"/>
                  </a:ext>
                </a:extLst>
              </p:cNvPr>
              <p:cNvSpPr/>
              <p:nvPr/>
            </p:nvSpPr>
            <p:spPr>
              <a:xfrm>
                <a:off x="3949575" y="1692325"/>
                <a:ext cx="64667" cy="60693"/>
              </a:xfrm>
              <a:custGeom>
                <a:avLst/>
                <a:gdLst/>
                <a:ahLst/>
                <a:cxnLst/>
                <a:rect l="l" t="t" r="r" b="b"/>
                <a:pathLst>
                  <a:path w="64667" h="60693" extrusionOk="0">
                    <a:moveTo>
                      <a:pt x="32333" y="57413"/>
                    </a:moveTo>
                    <a:cubicBezTo>
                      <a:pt x="43196" y="57377"/>
                      <a:pt x="54035" y="58478"/>
                      <a:pt x="64667" y="60694"/>
                    </a:cubicBezTo>
                    <a:lnTo>
                      <a:pt x="57041" y="0"/>
                    </a:lnTo>
                    <a:lnTo>
                      <a:pt x="7626" y="0"/>
                    </a:lnTo>
                    <a:lnTo>
                      <a:pt x="0" y="60694"/>
                    </a:lnTo>
                    <a:cubicBezTo>
                      <a:pt x="10632" y="58478"/>
                      <a:pt x="21470" y="57377"/>
                      <a:pt x="32333" y="57413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01" name="Google Shape;460;p2">
                <a:extLst>
                  <a:ext uri="{FF2B5EF4-FFF2-40B4-BE49-F238E27FC236}">
                    <a16:creationId xmlns:a16="http://schemas.microsoft.com/office/drawing/2014/main" id="{8A3F48CE-0914-1794-9449-F3DC8B6E1F22}"/>
                  </a:ext>
                </a:extLst>
              </p:cNvPr>
              <p:cNvSpPr/>
              <p:nvPr/>
            </p:nvSpPr>
            <p:spPr>
              <a:xfrm>
                <a:off x="3899550" y="1749738"/>
                <a:ext cx="164715" cy="41009"/>
              </a:xfrm>
              <a:custGeom>
                <a:avLst/>
                <a:gdLst/>
                <a:ahLst/>
                <a:cxnLst/>
                <a:rect l="l" t="t" r="r" b="b"/>
                <a:pathLst>
                  <a:path w="164715" h="41009" extrusionOk="0">
                    <a:moveTo>
                      <a:pt x="0" y="41009"/>
                    </a:moveTo>
                    <a:cubicBezTo>
                      <a:pt x="0" y="18356"/>
                      <a:pt x="36880" y="0"/>
                      <a:pt x="82358" y="0"/>
                    </a:cubicBezTo>
                    <a:cubicBezTo>
                      <a:pt x="127836" y="0"/>
                      <a:pt x="164715" y="18356"/>
                      <a:pt x="164715" y="41009"/>
                    </a:cubicBezTo>
                    <a:lnTo>
                      <a:pt x="0" y="41009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91" name="Google Shape;510;p2">
              <a:extLst>
                <a:ext uri="{FF2B5EF4-FFF2-40B4-BE49-F238E27FC236}">
                  <a16:creationId xmlns:a16="http://schemas.microsoft.com/office/drawing/2014/main" id="{5ADD317D-E42E-CCA9-DB2E-C9417FCA8195}"/>
                </a:ext>
              </a:extLst>
            </p:cNvPr>
            <p:cNvGrpSpPr/>
            <p:nvPr/>
          </p:nvGrpSpPr>
          <p:grpSpPr>
            <a:xfrm>
              <a:off x="9282973" y="2519609"/>
              <a:ext cx="485708" cy="674070"/>
              <a:chOff x="5432275" y="227930"/>
              <a:chExt cx="261789" cy="377285"/>
            </a:xfrm>
          </p:grpSpPr>
          <p:sp>
            <p:nvSpPr>
              <p:cNvPr id="92" name="Google Shape;511;p2">
                <a:extLst>
                  <a:ext uri="{FF2B5EF4-FFF2-40B4-BE49-F238E27FC236}">
                    <a16:creationId xmlns:a16="http://schemas.microsoft.com/office/drawing/2014/main" id="{3F800024-3E5F-4170-B506-21915BD7FBD1}"/>
                  </a:ext>
                </a:extLst>
              </p:cNvPr>
              <p:cNvSpPr/>
              <p:nvPr/>
            </p:nvSpPr>
            <p:spPr>
              <a:xfrm>
                <a:off x="5489052" y="227930"/>
                <a:ext cx="148243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48243" h="344478" extrusionOk="0">
                    <a:moveTo>
                      <a:pt x="16472" y="0"/>
                    </a:moveTo>
                    <a:lnTo>
                      <a:pt x="131772" y="0"/>
                    </a:lnTo>
                    <a:cubicBezTo>
                      <a:pt x="140869" y="0"/>
                      <a:pt x="148244" y="7344"/>
                      <a:pt x="148244" y="16404"/>
                    </a:cubicBezTo>
                    <a:lnTo>
                      <a:pt x="148244" y="344478"/>
                    </a:lnTo>
                    <a:lnTo>
                      <a:pt x="0" y="344478"/>
                    </a:lnTo>
                    <a:lnTo>
                      <a:pt x="0" y="16404"/>
                    </a:lnTo>
                    <a:cubicBezTo>
                      <a:pt x="0" y="7344"/>
                      <a:pt x="7374" y="0"/>
                      <a:pt x="16472" y="0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512;p2">
                <a:extLst>
                  <a:ext uri="{FF2B5EF4-FFF2-40B4-BE49-F238E27FC236}">
                    <a16:creationId xmlns:a16="http://schemas.microsoft.com/office/drawing/2014/main" id="{E15B4F61-8DA4-EF8E-B247-5ADD4645128B}"/>
                  </a:ext>
                </a:extLst>
              </p:cNvPr>
              <p:cNvSpPr/>
              <p:nvPr/>
            </p:nvSpPr>
            <p:spPr>
              <a:xfrm>
                <a:off x="5432275" y="514995"/>
                <a:ext cx="261789" cy="90220"/>
              </a:xfrm>
              <a:custGeom>
                <a:avLst/>
                <a:gdLst/>
                <a:ahLst/>
                <a:cxnLst/>
                <a:rect l="l" t="t" r="r" b="b"/>
                <a:pathLst>
                  <a:path w="261789" h="90220" extrusionOk="0">
                    <a:moveTo>
                      <a:pt x="205016" y="0"/>
                    </a:moveTo>
                    <a:lnTo>
                      <a:pt x="219116" y="0"/>
                    </a:lnTo>
                    <a:cubicBezTo>
                      <a:pt x="225572" y="2"/>
                      <a:pt x="231433" y="3760"/>
                      <a:pt x="234105" y="9613"/>
                    </a:cubicBezTo>
                    <a:lnTo>
                      <a:pt x="260311" y="67026"/>
                    </a:lnTo>
                    <a:cubicBezTo>
                      <a:pt x="262630" y="72103"/>
                      <a:pt x="262200" y="78005"/>
                      <a:pt x="259169" y="82695"/>
                    </a:cubicBezTo>
                    <a:cubicBezTo>
                      <a:pt x="256139" y="87384"/>
                      <a:pt x="250922" y="90219"/>
                      <a:pt x="245322" y="90221"/>
                    </a:cubicBezTo>
                    <a:lnTo>
                      <a:pt x="16467" y="90221"/>
                    </a:lnTo>
                    <a:cubicBezTo>
                      <a:pt x="10866" y="90219"/>
                      <a:pt x="5651" y="87384"/>
                      <a:pt x="2620" y="82695"/>
                    </a:cubicBezTo>
                    <a:cubicBezTo>
                      <a:pt x="-410" y="78005"/>
                      <a:pt x="-840" y="72103"/>
                      <a:pt x="1477" y="67026"/>
                    </a:cubicBezTo>
                    <a:lnTo>
                      <a:pt x="27684" y="9613"/>
                    </a:lnTo>
                    <a:cubicBezTo>
                      <a:pt x="30357" y="3760"/>
                      <a:pt x="36217" y="2"/>
                      <a:pt x="42673" y="0"/>
                    </a:cubicBezTo>
                    <a:lnTo>
                      <a:pt x="56772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513;p2">
                <a:extLst>
                  <a:ext uri="{FF2B5EF4-FFF2-40B4-BE49-F238E27FC236}">
                    <a16:creationId xmlns:a16="http://schemas.microsoft.com/office/drawing/2014/main" id="{452F0621-9E57-C7A7-1F93-62A6B5E180D6}"/>
                  </a:ext>
                </a:extLst>
              </p:cNvPr>
              <p:cNvSpPr/>
              <p:nvPr/>
            </p:nvSpPr>
            <p:spPr>
              <a:xfrm>
                <a:off x="5538467" y="227930"/>
                <a:ext cx="12696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2696" h="344478" extrusionOk="0">
                    <a:moveTo>
                      <a:pt x="0" y="0"/>
                    </a:moveTo>
                    <a:lnTo>
                      <a:pt x="0" y="344479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514;p2">
                <a:extLst>
                  <a:ext uri="{FF2B5EF4-FFF2-40B4-BE49-F238E27FC236}">
                    <a16:creationId xmlns:a16="http://schemas.microsoft.com/office/drawing/2014/main" id="{E68A1876-0F3E-EB50-2DB9-F7D490EC4099}"/>
                  </a:ext>
                </a:extLst>
              </p:cNvPr>
              <p:cNvSpPr/>
              <p:nvPr/>
            </p:nvSpPr>
            <p:spPr>
              <a:xfrm>
                <a:off x="5583764" y="486289"/>
                <a:ext cx="8235" cy="8201"/>
              </a:xfrm>
              <a:custGeom>
                <a:avLst/>
                <a:gdLst/>
                <a:ahLst/>
                <a:cxnLst/>
                <a:rect l="l" t="t" r="r" b="b"/>
                <a:pathLst>
                  <a:path w="8235" h="8201" extrusionOk="0">
                    <a:moveTo>
                      <a:pt x="4118" y="0"/>
                    </a:moveTo>
                    <a:cubicBezTo>
                      <a:pt x="6393" y="0"/>
                      <a:pt x="8236" y="1835"/>
                      <a:pt x="8236" y="4101"/>
                    </a:cubicBezTo>
                    <a:cubicBezTo>
                      <a:pt x="8236" y="6366"/>
                      <a:pt x="6393" y="8202"/>
                      <a:pt x="4118" y="8202"/>
                    </a:cubicBezTo>
                    <a:cubicBezTo>
                      <a:pt x="1843" y="8202"/>
                      <a:pt x="0" y="6366"/>
                      <a:pt x="0" y="4101"/>
                    </a:cubicBezTo>
                    <a:cubicBezTo>
                      <a:pt x="0" y="1835"/>
                      <a:pt x="1843" y="0"/>
                      <a:pt x="4118" y="0"/>
                    </a:cubicBez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515;p2">
                <a:extLst>
                  <a:ext uri="{FF2B5EF4-FFF2-40B4-BE49-F238E27FC236}">
                    <a16:creationId xmlns:a16="http://schemas.microsoft.com/office/drawing/2014/main" id="{D5DFFFF0-F5F9-5E6C-F59A-643FB471AAB9}"/>
                  </a:ext>
                </a:extLst>
              </p:cNvPr>
              <p:cNvSpPr/>
              <p:nvPr/>
            </p:nvSpPr>
            <p:spPr>
              <a:xfrm>
                <a:off x="5538467" y="277141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516;p2">
                <a:extLst>
                  <a:ext uri="{FF2B5EF4-FFF2-40B4-BE49-F238E27FC236}">
                    <a16:creationId xmlns:a16="http://schemas.microsoft.com/office/drawing/2014/main" id="{05FABE5F-70AD-4586-0405-8FBA6DBADDCC}"/>
                  </a:ext>
                </a:extLst>
              </p:cNvPr>
              <p:cNvSpPr/>
              <p:nvPr/>
            </p:nvSpPr>
            <p:spPr>
              <a:xfrm>
                <a:off x="5538467" y="326352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517;p2">
                <a:extLst>
                  <a:ext uri="{FF2B5EF4-FFF2-40B4-BE49-F238E27FC236}">
                    <a16:creationId xmlns:a16="http://schemas.microsoft.com/office/drawing/2014/main" id="{60313B85-764D-6F99-181E-16B8E03CD434}"/>
                  </a:ext>
                </a:extLst>
              </p:cNvPr>
              <p:cNvSpPr/>
              <p:nvPr/>
            </p:nvSpPr>
            <p:spPr>
              <a:xfrm>
                <a:off x="5538467" y="375564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3" name="Immagine 102">
            <a:extLst>
              <a:ext uri="{FF2B5EF4-FFF2-40B4-BE49-F238E27FC236}">
                <a16:creationId xmlns:a16="http://schemas.microsoft.com/office/drawing/2014/main" id="{AF708179-E63E-0FF4-C25C-4108E13E0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447" y="2929020"/>
            <a:ext cx="584844" cy="389896"/>
          </a:xfrm>
          <a:prstGeom prst="rect">
            <a:avLst/>
          </a:prstGeom>
        </p:spPr>
      </p:pic>
      <p:grpSp>
        <p:nvGrpSpPr>
          <p:cNvPr id="104" name="Google Shape;1604;p10">
            <a:extLst>
              <a:ext uri="{FF2B5EF4-FFF2-40B4-BE49-F238E27FC236}">
                <a16:creationId xmlns:a16="http://schemas.microsoft.com/office/drawing/2014/main" id="{8B6D5CD0-3F19-575E-F663-73295ED135FA}"/>
              </a:ext>
            </a:extLst>
          </p:cNvPr>
          <p:cNvGrpSpPr/>
          <p:nvPr/>
        </p:nvGrpSpPr>
        <p:grpSpPr>
          <a:xfrm>
            <a:off x="6445233" y="3305619"/>
            <a:ext cx="449341" cy="364878"/>
            <a:chOff x="4352056" y="0"/>
            <a:chExt cx="675640" cy="548640"/>
          </a:xfrm>
        </p:grpSpPr>
        <p:grpSp>
          <p:nvGrpSpPr>
            <p:cNvPr id="105" name="Google Shape;1606;p10">
              <a:extLst>
                <a:ext uri="{FF2B5EF4-FFF2-40B4-BE49-F238E27FC236}">
                  <a16:creationId xmlns:a16="http://schemas.microsoft.com/office/drawing/2014/main" id="{6F10B021-C7F5-09A9-0CD6-ED3F0671A45F}"/>
                </a:ext>
              </a:extLst>
            </p:cNvPr>
            <p:cNvGrpSpPr/>
            <p:nvPr/>
          </p:nvGrpSpPr>
          <p:grpSpPr>
            <a:xfrm>
              <a:off x="4415556" y="0"/>
              <a:ext cx="548640" cy="548640"/>
              <a:chOff x="960438" y="55563"/>
              <a:chExt cx="7424737" cy="7424737"/>
            </a:xfrm>
          </p:grpSpPr>
          <p:cxnSp>
            <p:nvCxnSpPr>
              <p:cNvPr id="107" name="Google Shape;1607;p10">
                <a:extLst>
                  <a:ext uri="{FF2B5EF4-FFF2-40B4-BE49-F238E27FC236}">
                    <a16:creationId xmlns:a16="http://schemas.microsoft.com/office/drawing/2014/main" id="{978DD837-5694-4501-82F1-B080D3F5E4D9}"/>
                  </a:ext>
                </a:extLst>
              </p:cNvPr>
              <p:cNvCxnSpPr/>
              <p:nvPr/>
            </p:nvCxnSpPr>
            <p:spPr>
              <a:xfrm>
                <a:off x="4660895" y="4294994"/>
                <a:ext cx="1586" cy="194627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8" name="Google Shape;1608;p10">
                <a:extLst>
                  <a:ext uri="{FF2B5EF4-FFF2-40B4-BE49-F238E27FC236}">
                    <a16:creationId xmlns:a16="http://schemas.microsoft.com/office/drawing/2014/main" id="{F269B170-A8CE-CAA2-3900-8831BE65C73D}"/>
                  </a:ext>
                </a:extLst>
              </p:cNvPr>
              <p:cNvSpPr/>
              <p:nvPr/>
            </p:nvSpPr>
            <p:spPr>
              <a:xfrm>
                <a:off x="4348163" y="6283325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1" extrusionOk="0">
                    <a:moveTo>
                      <a:pt x="0" y="0"/>
                    </a:moveTo>
                    <a:lnTo>
                      <a:pt x="870" y="1490"/>
                    </a:lnTo>
                    <a:lnTo>
                      <a:pt x="1739" y="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9" name="Google Shape;1609;p10">
                <a:extLst>
                  <a:ext uri="{FF2B5EF4-FFF2-40B4-BE49-F238E27FC236}">
                    <a16:creationId xmlns:a16="http://schemas.microsoft.com/office/drawing/2014/main" id="{3B948B5C-0D85-BD57-3959-C7DE3934965F}"/>
                  </a:ext>
                </a:extLst>
              </p:cNvPr>
              <p:cNvCxnSpPr/>
              <p:nvPr/>
            </p:nvCxnSpPr>
            <p:spPr>
              <a:xfrm rot="10800000" flipH="1">
                <a:off x="4660895" y="1361265"/>
                <a:ext cx="1586" cy="207169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0" name="Google Shape;1610;p10">
                <a:extLst>
                  <a:ext uri="{FF2B5EF4-FFF2-40B4-BE49-F238E27FC236}">
                    <a16:creationId xmlns:a16="http://schemas.microsoft.com/office/drawing/2014/main" id="{ADFDE68D-E941-AC72-E4FB-A9ECF4303287}"/>
                  </a:ext>
                </a:extLst>
              </p:cNvPr>
              <p:cNvSpPr/>
              <p:nvPr/>
            </p:nvSpPr>
            <p:spPr>
              <a:xfrm>
                <a:off x="4348163" y="782638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2" extrusionOk="0">
                    <a:moveTo>
                      <a:pt x="1739" y="1491"/>
                    </a:moveTo>
                    <a:lnTo>
                      <a:pt x="870" y="0"/>
                    </a:lnTo>
                    <a:lnTo>
                      <a:pt x="0" y="1491"/>
                    </a:lnTo>
                    <a:lnTo>
                      <a:pt x="1739" y="1491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1" name="Google Shape;1611;p10">
                <a:extLst>
                  <a:ext uri="{FF2B5EF4-FFF2-40B4-BE49-F238E27FC236}">
                    <a16:creationId xmlns:a16="http://schemas.microsoft.com/office/drawing/2014/main" id="{C17CFCBB-DDCF-0A81-1E54-EDEEABE35855}"/>
                  </a:ext>
                </a:extLst>
              </p:cNvPr>
              <p:cNvCxnSpPr/>
              <p:nvPr/>
            </p:nvCxnSpPr>
            <p:spPr>
              <a:xfrm>
                <a:off x="5822141" y="3890958"/>
                <a:ext cx="2068506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2" name="Google Shape;1612;p10">
                <a:extLst>
                  <a:ext uri="{FF2B5EF4-FFF2-40B4-BE49-F238E27FC236}">
                    <a16:creationId xmlns:a16="http://schemas.microsoft.com/office/drawing/2014/main" id="{CE5E718F-2578-4358-DADC-2B54CE285A9C}"/>
                  </a:ext>
                </a:extLst>
              </p:cNvPr>
              <p:cNvSpPr/>
              <p:nvPr/>
            </p:nvSpPr>
            <p:spPr>
              <a:xfrm>
                <a:off x="52419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1492" y="1770"/>
                    </a:moveTo>
                    <a:lnTo>
                      <a:pt x="0" y="869"/>
                    </a:lnTo>
                    <a:lnTo>
                      <a:pt x="1492" y="0"/>
                    </a:lnTo>
                    <a:lnTo>
                      <a:pt x="1492" y="177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3" name="Google Shape;1613;p10">
                <a:extLst>
                  <a:ext uri="{FF2B5EF4-FFF2-40B4-BE49-F238E27FC236}">
                    <a16:creationId xmlns:a16="http://schemas.microsoft.com/office/drawing/2014/main" id="{84105690-4692-B87A-D849-D9915644B636}"/>
                  </a:ext>
                </a:extLst>
              </p:cNvPr>
              <p:cNvCxnSpPr/>
              <p:nvPr/>
            </p:nvCxnSpPr>
            <p:spPr>
              <a:xfrm flipH="1">
                <a:off x="1451779" y="3890958"/>
                <a:ext cx="2071693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4" name="Google Shape;1614;p10">
                <a:extLst>
                  <a:ext uri="{FF2B5EF4-FFF2-40B4-BE49-F238E27FC236}">
                    <a16:creationId xmlns:a16="http://schemas.microsoft.com/office/drawing/2014/main" id="{39CF4523-EBBF-9DBF-6B68-127E0398E321}"/>
                  </a:ext>
                </a:extLst>
              </p:cNvPr>
              <p:cNvSpPr/>
              <p:nvPr/>
            </p:nvSpPr>
            <p:spPr>
              <a:xfrm>
                <a:off x="35655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0" y="0"/>
                    </a:moveTo>
                    <a:lnTo>
                      <a:pt x="1492" y="869"/>
                    </a:lnTo>
                    <a:lnTo>
                      <a:pt x="0" y="177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615;p10">
                <a:extLst>
                  <a:ext uri="{FF2B5EF4-FFF2-40B4-BE49-F238E27FC236}">
                    <a16:creationId xmlns:a16="http://schemas.microsoft.com/office/drawing/2014/main" id="{16157F8B-953F-CF9B-4B33-1F655B372C41}"/>
                  </a:ext>
                </a:extLst>
              </p:cNvPr>
              <p:cNvSpPr/>
              <p:nvPr/>
            </p:nvSpPr>
            <p:spPr>
              <a:xfrm>
                <a:off x="960438" y="55563"/>
                <a:ext cx="7424737" cy="7424737"/>
              </a:xfrm>
              <a:custGeom>
                <a:avLst/>
                <a:gdLst/>
                <a:ahLst/>
                <a:cxnLst/>
                <a:rect l="l" t="t" r="r" b="b"/>
                <a:pathLst>
                  <a:path w="20626" h="20626" extrusionOk="0">
                    <a:moveTo>
                      <a:pt x="0" y="10313"/>
                    </a:moveTo>
                    <a:lnTo>
                      <a:pt x="0" y="10313"/>
                    </a:lnTo>
                    <a:cubicBezTo>
                      <a:pt x="0" y="16028"/>
                      <a:pt x="4628" y="20625"/>
                      <a:pt x="10313" y="20625"/>
                    </a:cubicBezTo>
                    <a:cubicBezTo>
                      <a:pt x="15997" y="20625"/>
                      <a:pt x="20625" y="16028"/>
                      <a:pt x="20625" y="10313"/>
                    </a:cubicBezTo>
                    <a:cubicBezTo>
                      <a:pt x="20625" y="4629"/>
                      <a:pt x="15997" y="0"/>
                      <a:pt x="10313" y="0"/>
                    </a:cubicBezTo>
                    <a:cubicBezTo>
                      <a:pt x="4628" y="0"/>
                      <a:pt x="0" y="4629"/>
                      <a:pt x="0" y="1031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" name="Google Shape;1617;p10">
              <a:extLst>
                <a:ext uri="{FF2B5EF4-FFF2-40B4-BE49-F238E27FC236}">
                  <a16:creationId xmlns:a16="http://schemas.microsoft.com/office/drawing/2014/main" id="{133C4EB3-0636-2C1F-7F44-7AAA25D8F770}"/>
                </a:ext>
              </a:extLst>
            </p:cNvPr>
            <p:cNvSpPr/>
            <p:nvPr/>
          </p:nvSpPr>
          <p:spPr>
            <a:xfrm>
              <a:off x="4352056" y="0"/>
              <a:ext cx="675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7" name="Connettore diritto 116">
            <a:extLst>
              <a:ext uri="{FF2B5EF4-FFF2-40B4-BE49-F238E27FC236}">
                <a16:creationId xmlns:a16="http://schemas.microsoft.com/office/drawing/2014/main" id="{F2E3F94E-3C7A-7D92-783C-0E95E3833960}"/>
              </a:ext>
            </a:extLst>
          </p:cNvPr>
          <p:cNvCxnSpPr>
            <a:cxnSpLocks/>
          </p:cNvCxnSpPr>
          <p:nvPr/>
        </p:nvCxnSpPr>
        <p:spPr>
          <a:xfrm>
            <a:off x="4217021" y="2584885"/>
            <a:ext cx="440363" cy="44259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Connettore diritto 132">
            <a:extLst>
              <a:ext uri="{FF2B5EF4-FFF2-40B4-BE49-F238E27FC236}">
                <a16:creationId xmlns:a16="http://schemas.microsoft.com/office/drawing/2014/main" id="{80356F2F-DAC0-8472-A6F8-9627C4C32918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4210643" y="3110961"/>
            <a:ext cx="446741" cy="831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Connettore diritto 135">
            <a:extLst>
              <a:ext uri="{FF2B5EF4-FFF2-40B4-BE49-F238E27FC236}">
                <a16:creationId xmlns:a16="http://schemas.microsoft.com/office/drawing/2014/main" id="{7230C8E2-5B8A-4FAC-48CF-687C2BD39BA4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4217021" y="3246239"/>
            <a:ext cx="471384" cy="423825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Connettore diritto 142">
            <a:extLst>
              <a:ext uri="{FF2B5EF4-FFF2-40B4-BE49-F238E27FC236}">
                <a16:creationId xmlns:a16="http://schemas.microsoft.com/office/drawing/2014/main" id="{9B284149-91D2-B951-39B2-FA04CE56ED0E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5844254" y="3013075"/>
            <a:ext cx="0" cy="350341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Connettore a gomito 152">
            <a:extLst>
              <a:ext uri="{FF2B5EF4-FFF2-40B4-BE49-F238E27FC236}">
                <a16:creationId xmlns:a16="http://schemas.microsoft.com/office/drawing/2014/main" id="{C0785881-0230-27BC-5CF4-BF3AB7F99E47}"/>
              </a:ext>
            </a:extLst>
          </p:cNvPr>
          <p:cNvCxnSpPr>
            <a:cxnSpLocks/>
          </p:cNvCxnSpPr>
          <p:nvPr/>
        </p:nvCxnSpPr>
        <p:spPr>
          <a:xfrm flipV="1">
            <a:off x="5012746" y="2836682"/>
            <a:ext cx="643658" cy="282589"/>
          </a:xfrm>
          <a:prstGeom prst="bentConnector3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ttore a gomito 162">
            <a:extLst>
              <a:ext uri="{FF2B5EF4-FFF2-40B4-BE49-F238E27FC236}">
                <a16:creationId xmlns:a16="http://schemas.microsoft.com/office/drawing/2014/main" id="{8B2565B1-87F3-6B4E-D002-F91B099EF2A4}"/>
              </a:ext>
            </a:extLst>
          </p:cNvPr>
          <p:cNvCxnSpPr>
            <a:cxnSpLocks/>
            <a:stCxn id="42" idx="0"/>
          </p:cNvCxnSpPr>
          <p:nvPr/>
        </p:nvCxnSpPr>
        <p:spPr>
          <a:xfrm rot="5400000" flipH="1" flipV="1">
            <a:off x="6172240" y="2214015"/>
            <a:ext cx="106196" cy="762168"/>
          </a:xfrm>
          <a:prstGeom prst="bentConnector2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ttore a gomito 180">
            <a:extLst>
              <a:ext uri="{FF2B5EF4-FFF2-40B4-BE49-F238E27FC236}">
                <a16:creationId xmlns:a16="http://schemas.microsoft.com/office/drawing/2014/main" id="{BCA04C3A-962C-3328-974B-B14049CE70A6}"/>
              </a:ext>
            </a:extLst>
          </p:cNvPr>
          <p:cNvCxnSpPr>
            <a:cxnSpLocks/>
          </p:cNvCxnSpPr>
          <p:nvPr/>
        </p:nvCxnSpPr>
        <p:spPr>
          <a:xfrm>
            <a:off x="6031596" y="2836994"/>
            <a:ext cx="432000" cy="653119"/>
          </a:xfrm>
          <a:prstGeom prst="bentConnector3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ttore diritto 183">
            <a:extLst>
              <a:ext uri="{FF2B5EF4-FFF2-40B4-BE49-F238E27FC236}">
                <a16:creationId xmlns:a16="http://schemas.microsoft.com/office/drawing/2014/main" id="{EE2E97A2-62BF-5B44-D440-EC1808A6CCDC}"/>
              </a:ext>
            </a:extLst>
          </p:cNvPr>
          <p:cNvCxnSpPr>
            <a:cxnSpLocks/>
          </p:cNvCxnSpPr>
          <p:nvPr/>
        </p:nvCxnSpPr>
        <p:spPr>
          <a:xfrm flipV="1">
            <a:off x="6832182" y="3231229"/>
            <a:ext cx="299952" cy="18952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Connettore diritto 185">
            <a:extLst>
              <a:ext uri="{FF2B5EF4-FFF2-40B4-BE49-F238E27FC236}">
                <a16:creationId xmlns:a16="http://schemas.microsoft.com/office/drawing/2014/main" id="{BE61447D-2F75-C2EF-7D3C-BE6CAEC1812A}"/>
              </a:ext>
            </a:extLst>
          </p:cNvPr>
          <p:cNvCxnSpPr>
            <a:cxnSpLocks/>
          </p:cNvCxnSpPr>
          <p:nvPr/>
        </p:nvCxnSpPr>
        <p:spPr>
          <a:xfrm>
            <a:off x="6836806" y="3546565"/>
            <a:ext cx="295328" cy="16354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oogle Shape;1665;p10">
            <a:extLst>
              <a:ext uri="{FF2B5EF4-FFF2-40B4-BE49-F238E27FC236}">
                <a16:creationId xmlns:a16="http://schemas.microsoft.com/office/drawing/2014/main" id="{DA48E92C-74C2-99CD-7375-CF7F75071C4C}"/>
              </a:ext>
            </a:extLst>
          </p:cNvPr>
          <p:cNvGrpSpPr/>
          <p:nvPr/>
        </p:nvGrpSpPr>
        <p:grpSpPr>
          <a:xfrm>
            <a:off x="7345409" y="1083917"/>
            <a:ext cx="491139" cy="398990"/>
            <a:chOff x="3467688" y="0"/>
            <a:chExt cx="675352" cy="548640"/>
          </a:xfrm>
        </p:grpSpPr>
        <p:grpSp>
          <p:nvGrpSpPr>
            <p:cNvPr id="26" name="Google Shape;1667;p10">
              <a:extLst>
                <a:ext uri="{FF2B5EF4-FFF2-40B4-BE49-F238E27FC236}">
                  <a16:creationId xmlns:a16="http://schemas.microsoft.com/office/drawing/2014/main" id="{DF434A7E-3593-44B3-6AEE-76D9F43A080A}"/>
                </a:ext>
              </a:extLst>
            </p:cNvPr>
            <p:cNvGrpSpPr/>
            <p:nvPr/>
          </p:nvGrpSpPr>
          <p:grpSpPr>
            <a:xfrm>
              <a:off x="3531188" y="0"/>
              <a:ext cx="548352" cy="548640"/>
              <a:chOff x="10121184" y="2129586"/>
              <a:chExt cx="378743" cy="378942"/>
            </a:xfrm>
          </p:grpSpPr>
          <p:sp>
            <p:nvSpPr>
              <p:cNvPr id="28" name="Google Shape;1668;p10">
                <a:extLst>
                  <a:ext uri="{FF2B5EF4-FFF2-40B4-BE49-F238E27FC236}">
                    <a16:creationId xmlns:a16="http://schemas.microsoft.com/office/drawing/2014/main" id="{6A744C3A-BD5B-0356-0DE9-237F7452B912}"/>
                  </a:ext>
                </a:extLst>
              </p:cNvPr>
              <p:cNvSpPr/>
              <p:nvPr/>
            </p:nvSpPr>
            <p:spPr>
              <a:xfrm>
                <a:off x="10121184" y="2129639"/>
                <a:ext cx="378743" cy="378745"/>
              </a:xfrm>
              <a:custGeom>
                <a:avLst/>
                <a:gdLst/>
                <a:ahLst/>
                <a:cxnLst/>
                <a:rect l="l" t="t" r="r" b="b"/>
                <a:pathLst>
                  <a:path w="378743" h="378745" extrusionOk="0">
                    <a:moveTo>
                      <a:pt x="378744" y="189431"/>
                    </a:moveTo>
                    <a:cubicBezTo>
                      <a:pt x="378718" y="284897"/>
                      <a:pt x="307624" y="365415"/>
                      <a:pt x="212894" y="377264"/>
                    </a:cubicBezTo>
                    <a:cubicBezTo>
                      <a:pt x="118165" y="389126"/>
                      <a:pt x="29430" y="328611"/>
                      <a:pt x="5884" y="236091"/>
                    </a:cubicBezTo>
                    <a:cubicBezTo>
                      <a:pt x="-17674" y="143571"/>
                      <a:pt x="31335" y="47991"/>
                      <a:pt x="120210" y="13117"/>
                    </a:cubicBezTo>
                    <a:cubicBezTo>
                      <a:pt x="209072" y="-21757"/>
                      <a:pt x="310011" y="14971"/>
                      <a:pt x="355667" y="98804"/>
                    </a:cubicBezTo>
                    <a:cubicBezTo>
                      <a:pt x="370844" y="126604"/>
                      <a:pt x="378769" y="157757"/>
                      <a:pt x="378744" y="189431"/>
                    </a:cubicBezTo>
                    <a:lnTo>
                      <a:pt x="378744" y="189431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669;p10">
                <a:extLst>
                  <a:ext uri="{FF2B5EF4-FFF2-40B4-BE49-F238E27FC236}">
                    <a16:creationId xmlns:a16="http://schemas.microsoft.com/office/drawing/2014/main" id="{4F88BF07-BAC8-B8C0-72FC-A697A842B939}"/>
                  </a:ext>
                </a:extLst>
              </p:cNvPr>
              <p:cNvSpPr/>
              <p:nvPr/>
            </p:nvSpPr>
            <p:spPr>
              <a:xfrm>
                <a:off x="10227792" y="2129586"/>
                <a:ext cx="165315" cy="98856"/>
              </a:xfrm>
              <a:custGeom>
                <a:avLst/>
                <a:gdLst/>
                <a:ahLst/>
                <a:cxnLst/>
                <a:rect l="l" t="t" r="r" b="b"/>
                <a:pathLst>
                  <a:path w="165315" h="98856" extrusionOk="0">
                    <a:moveTo>
                      <a:pt x="165315" y="98857"/>
                    </a:moveTo>
                    <a:cubicBezTo>
                      <a:pt x="149936" y="57391"/>
                      <a:pt x="120738" y="22492"/>
                      <a:pt x="82664" y="0"/>
                    </a:cubicBezTo>
                    <a:cubicBezTo>
                      <a:pt x="44577" y="22492"/>
                      <a:pt x="15392" y="57391"/>
                      <a:pt x="0" y="98857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1670;p10">
                <a:extLst>
                  <a:ext uri="{FF2B5EF4-FFF2-40B4-BE49-F238E27FC236}">
                    <a16:creationId xmlns:a16="http://schemas.microsoft.com/office/drawing/2014/main" id="{CBF7DEEF-8AD8-91FF-A98C-D96BA68A656C}"/>
                  </a:ext>
                </a:extLst>
              </p:cNvPr>
              <p:cNvSpPr/>
              <p:nvPr/>
            </p:nvSpPr>
            <p:spPr>
              <a:xfrm>
                <a:off x="10227779" y="2409672"/>
                <a:ext cx="166700" cy="98856"/>
              </a:xfrm>
              <a:custGeom>
                <a:avLst/>
                <a:gdLst/>
                <a:ahLst/>
                <a:cxnLst/>
                <a:rect l="l" t="t" r="r" b="b"/>
                <a:pathLst>
                  <a:path w="166700" h="98856" extrusionOk="0">
                    <a:moveTo>
                      <a:pt x="0" y="0"/>
                    </a:moveTo>
                    <a:cubicBezTo>
                      <a:pt x="15405" y="41465"/>
                      <a:pt x="44590" y="76365"/>
                      <a:pt x="82677" y="98857"/>
                    </a:cubicBezTo>
                    <a:cubicBezTo>
                      <a:pt x="122555" y="78194"/>
                      <a:pt x="152730" y="42697"/>
                      <a:pt x="166701" y="0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671;p10">
                <a:extLst>
                  <a:ext uri="{FF2B5EF4-FFF2-40B4-BE49-F238E27FC236}">
                    <a16:creationId xmlns:a16="http://schemas.microsoft.com/office/drawing/2014/main" id="{F83A4D92-78AD-821D-501B-DC13F2F7F624}"/>
                  </a:ext>
                </a:extLst>
              </p:cNvPr>
              <p:cNvSpPr/>
              <p:nvPr/>
            </p:nvSpPr>
            <p:spPr>
              <a:xfrm>
                <a:off x="10166819" y="2195487"/>
                <a:ext cx="28727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87273" h="12700" extrusionOk="0">
                    <a:moveTo>
                      <a:pt x="0" y="0"/>
                    </a:moveTo>
                    <a:lnTo>
                      <a:pt x="287274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1672;p10">
                <a:extLst>
                  <a:ext uri="{FF2B5EF4-FFF2-40B4-BE49-F238E27FC236}">
                    <a16:creationId xmlns:a16="http://schemas.microsoft.com/office/drawing/2014/main" id="{D86A1B8A-1F94-7B2A-12C3-D0AE0B4F1BA1}"/>
                  </a:ext>
                </a:extLst>
              </p:cNvPr>
              <p:cNvSpPr/>
              <p:nvPr/>
            </p:nvSpPr>
            <p:spPr>
              <a:xfrm>
                <a:off x="10166819" y="2442629"/>
                <a:ext cx="28727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87273" h="12700" extrusionOk="0">
                    <a:moveTo>
                      <a:pt x="0" y="0"/>
                    </a:moveTo>
                    <a:lnTo>
                      <a:pt x="287274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1673;p10">
                <a:extLst>
                  <a:ext uri="{FF2B5EF4-FFF2-40B4-BE49-F238E27FC236}">
                    <a16:creationId xmlns:a16="http://schemas.microsoft.com/office/drawing/2014/main" id="{EC6EE126-DEBA-8708-39D7-EA40A7C5DD8B}"/>
                  </a:ext>
                </a:extLst>
              </p:cNvPr>
              <p:cNvSpPr/>
              <p:nvPr/>
            </p:nvSpPr>
            <p:spPr>
              <a:xfrm>
                <a:off x="10269270" y="2286101"/>
                <a:ext cx="65900" cy="82384"/>
              </a:xfrm>
              <a:custGeom>
                <a:avLst/>
                <a:gdLst/>
                <a:ahLst/>
                <a:cxnLst/>
                <a:rect l="l" t="t" r="r" b="b"/>
                <a:pathLst>
                  <a:path w="65900" h="82384" extrusionOk="0">
                    <a:moveTo>
                      <a:pt x="0" y="0"/>
                    </a:moveTo>
                    <a:lnTo>
                      <a:pt x="0" y="22162"/>
                    </a:lnTo>
                    <a:cubicBezTo>
                      <a:pt x="0" y="34735"/>
                      <a:pt x="2401" y="47193"/>
                      <a:pt x="7061" y="58877"/>
                    </a:cubicBezTo>
                    <a:lnTo>
                      <a:pt x="16472" y="82385"/>
                    </a:lnTo>
                    <a:lnTo>
                      <a:pt x="32944" y="24714"/>
                    </a:lnTo>
                    <a:lnTo>
                      <a:pt x="49428" y="82385"/>
                    </a:lnTo>
                    <a:lnTo>
                      <a:pt x="58827" y="58877"/>
                    </a:lnTo>
                    <a:cubicBezTo>
                      <a:pt x="63500" y="47193"/>
                      <a:pt x="65901" y="34735"/>
                      <a:pt x="65901" y="22162"/>
                    </a:cubicBezTo>
                    <a:lnTo>
                      <a:pt x="65901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1674;p10">
                <a:extLst>
                  <a:ext uri="{FF2B5EF4-FFF2-40B4-BE49-F238E27FC236}">
                    <a16:creationId xmlns:a16="http://schemas.microsoft.com/office/drawing/2014/main" id="{67A75A43-8B39-4DF6-6603-7D47891B1195}"/>
                  </a:ext>
                </a:extLst>
              </p:cNvPr>
              <p:cNvSpPr/>
              <p:nvPr/>
            </p:nvSpPr>
            <p:spPr>
              <a:xfrm>
                <a:off x="10368115" y="2286101"/>
                <a:ext cx="65913" cy="82384"/>
              </a:xfrm>
              <a:custGeom>
                <a:avLst/>
                <a:gdLst/>
                <a:ahLst/>
                <a:cxnLst/>
                <a:rect l="l" t="t" r="r" b="b"/>
                <a:pathLst>
                  <a:path w="65913" h="82384" extrusionOk="0">
                    <a:moveTo>
                      <a:pt x="0" y="0"/>
                    </a:moveTo>
                    <a:lnTo>
                      <a:pt x="0" y="22162"/>
                    </a:lnTo>
                    <a:cubicBezTo>
                      <a:pt x="12" y="34735"/>
                      <a:pt x="2413" y="47193"/>
                      <a:pt x="7073" y="58877"/>
                    </a:cubicBezTo>
                    <a:lnTo>
                      <a:pt x="16484" y="82385"/>
                    </a:lnTo>
                    <a:lnTo>
                      <a:pt x="32956" y="24714"/>
                    </a:lnTo>
                    <a:lnTo>
                      <a:pt x="49428" y="82385"/>
                    </a:lnTo>
                    <a:lnTo>
                      <a:pt x="58839" y="58877"/>
                    </a:lnTo>
                    <a:cubicBezTo>
                      <a:pt x="63500" y="47193"/>
                      <a:pt x="65900" y="34735"/>
                      <a:pt x="65913" y="22162"/>
                    </a:cubicBezTo>
                    <a:lnTo>
                      <a:pt x="6591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1675;p10">
                <a:extLst>
                  <a:ext uri="{FF2B5EF4-FFF2-40B4-BE49-F238E27FC236}">
                    <a16:creationId xmlns:a16="http://schemas.microsoft.com/office/drawing/2014/main" id="{432EB2FA-E85C-E09A-0E19-0D0FD4A76B65}"/>
                  </a:ext>
                </a:extLst>
              </p:cNvPr>
              <p:cNvSpPr/>
              <p:nvPr/>
            </p:nvSpPr>
            <p:spPr>
              <a:xfrm>
                <a:off x="10170414" y="2286101"/>
                <a:ext cx="65899" cy="82384"/>
              </a:xfrm>
              <a:custGeom>
                <a:avLst/>
                <a:gdLst/>
                <a:ahLst/>
                <a:cxnLst/>
                <a:rect l="l" t="t" r="r" b="b"/>
                <a:pathLst>
                  <a:path w="65899" h="82384" extrusionOk="0">
                    <a:moveTo>
                      <a:pt x="0" y="0"/>
                    </a:moveTo>
                    <a:lnTo>
                      <a:pt x="0" y="22162"/>
                    </a:lnTo>
                    <a:cubicBezTo>
                      <a:pt x="0" y="34735"/>
                      <a:pt x="2400" y="47193"/>
                      <a:pt x="7061" y="58877"/>
                    </a:cubicBezTo>
                    <a:lnTo>
                      <a:pt x="16472" y="82385"/>
                    </a:lnTo>
                    <a:lnTo>
                      <a:pt x="32944" y="24714"/>
                    </a:lnTo>
                    <a:lnTo>
                      <a:pt x="49428" y="82385"/>
                    </a:lnTo>
                    <a:lnTo>
                      <a:pt x="58839" y="58877"/>
                    </a:lnTo>
                    <a:cubicBezTo>
                      <a:pt x="63500" y="47193"/>
                      <a:pt x="65900" y="34735"/>
                      <a:pt x="65900" y="22162"/>
                    </a:cubicBezTo>
                    <a:lnTo>
                      <a:pt x="65900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" name="Google Shape;1677;p10">
              <a:extLst>
                <a:ext uri="{FF2B5EF4-FFF2-40B4-BE49-F238E27FC236}">
                  <a16:creationId xmlns:a16="http://schemas.microsoft.com/office/drawing/2014/main" id="{82697320-4215-34D6-2777-A045F9BB2435}"/>
                </a:ext>
              </a:extLst>
            </p:cNvPr>
            <p:cNvSpPr/>
            <p:nvPr/>
          </p:nvSpPr>
          <p:spPr>
            <a:xfrm>
              <a:off x="3467688" y="0"/>
              <a:ext cx="6753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1679;p10">
            <a:extLst>
              <a:ext uri="{FF2B5EF4-FFF2-40B4-BE49-F238E27FC236}">
                <a16:creationId xmlns:a16="http://schemas.microsoft.com/office/drawing/2014/main" id="{CF8F6A6C-EBCE-8018-CCAD-0D76D60FA341}"/>
              </a:ext>
            </a:extLst>
          </p:cNvPr>
          <p:cNvGrpSpPr/>
          <p:nvPr/>
        </p:nvGrpSpPr>
        <p:grpSpPr>
          <a:xfrm>
            <a:off x="8933491" y="1200199"/>
            <a:ext cx="548639" cy="548355"/>
            <a:chOff x="3784398" y="240223"/>
            <a:chExt cx="405747" cy="394715"/>
          </a:xfrm>
        </p:grpSpPr>
        <p:sp>
          <p:nvSpPr>
            <p:cNvPr id="61" name="Google Shape;1680;p10">
              <a:extLst>
                <a:ext uri="{FF2B5EF4-FFF2-40B4-BE49-F238E27FC236}">
                  <a16:creationId xmlns:a16="http://schemas.microsoft.com/office/drawing/2014/main" id="{C3ADF69D-5F51-2DD5-D079-14A67868DB18}"/>
                </a:ext>
              </a:extLst>
            </p:cNvPr>
            <p:cNvSpPr/>
            <p:nvPr/>
          </p:nvSpPr>
          <p:spPr>
            <a:xfrm>
              <a:off x="4093118" y="288616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400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1681;p10">
              <a:extLst>
                <a:ext uri="{FF2B5EF4-FFF2-40B4-BE49-F238E27FC236}">
                  <a16:creationId xmlns:a16="http://schemas.microsoft.com/office/drawing/2014/main" id="{690A5AB0-9ABF-F7EA-EF08-F2EE6658F216}"/>
                </a:ext>
              </a:extLst>
            </p:cNvPr>
            <p:cNvSpPr/>
            <p:nvPr/>
          </p:nvSpPr>
          <p:spPr>
            <a:xfrm>
              <a:off x="4128401" y="288616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400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  <a:cubicBezTo>
                    <a:pt x="4411" y="0"/>
                    <a:pt x="4411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682;p10">
              <a:extLst>
                <a:ext uri="{FF2B5EF4-FFF2-40B4-BE49-F238E27FC236}">
                  <a16:creationId xmlns:a16="http://schemas.microsoft.com/office/drawing/2014/main" id="{AF94A950-98E8-9447-CF53-5BE2AED7F6AD}"/>
                </a:ext>
              </a:extLst>
            </p:cNvPr>
            <p:cNvSpPr/>
            <p:nvPr/>
          </p:nvSpPr>
          <p:spPr>
            <a:xfrm>
              <a:off x="4022554" y="288616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400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1683;p10">
              <a:extLst>
                <a:ext uri="{FF2B5EF4-FFF2-40B4-BE49-F238E27FC236}">
                  <a16:creationId xmlns:a16="http://schemas.microsoft.com/office/drawing/2014/main" id="{95B834A8-FF50-1883-C080-AEB530EADCBE}"/>
                </a:ext>
              </a:extLst>
            </p:cNvPr>
            <p:cNvSpPr/>
            <p:nvPr/>
          </p:nvSpPr>
          <p:spPr>
            <a:xfrm>
              <a:off x="4057836" y="288616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400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  <a:cubicBezTo>
                    <a:pt x="4411" y="0"/>
                    <a:pt x="4411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1684;p10">
              <a:extLst>
                <a:ext uri="{FF2B5EF4-FFF2-40B4-BE49-F238E27FC236}">
                  <a16:creationId xmlns:a16="http://schemas.microsoft.com/office/drawing/2014/main" id="{F2546FB9-4AC8-4BDD-9361-ED778A0B99F6}"/>
                </a:ext>
              </a:extLst>
            </p:cNvPr>
            <p:cNvSpPr/>
            <p:nvPr/>
          </p:nvSpPr>
          <p:spPr>
            <a:xfrm>
              <a:off x="4093118" y="323812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399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1685;p10">
              <a:extLst>
                <a:ext uri="{FF2B5EF4-FFF2-40B4-BE49-F238E27FC236}">
                  <a16:creationId xmlns:a16="http://schemas.microsoft.com/office/drawing/2014/main" id="{15BA1BD2-7D35-10DE-F9E5-ADC04964E517}"/>
                </a:ext>
              </a:extLst>
            </p:cNvPr>
            <p:cNvSpPr/>
            <p:nvPr/>
          </p:nvSpPr>
          <p:spPr>
            <a:xfrm>
              <a:off x="4128401" y="323812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399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686;p10">
              <a:extLst>
                <a:ext uri="{FF2B5EF4-FFF2-40B4-BE49-F238E27FC236}">
                  <a16:creationId xmlns:a16="http://schemas.microsoft.com/office/drawing/2014/main" id="{C5C1C129-096F-0849-06A3-33FB471B9394}"/>
                </a:ext>
              </a:extLst>
            </p:cNvPr>
            <p:cNvSpPr/>
            <p:nvPr/>
          </p:nvSpPr>
          <p:spPr>
            <a:xfrm>
              <a:off x="4022554" y="323812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399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1687;p10">
              <a:extLst>
                <a:ext uri="{FF2B5EF4-FFF2-40B4-BE49-F238E27FC236}">
                  <a16:creationId xmlns:a16="http://schemas.microsoft.com/office/drawing/2014/main" id="{7E301A37-D6DF-B8D6-0FAB-79CA1DDFADB5}"/>
                </a:ext>
              </a:extLst>
            </p:cNvPr>
            <p:cNvSpPr/>
            <p:nvPr/>
          </p:nvSpPr>
          <p:spPr>
            <a:xfrm>
              <a:off x="4057836" y="323812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399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688;p10">
              <a:extLst>
                <a:ext uri="{FF2B5EF4-FFF2-40B4-BE49-F238E27FC236}">
                  <a16:creationId xmlns:a16="http://schemas.microsoft.com/office/drawing/2014/main" id="{3FD9C0F4-F263-8DF6-4C53-2FA9D48E96A1}"/>
                </a:ext>
              </a:extLst>
            </p:cNvPr>
            <p:cNvSpPr/>
            <p:nvPr/>
          </p:nvSpPr>
          <p:spPr>
            <a:xfrm>
              <a:off x="4093118" y="288616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400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689;p10">
              <a:extLst>
                <a:ext uri="{FF2B5EF4-FFF2-40B4-BE49-F238E27FC236}">
                  <a16:creationId xmlns:a16="http://schemas.microsoft.com/office/drawing/2014/main" id="{45B47521-C52E-3459-C086-90873A63AC67}"/>
                </a:ext>
              </a:extLst>
            </p:cNvPr>
            <p:cNvSpPr/>
            <p:nvPr/>
          </p:nvSpPr>
          <p:spPr>
            <a:xfrm>
              <a:off x="4128401" y="288616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400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  <a:cubicBezTo>
                    <a:pt x="4411" y="0"/>
                    <a:pt x="4411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690;p10">
              <a:extLst>
                <a:ext uri="{FF2B5EF4-FFF2-40B4-BE49-F238E27FC236}">
                  <a16:creationId xmlns:a16="http://schemas.microsoft.com/office/drawing/2014/main" id="{8A2B69AA-348B-A100-4C55-2F604957339E}"/>
                </a:ext>
              </a:extLst>
            </p:cNvPr>
            <p:cNvSpPr/>
            <p:nvPr/>
          </p:nvSpPr>
          <p:spPr>
            <a:xfrm>
              <a:off x="4022554" y="288616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400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691;p10">
              <a:extLst>
                <a:ext uri="{FF2B5EF4-FFF2-40B4-BE49-F238E27FC236}">
                  <a16:creationId xmlns:a16="http://schemas.microsoft.com/office/drawing/2014/main" id="{59228D8E-5E34-0736-E4E4-E601B47FCD1E}"/>
                </a:ext>
              </a:extLst>
            </p:cNvPr>
            <p:cNvSpPr/>
            <p:nvPr/>
          </p:nvSpPr>
          <p:spPr>
            <a:xfrm>
              <a:off x="4057836" y="288616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400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  <a:cubicBezTo>
                    <a:pt x="4411" y="0"/>
                    <a:pt x="4411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692;p10">
              <a:extLst>
                <a:ext uri="{FF2B5EF4-FFF2-40B4-BE49-F238E27FC236}">
                  <a16:creationId xmlns:a16="http://schemas.microsoft.com/office/drawing/2014/main" id="{CA37EDDA-17F7-A709-8467-1A7B67F90C0D}"/>
                </a:ext>
              </a:extLst>
            </p:cNvPr>
            <p:cNvSpPr/>
            <p:nvPr/>
          </p:nvSpPr>
          <p:spPr>
            <a:xfrm>
              <a:off x="4093118" y="323812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399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693;p10">
              <a:extLst>
                <a:ext uri="{FF2B5EF4-FFF2-40B4-BE49-F238E27FC236}">
                  <a16:creationId xmlns:a16="http://schemas.microsoft.com/office/drawing/2014/main" id="{DD3F5770-CD2F-E043-A8CD-41D64DEE424C}"/>
                </a:ext>
              </a:extLst>
            </p:cNvPr>
            <p:cNvSpPr/>
            <p:nvPr/>
          </p:nvSpPr>
          <p:spPr>
            <a:xfrm>
              <a:off x="4128401" y="323812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399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694;p10">
              <a:extLst>
                <a:ext uri="{FF2B5EF4-FFF2-40B4-BE49-F238E27FC236}">
                  <a16:creationId xmlns:a16="http://schemas.microsoft.com/office/drawing/2014/main" id="{8CC17254-792D-AB5A-F40C-C4B837357572}"/>
                </a:ext>
              </a:extLst>
            </p:cNvPr>
            <p:cNvSpPr/>
            <p:nvPr/>
          </p:nvSpPr>
          <p:spPr>
            <a:xfrm>
              <a:off x="4022554" y="323812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399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695;p10">
              <a:extLst>
                <a:ext uri="{FF2B5EF4-FFF2-40B4-BE49-F238E27FC236}">
                  <a16:creationId xmlns:a16="http://schemas.microsoft.com/office/drawing/2014/main" id="{F014552E-A21B-4461-3BFC-07344B6DBADD}"/>
                </a:ext>
              </a:extLst>
            </p:cNvPr>
            <p:cNvSpPr/>
            <p:nvPr/>
          </p:nvSpPr>
          <p:spPr>
            <a:xfrm>
              <a:off x="4057836" y="323812"/>
              <a:ext cx="8820" cy="8798"/>
            </a:xfrm>
            <a:custGeom>
              <a:avLst/>
              <a:gdLst/>
              <a:ahLst/>
              <a:cxnLst/>
              <a:rect l="l" t="t" r="r" b="b"/>
              <a:pathLst>
                <a:path w="8820" h="8798" extrusionOk="0">
                  <a:moveTo>
                    <a:pt x="4411" y="0"/>
                  </a:moveTo>
                  <a:cubicBezTo>
                    <a:pt x="1975" y="0"/>
                    <a:pt x="0" y="1970"/>
                    <a:pt x="0" y="4399"/>
                  </a:cubicBezTo>
                  <a:cubicBezTo>
                    <a:pt x="0" y="6829"/>
                    <a:pt x="1975" y="8799"/>
                    <a:pt x="4410" y="8799"/>
                  </a:cubicBezTo>
                  <a:cubicBezTo>
                    <a:pt x="6846" y="8799"/>
                    <a:pt x="8821" y="6829"/>
                    <a:pt x="8821" y="4400"/>
                  </a:cubicBezTo>
                  <a:cubicBezTo>
                    <a:pt x="8821" y="4400"/>
                    <a:pt x="8821" y="4399"/>
                    <a:pt x="8821" y="4399"/>
                  </a:cubicBezTo>
                  <a:cubicBezTo>
                    <a:pt x="8821" y="1970"/>
                    <a:pt x="6846" y="0"/>
                    <a:pt x="4411" y="0"/>
                  </a:cubicBez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696;p10">
              <a:extLst>
                <a:ext uri="{FF2B5EF4-FFF2-40B4-BE49-F238E27FC236}">
                  <a16:creationId xmlns:a16="http://schemas.microsoft.com/office/drawing/2014/main" id="{4395B966-03EB-4396-7D54-B4C7172C91B6}"/>
                </a:ext>
              </a:extLst>
            </p:cNvPr>
            <p:cNvSpPr/>
            <p:nvPr/>
          </p:nvSpPr>
          <p:spPr>
            <a:xfrm>
              <a:off x="3784398" y="240223"/>
              <a:ext cx="405747" cy="140781"/>
            </a:xfrm>
            <a:custGeom>
              <a:avLst/>
              <a:gdLst/>
              <a:ahLst/>
              <a:cxnLst/>
              <a:rect l="l" t="t" r="r" b="b"/>
              <a:pathLst>
                <a:path w="405747" h="140781" extrusionOk="0">
                  <a:moveTo>
                    <a:pt x="370465" y="0"/>
                  </a:moveTo>
                  <a:cubicBezTo>
                    <a:pt x="389951" y="0"/>
                    <a:pt x="405747" y="0"/>
                    <a:pt x="405747" y="0"/>
                  </a:cubicBezTo>
                  <a:lnTo>
                    <a:pt x="405747" y="140781"/>
                  </a:lnTo>
                  <a:cubicBezTo>
                    <a:pt x="405747" y="140781"/>
                    <a:pt x="389951" y="140781"/>
                    <a:pt x="370465" y="140781"/>
                  </a:cubicBezTo>
                  <a:lnTo>
                    <a:pt x="35282" y="140781"/>
                  </a:lnTo>
                  <a:cubicBezTo>
                    <a:pt x="15797" y="140781"/>
                    <a:pt x="0" y="140781"/>
                    <a:pt x="0" y="140781"/>
                  </a:cubicBezTo>
                  <a:lnTo>
                    <a:pt x="0" y="0"/>
                  </a:lnTo>
                  <a:cubicBezTo>
                    <a:pt x="0" y="0"/>
                    <a:pt x="15797" y="0"/>
                    <a:pt x="35282" y="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697;p10">
              <a:extLst>
                <a:ext uri="{FF2B5EF4-FFF2-40B4-BE49-F238E27FC236}">
                  <a16:creationId xmlns:a16="http://schemas.microsoft.com/office/drawing/2014/main" id="{331835C2-7BED-2F75-754F-3A3C5B1911B2}"/>
                </a:ext>
              </a:extLst>
            </p:cNvPr>
            <p:cNvSpPr/>
            <p:nvPr/>
          </p:nvSpPr>
          <p:spPr>
            <a:xfrm>
              <a:off x="3837321" y="310613"/>
              <a:ext cx="114667" cy="12665"/>
            </a:xfrm>
            <a:custGeom>
              <a:avLst/>
              <a:gdLst/>
              <a:ahLst/>
              <a:cxnLst/>
              <a:rect l="l" t="t" r="r" b="b"/>
              <a:pathLst>
                <a:path w="114667" h="12665" extrusionOk="0">
                  <a:moveTo>
                    <a:pt x="0" y="0"/>
                  </a:moveTo>
                  <a:lnTo>
                    <a:pt x="114667" y="0"/>
                  </a:ln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698;p10">
              <a:extLst>
                <a:ext uri="{FF2B5EF4-FFF2-40B4-BE49-F238E27FC236}">
                  <a16:creationId xmlns:a16="http://schemas.microsoft.com/office/drawing/2014/main" id="{7938DE04-68E1-3044-1660-5C9BED252A8D}"/>
                </a:ext>
              </a:extLst>
            </p:cNvPr>
            <p:cNvSpPr/>
            <p:nvPr/>
          </p:nvSpPr>
          <p:spPr>
            <a:xfrm>
              <a:off x="3784398" y="501951"/>
              <a:ext cx="114271" cy="132987"/>
            </a:xfrm>
            <a:custGeom>
              <a:avLst/>
              <a:gdLst/>
              <a:ahLst/>
              <a:cxnLst/>
              <a:rect l="l" t="t" r="r" b="b"/>
              <a:pathLst>
                <a:path w="114271" h="132987" extrusionOk="0">
                  <a:moveTo>
                    <a:pt x="114271" y="132987"/>
                  </a:moveTo>
                  <a:lnTo>
                    <a:pt x="0" y="132987"/>
                  </a:lnTo>
                  <a:lnTo>
                    <a:pt x="0" y="12665"/>
                  </a:lnTo>
                  <a:cubicBezTo>
                    <a:pt x="0" y="5671"/>
                    <a:pt x="5685" y="0"/>
                    <a:pt x="12697" y="0"/>
                  </a:cubicBezTo>
                  <a:lnTo>
                    <a:pt x="101575" y="0"/>
                  </a:lnTo>
                  <a:cubicBezTo>
                    <a:pt x="108587" y="0"/>
                    <a:pt x="114271" y="5671"/>
                    <a:pt x="114271" y="12665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699;p10">
              <a:extLst>
                <a:ext uri="{FF2B5EF4-FFF2-40B4-BE49-F238E27FC236}">
                  <a16:creationId xmlns:a16="http://schemas.microsoft.com/office/drawing/2014/main" id="{7D2BE317-CBAE-51B5-A529-667D25EC997F}"/>
                </a:ext>
              </a:extLst>
            </p:cNvPr>
            <p:cNvSpPr/>
            <p:nvPr/>
          </p:nvSpPr>
          <p:spPr>
            <a:xfrm>
              <a:off x="3870038" y="539947"/>
              <a:ext cx="28567" cy="12665"/>
            </a:xfrm>
            <a:custGeom>
              <a:avLst/>
              <a:gdLst/>
              <a:ahLst/>
              <a:cxnLst/>
              <a:rect l="l" t="t" r="r" b="b"/>
              <a:pathLst>
                <a:path w="28567" h="12665" extrusionOk="0">
                  <a:moveTo>
                    <a:pt x="28568" y="0"/>
                  </a:moveTo>
                  <a:lnTo>
                    <a:pt x="0" y="0"/>
                  </a:ln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700;p10">
              <a:extLst>
                <a:ext uri="{FF2B5EF4-FFF2-40B4-BE49-F238E27FC236}">
                  <a16:creationId xmlns:a16="http://schemas.microsoft.com/office/drawing/2014/main" id="{F38AAE5A-9826-B260-3BE3-BB68C29EBC7F}"/>
                </a:ext>
              </a:extLst>
            </p:cNvPr>
            <p:cNvSpPr/>
            <p:nvPr/>
          </p:nvSpPr>
          <p:spPr>
            <a:xfrm>
              <a:off x="3822387" y="577944"/>
              <a:ext cx="38090" cy="56994"/>
            </a:xfrm>
            <a:custGeom>
              <a:avLst/>
              <a:gdLst/>
              <a:ahLst/>
              <a:cxnLst/>
              <a:rect l="l" t="t" r="r" b="b"/>
              <a:pathLst>
                <a:path w="38090" h="56994" extrusionOk="0">
                  <a:moveTo>
                    <a:pt x="0" y="56995"/>
                  </a:moveTo>
                  <a:lnTo>
                    <a:pt x="38090" y="56995"/>
                  </a:lnTo>
                  <a:lnTo>
                    <a:pt x="38090" y="18998"/>
                  </a:lnTo>
                  <a:cubicBezTo>
                    <a:pt x="38090" y="8506"/>
                    <a:pt x="29564" y="0"/>
                    <a:pt x="19045" y="0"/>
                  </a:cubicBezTo>
                  <a:cubicBezTo>
                    <a:pt x="8527" y="0"/>
                    <a:pt x="0" y="8506"/>
                    <a:pt x="0" y="18998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701;p10">
              <a:extLst>
                <a:ext uri="{FF2B5EF4-FFF2-40B4-BE49-F238E27FC236}">
                  <a16:creationId xmlns:a16="http://schemas.microsoft.com/office/drawing/2014/main" id="{55FE0E82-336F-8ECF-E1DF-157CB746ECE8}"/>
                </a:ext>
              </a:extLst>
            </p:cNvPr>
            <p:cNvSpPr/>
            <p:nvPr/>
          </p:nvSpPr>
          <p:spPr>
            <a:xfrm>
              <a:off x="3930136" y="501951"/>
              <a:ext cx="114271" cy="132987"/>
            </a:xfrm>
            <a:custGeom>
              <a:avLst/>
              <a:gdLst/>
              <a:ahLst/>
              <a:cxnLst/>
              <a:rect l="l" t="t" r="r" b="b"/>
              <a:pathLst>
                <a:path w="114271" h="132987" extrusionOk="0">
                  <a:moveTo>
                    <a:pt x="114271" y="132987"/>
                  </a:moveTo>
                  <a:lnTo>
                    <a:pt x="0" y="132987"/>
                  </a:lnTo>
                  <a:lnTo>
                    <a:pt x="0" y="12665"/>
                  </a:lnTo>
                  <a:cubicBezTo>
                    <a:pt x="0" y="5671"/>
                    <a:pt x="5685" y="0"/>
                    <a:pt x="12697" y="0"/>
                  </a:cubicBezTo>
                  <a:lnTo>
                    <a:pt x="101575" y="0"/>
                  </a:lnTo>
                  <a:cubicBezTo>
                    <a:pt x="108587" y="0"/>
                    <a:pt x="114271" y="5671"/>
                    <a:pt x="114271" y="12665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702;p10">
              <a:extLst>
                <a:ext uri="{FF2B5EF4-FFF2-40B4-BE49-F238E27FC236}">
                  <a16:creationId xmlns:a16="http://schemas.microsoft.com/office/drawing/2014/main" id="{8EF79828-5C5A-57DE-4CC3-057E04496DC2}"/>
                </a:ext>
              </a:extLst>
            </p:cNvPr>
            <p:cNvSpPr/>
            <p:nvPr/>
          </p:nvSpPr>
          <p:spPr>
            <a:xfrm>
              <a:off x="4015776" y="539947"/>
              <a:ext cx="28567" cy="12665"/>
            </a:xfrm>
            <a:custGeom>
              <a:avLst/>
              <a:gdLst/>
              <a:ahLst/>
              <a:cxnLst/>
              <a:rect l="l" t="t" r="r" b="b"/>
              <a:pathLst>
                <a:path w="28567" h="12665" extrusionOk="0">
                  <a:moveTo>
                    <a:pt x="28568" y="0"/>
                  </a:moveTo>
                  <a:lnTo>
                    <a:pt x="0" y="0"/>
                  </a:ln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703;p10">
              <a:extLst>
                <a:ext uri="{FF2B5EF4-FFF2-40B4-BE49-F238E27FC236}">
                  <a16:creationId xmlns:a16="http://schemas.microsoft.com/office/drawing/2014/main" id="{ECFE50D4-6570-2363-FEB2-8BD38FA520D7}"/>
                </a:ext>
              </a:extLst>
            </p:cNvPr>
            <p:cNvSpPr/>
            <p:nvPr/>
          </p:nvSpPr>
          <p:spPr>
            <a:xfrm>
              <a:off x="3968125" y="577944"/>
              <a:ext cx="38090" cy="56994"/>
            </a:xfrm>
            <a:custGeom>
              <a:avLst/>
              <a:gdLst/>
              <a:ahLst/>
              <a:cxnLst/>
              <a:rect l="l" t="t" r="r" b="b"/>
              <a:pathLst>
                <a:path w="38090" h="56994" extrusionOk="0">
                  <a:moveTo>
                    <a:pt x="0" y="56995"/>
                  </a:moveTo>
                  <a:lnTo>
                    <a:pt x="38090" y="56995"/>
                  </a:lnTo>
                  <a:lnTo>
                    <a:pt x="38090" y="18998"/>
                  </a:lnTo>
                  <a:cubicBezTo>
                    <a:pt x="38090" y="8506"/>
                    <a:pt x="29564" y="0"/>
                    <a:pt x="19045" y="0"/>
                  </a:cubicBezTo>
                  <a:cubicBezTo>
                    <a:pt x="8527" y="0"/>
                    <a:pt x="0" y="8506"/>
                    <a:pt x="0" y="18998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704;p10">
              <a:extLst>
                <a:ext uri="{FF2B5EF4-FFF2-40B4-BE49-F238E27FC236}">
                  <a16:creationId xmlns:a16="http://schemas.microsoft.com/office/drawing/2014/main" id="{3EE7939A-927F-A44B-8E90-1584BBB7389B}"/>
                </a:ext>
              </a:extLst>
            </p:cNvPr>
            <p:cNvSpPr/>
            <p:nvPr/>
          </p:nvSpPr>
          <p:spPr>
            <a:xfrm>
              <a:off x="4075874" y="501951"/>
              <a:ext cx="114271" cy="132987"/>
            </a:xfrm>
            <a:custGeom>
              <a:avLst/>
              <a:gdLst/>
              <a:ahLst/>
              <a:cxnLst/>
              <a:rect l="l" t="t" r="r" b="b"/>
              <a:pathLst>
                <a:path w="114271" h="132987" extrusionOk="0">
                  <a:moveTo>
                    <a:pt x="114271" y="132987"/>
                  </a:moveTo>
                  <a:lnTo>
                    <a:pt x="0" y="132987"/>
                  </a:lnTo>
                  <a:lnTo>
                    <a:pt x="0" y="12665"/>
                  </a:lnTo>
                  <a:cubicBezTo>
                    <a:pt x="0" y="5671"/>
                    <a:pt x="5685" y="0"/>
                    <a:pt x="12697" y="0"/>
                  </a:cubicBezTo>
                  <a:lnTo>
                    <a:pt x="101575" y="0"/>
                  </a:lnTo>
                  <a:cubicBezTo>
                    <a:pt x="108587" y="0"/>
                    <a:pt x="114271" y="5671"/>
                    <a:pt x="114271" y="12665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705;p10">
              <a:extLst>
                <a:ext uri="{FF2B5EF4-FFF2-40B4-BE49-F238E27FC236}">
                  <a16:creationId xmlns:a16="http://schemas.microsoft.com/office/drawing/2014/main" id="{3C3E753A-88AF-ED23-7951-ECBB0B1F2720}"/>
                </a:ext>
              </a:extLst>
            </p:cNvPr>
            <p:cNvSpPr/>
            <p:nvPr/>
          </p:nvSpPr>
          <p:spPr>
            <a:xfrm>
              <a:off x="4161514" y="539947"/>
              <a:ext cx="28567" cy="12665"/>
            </a:xfrm>
            <a:custGeom>
              <a:avLst/>
              <a:gdLst/>
              <a:ahLst/>
              <a:cxnLst/>
              <a:rect l="l" t="t" r="r" b="b"/>
              <a:pathLst>
                <a:path w="28567" h="12665" extrusionOk="0">
                  <a:moveTo>
                    <a:pt x="28568" y="0"/>
                  </a:moveTo>
                  <a:lnTo>
                    <a:pt x="0" y="0"/>
                  </a:ln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706;p10">
              <a:extLst>
                <a:ext uri="{FF2B5EF4-FFF2-40B4-BE49-F238E27FC236}">
                  <a16:creationId xmlns:a16="http://schemas.microsoft.com/office/drawing/2014/main" id="{CE67ADD1-33B3-36C8-D0D6-297C04F79CDE}"/>
                </a:ext>
              </a:extLst>
            </p:cNvPr>
            <p:cNvSpPr/>
            <p:nvPr/>
          </p:nvSpPr>
          <p:spPr>
            <a:xfrm>
              <a:off x="4113863" y="577944"/>
              <a:ext cx="38090" cy="56994"/>
            </a:xfrm>
            <a:custGeom>
              <a:avLst/>
              <a:gdLst/>
              <a:ahLst/>
              <a:cxnLst/>
              <a:rect l="l" t="t" r="r" b="b"/>
              <a:pathLst>
                <a:path w="38090" h="56994" extrusionOk="0">
                  <a:moveTo>
                    <a:pt x="0" y="56995"/>
                  </a:moveTo>
                  <a:lnTo>
                    <a:pt x="38090" y="56995"/>
                  </a:lnTo>
                  <a:lnTo>
                    <a:pt x="38090" y="18998"/>
                  </a:lnTo>
                  <a:cubicBezTo>
                    <a:pt x="38090" y="8506"/>
                    <a:pt x="29564" y="0"/>
                    <a:pt x="19045" y="0"/>
                  </a:cubicBezTo>
                  <a:cubicBezTo>
                    <a:pt x="8527" y="0"/>
                    <a:pt x="0" y="8506"/>
                    <a:pt x="0" y="18998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707;p10">
              <a:extLst>
                <a:ext uri="{FF2B5EF4-FFF2-40B4-BE49-F238E27FC236}">
                  <a16:creationId xmlns:a16="http://schemas.microsoft.com/office/drawing/2014/main" id="{7B1DA599-A3D1-40B7-BA64-03D2996583A1}"/>
                </a:ext>
              </a:extLst>
            </p:cNvPr>
            <p:cNvSpPr/>
            <p:nvPr/>
          </p:nvSpPr>
          <p:spPr>
            <a:xfrm>
              <a:off x="3987272" y="383781"/>
              <a:ext cx="12696" cy="117763"/>
            </a:xfrm>
            <a:custGeom>
              <a:avLst/>
              <a:gdLst/>
              <a:ahLst/>
              <a:cxnLst/>
              <a:rect l="l" t="t" r="r" b="b"/>
              <a:pathLst>
                <a:path w="12696" h="117763" extrusionOk="0">
                  <a:moveTo>
                    <a:pt x="0" y="117764"/>
                  </a:moveTo>
                  <a:lnTo>
                    <a:pt x="0" y="0"/>
                  </a:ln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708;p10">
              <a:extLst>
                <a:ext uri="{FF2B5EF4-FFF2-40B4-BE49-F238E27FC236}">
                  <a16:creationId xmlns:a16="http://schemas.microsoft.com/office/drawing/2014/main" id="{F3A6079A-71EA-7B40-256E-9A044695E4BD}"/>
                </a:ext>
              </a:extLst>
            </p:cNvPr>
            <p:cNvSpPr/>
            <p:nvPr/>
          </p:nvSpPr>
          <p:spPr>
            <a:xfrm>
              <a:off x="3837797" y="443350"/>
              <a:ext cx="298948" cy="56274"/>
            </a:xfrm>
            <a:custGeom>
              <a:avLst/>
              <a:gdLst/>
              <a:ahLst/>
              <a:cxnLst/>
              <a:rect l="l" t="t" r="r" b="b"/>
              <a:pathLst>
                <a:path w="298948" h="56274" extrusionOk="0">
                  <a:moveTo>
                    <a:pt x="298949" y="56275"/>
                  </a:moveTo>
                  <a:lnTo>
                    <a:pt x="298949" y="17542"/>
                  </a:lnTo>
                  <a:cubicBezTo>
                    <a:pt x="298949" y="7854"/>
                    <a:pt x="291076" y="0"/>
                    <a:pt x="281364" y="0"/>
                  </a:cubicBezTo>
                  <a:lnTo>
                    <a:pt x="17585" y="0"/>
                  </a:lnTo>
                  <a:cubicBezTo>
                    <a:pt x="7873" y="0"/>
                    <a:pt x="0" y="7854"/>
                    <a:pt x="0" y="17542"/>
                  </a:cubicBezTo>
                  <a:lnTo>
                    <a:pt x="0" y="56275"/>
                  </a:lnTo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5;p7">
            <a:extLst>
              <a:ext uri="{FF2B5EF4-FFF2-40B4-BE49-F238E27FC236}">
                <a16:creationId xmlns:a16="http://schemas.microsoft.com/office/drawing/2014/main" id="{30CD1AD1-ED12-3A25-719A-01812EF008DA}"/>
              </a:ext>
            </a:extLst>
          </p:cNvPr>
          <p:cNvGrpSpPr/>
          <p:nvPr/>
        </p:nvGrpSpPr>
        <p:grpSpPr>
          <a:xfrm>
            <a:off x="8656463" y="3241818"/>
            <a:ext cx="846852" cy="667746"/>
            <a:chOff x="5927661" y="2639733"/>
            <a:chExt cx="846852" cy="667746"/>
          </a:xfrm>
        </p:grpSpPr>
        <p:grpSp>
          <p:nvGrpSpPr>
            <p:cNvPr id="155" name="Google Shape;1397;p7">
              <a:extLst>
                <a:ext uri="{FF2B5EF4-FFF2-40B4-BE49-F238E27FC236}">
                  <a16:creationId xmlns:a16="http://schemas.microsoft.com/office/drawing/2014/main" id="{80C0EEA6-1CA4-AA31-D935-F75E6F1DBAE6}"/>
                </a:ext>
              </a:extLst>
            </p:cNvPr>
            <p:cNvGrpSpPr/>
            <p:nvPr/>
          </p:nvGrpSpPr>
          <p:grpSpPr>
            <a:xfrm>
              <a:off x="5927661" y="2639733"/>
              <a:ext cx="846852" cy="667746"/>
              <a:chOff x="3792486" y="1429866"/>
              <a:chExt cx="378844" cy="360881"/>
            </a:xfrm>
          </p:grpSpPr>
          <p:sp>
            <p:nvSpPr>
              <p:cNvPr id="157" name="Google Shape;1398;p7">
                <a:extLst>
                  <a:ext uri="{FF2B5EF4-FFF2-40B4-BE49-F238E27FC236}">
                    <a16:creationId xmlns:a16="http://schemas.microsoft.com/office/drawing/2014/main" id="{8CFB06F1-7D91-8635-4166-BD96D75D1080}"/>
                  </a:ext>
                </a:extLst>
              </p:cNvPr>
              <p:cNvSpPr/>
              <p:nvPr/>
            </p:nvSpPr>
            <p:spPr>
              <a:xfrm>
                <a:off x="3792486" y="1429866"/>
                <a:ext cx="378844" cy="262459"/>
              </a:xfrm>
              <a:custGeom>
                <a:avLst/>
                <a:gdLst/>
                <a:ahLst/>
                <a:cxnLst/>
                <a:rect l="l" t="t" r="r" b="b"/>
                <a:pathLst>
                  <a:path w="378844" h="262459" extrusionOk="0">
                    <a:moveTo>
                      <a:pt x="0" y="16404"/>
                    </a:moveTo>
                    <a:cubicBezTo>
                      <a:pt x="0" y="7344"/>
                      <a:pt x="7374" y="0"/>
                      <a:pt x="16472" y="0"/>
                    </a:cubicBezTo>
                    <a:lnTo>
                      <a:pt x="362374" y="0"/>
                    </a:lnTo>
                    <a:cubicBezTo>
                      <a:pt x="371470" y="0"/>
                      <a:pt x="378845" y="7344"/>
                      <a:pt x="378845" y="16404"/>
                    </a:cubicBezTo>
                    <a:lnTo>
                      <a:pt x="378845" y="246056"/>
                    </a:lnTo>
                    <a:cubicBezTo>
                      <a:pt x="378845" y="255116"/>
                      <a:pt x="371470" y="262460"/>
                      <a:pt x="362374" y="262460"/>
                    </a:cubicBezTo>
                    <a:lnTo>
                      <a:pt x="16472" y="262460"/>
                    </a:lnTo>
                    <a:cubicBezTo>
                      <a:pt x="7374" y="262460"/>
                      <a:pt x="0" y="255116"/>
                      <a:pt x="0" y="246056"/>
                    </a:cubicBezTo>
                    <a:lnTo>
                      <a:pt x="0" y="16404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58" name="Google Shape;1399;p7">
                <a:extLst>
                  <a:ext uri="{FF2B5EF4-FFF2-40B4-BE49-F238E27FC236}">
                    <a16:creationId xmlns:a16="http://schemas.microsoft.com/office/drawing/2014/main" id="{A10429D5-0B39-A6D4-D5AC-565178161F89}"/>
                  </a:ext>
                </a:extLst>
              </p:cNvPr>
              <p:cNvSpPr/>
              <p:nvPr/>
            </p:nvSpPr>
            <p:spPr>
              <a:xfrm>
                <a:off x="3949575" y="1692325"/>
                <a:ext cx="64667" cy="60693"/>
              </a:xfrm>
              <a:custGeom>
                <a:avLst/>
                <a:gdLst/>
                <a:ahLst/>
                <a:cxnLst/>
                <a:rect l="l" t="t" r="r" b="b"/>
                <a:pathLst>
                  <a:path w="64667" h="60693" extrusionOk="0">
                    <a:moveTo>
                      <a:pt x="32333" y="57413"/>
                    </a:moveTo>
                    <a:cubicBezTo>
                      <a:pt x="43196" y="57377"/>
                      <a:pt x="54035" y="58478"/>
                      <a:pt x="64667" y="60694"/>
                    </a:cubicBezTo>
                    <a:lnTo>
                      <a:pt x="57041" y="0"/>
                    </a:lnTo>
                    <a:lnTo>
                      <a:pt x="7626" y="0"/>
                    </a:lnTo>
                    <a:lnTo>
                      <a:pt x="0" y="60694"/>
                    </a:lnTo>
                    <a:cubicBezTo>
                      <a:pt x="10632" y="58478"/>
                      <a:pt x="21470" y="57377"/>
                      <a:pt x="32333" y="57413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59" name="Google Shape;1400;p7">
                <a:extLst>
                  <a:ext uri="{FF2B5EF4-FFF2-40B4-BE49-F238E27FC236}">
                    <a16:creationId xmlns:a16="http://schemas.microsoft.com/office/drawing/2014/main" id="{913347DB-1C04-3522-D8CB-8DA0B78AD811}"/>
                  </a:ext>
                </a:extLst>
              </p:cNvPr>
              <p:cNvSpPr/>
              <p:nvPr/>
            </p:nvSpPr>
            <p:spPr>
              <a:xfrm>
                <a:off x="3899550" y="1749738"/>
                <a:ext cx="164715" cy="41009"/>
              </a:xfrm>
              <a:custGeom>
                <a:avLst/>
                <a:gdLst/>
                <a:ahLst/>
                <a:cxnLst/>
                <a:rect l="l" t="t" r="r" b="b"/>
                <a:pathLst>
                  <a:path w="164715" h="41009" extrusionOk="0">
                    <a:moveTo>
                      <a:pt x="0" y="41009"/>
                    </a:moveTo>
                    <a:cubicBezTo>
                      <a:pt x="0" y="18356"/>
                      <a:pt x="36880" y="0"/>
                      <a:pt x="82358" y="0"/>
                    </a:cubicBezTo>
                    <a:cubicBezTo>
                      <a:pt x="127836" y="0"/>
                      <a:pt x="164715" y="18356"/>
                      <a:pt x="164715" y="41009"/>
                    </a:cubicBezTo>
                    <a:lnTo>
                      <a:pt x="0" y="41009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41" name="Google Shape;1402;p7">
              <a:extLst>
                <a:ext uri="{FF2B5EF4-FFF2-40B4-BE49-F238E27FC236}">
                  <a16:creationId xmlns:a16="http://schemas.microsoft.com/office/drawing/2014/main" id="{DB48782E-206F-3609-6E5F-529D94BC0714}"/>
                </a:ext>
              </a:extLst>
            </p:cNvPr>
            <p:cNvGrpSpPr/>
            <p:nvPr/>
          </p:nvGrpSpPr>
          <p:grpSpPr>
            <a:xfrm>
              <a:off x="5980895" y="2697970"/>
              <a:ext cx="710741" cy="368634"/>
              <a:chOff x="5980895" y="2697970"/>
              <a:chExt cx="710741" cy="368634"/>
            </a:xfrm>
          </p:grpSpPr>
          <p:grpSp>
            <p:nvGrpSpPr>
              <p:cNvPr id="142" name="Google Shape;1403;p7">
                <a:extLst>
                  <a:ext uri="{FF2B5EF4-FFF2-40B4-BE49-F238E27FC236}">
                    <a16:creationId xmlns:a16="http://schemas.microsoft.com/office/drawing/2014/main" id="{DB4D8071-D910-AC10-8687-CE20886FF8D0}"/>
                  </a:ext>
                </a:extLst>
              </p:cNvPr>
              <p:cNvGrpSpPr/>
              <p:nvPr/>
            </p:nvGrpSpPr>
            <p:grpSpPr>
              <a:xfrm>
                <a:off x="6378731" y="2698153"/>
                <a:ext cx="312905" cy="356454"/>
                <a:chOff x="3788140" y="235848"/>
                <a:chExt cx="406298" cy="406298"/>
              </a:xfrm>
            </p:grpSpPr>
            <p:sp>
              <p:nvSpPr>
                <p:cNvPr id="149" name="Google Shape;1404;p7">
                  <a:extLst>
                    <a:ext uri="{FF2B5EF4-FFF2-40B4-BE49-F238E27FC236}">
                      <a16:creationId xmlns:a16="http://schemas.microsoft.com/office/drawing/2014/main" id="{0D8AA60A-F4F0-C450-BD7D-070C1E38325E}"/>
                    </a:ext>
                  </a:extLst>
                </p:cNvPr>
                <p:cNvSpPr/>
                <p:nvPr/>
              </p:nvSpPr>
              <p:spPr>
                <a:xfrm>
                  <a:off x="3930018" y="422208"/>
                  <a:ext cx="25065" cy="25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65" h="25065" extrusionOk="0">
                      <a:moveTo>
                        <a:pt x="25066" y="12533"/>
                      </a:moveTo>
                      <a:cubicBezTo>
                        <a:pt x="25066" y="19455"/>
                        <a:pt x="19455" y="25066"/>
                        <a:pt x="12533" y="25066"/>
                      </a:cubicBezTo>
                      <a:cubicBezTo>
                        <a:pt x="5611" y="25066"/>
                        <a:pt x="0" y="19455"/>
                        <a:pt x="0" y="12533"/>
                      </a:cubicBezTo>
                      <a:cubicBezTo>
                        <a:pt x="0" y="5611"/>
                        <a:pt x="5611" y="0"/>
                        <a:pt x="12533" y="0"/>
                      </a:cubicBezTo>
                      <a:cubicBezTo>
                        <a:pt x="19455" y="0"/>
                        <a:pt x="25066" y="5611"/>
                        <a:pt x="25066" y="1253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" name="Google Shape;1405;p7">
                  <a:extLst>
                    <a:ext uri="{FF2B5EF4-FFF2-40B4-BE49-F238E27FC236}">
                      <a16:creationId xmlns:a16="http://schemas.microsoft.com/office/drawing/2014/main" id="{ADB63F03-CE78-7C0F-5AC7-6B5EC9E5EA8C}"/>
                    </a:ext>
                  </a:extLst>
                </p:cNvPr>
                <p:cNvSpPr/>
                <p:nvPr/>
              </p:nvSpPr>
              <p:spPr>
                <a:xfrm>
                  <a:off x="4025639" y="422208"/>
                  <a:ext cx="25065" cy="25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65" h="25065" extrusionOk="0">
                      <a:moveTo>
                        <a:pt x="25066" y="12533"/>
                      </a:moveTo>
                      <a:cubicBezTo>
                        <a:pt x="25066" y="19455"/>
                        <a:pt x="19455" y="25066"/>
                        <a:pt x="12533" y="25066"/>
                      </a:cubicBezTo>
                      <a:cubicBezTo>
                        <a:pt x="5611" y="25066"/>
                        <a:pt x="0" y="19455"/>
                        <a:pt x="0" y="12533"/>
                      </a:cubicBezTo>
                      <a:cubicBezTo>
                        <a:pt x="0" y="5611"/>
                        <a:pt x="5611" y="0"/>
                        <a:pt x="12533" y="0"/>
                      </a:cubicBezTo>
                      <a:cubicBezTo>
                        <a:pt x="19455" y="0"/>
                        <a:pt x="25066" y="5611"/>
                        <a:pt x="25066" y="1253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" name="Google Shape;1406;p7">
                  <a:extLst>
                    <a:ext uri="{FF2B5EF4-FFF2-40B4-BE49-F238E27FC236}">
                      <a16:creationId xmlns:a16="http://schemas.microsoft.com/office/drawing/2014/main" id="{D79FBC5F-B25B-0F15-EC98-71A588B43168}"/>
                    </a:ext>
                  </a:extLst>
                </p:cNvPr>
                <p:cNvSpPr/>
                <p:nvPr/>
              </p:nvSpPr>
              <p:spPr>
                <a:xfrm>
                  <a:off x="3824648" y="319159"/>
                  <a:ext cx="333282" cy="3174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282" h="317499" extrusionOk="0">
                      <a:moveTo>
                        <a:pt x="0" y="315644"/>
                      </a:moveTo>
                      <a:cubicBezTo>
                        <a:pt x="0" y="315644"/>
                        <a:pt x="20424" y="315644"/>
                        <a:pt x="20424" y="276652"/>
                      </a:cubicBezTo>
                      <a:lnTo>
                        <a:pt x="20424" y="146217"/>
                      </a:lnTo>
                      <a:cubicBezTo>
                        <a:pt x="20424" y="65464"/>
                        <a:pt x="85888" y="0"/>
                        <a:pt x="166642" y="0"/>
                      </a:cubicBezTo>
                      <a:cubicBezTo>
                        <a:pt x="247395" y="0"/>
                        <a:pt x="312859" y="65464"/>
                        <a:pt x="312859" y="146217"/>
                      </a:cubicBezTo>
                      <a:lnTo>
                        <a:pt x="312859" y="276652"/>
                      </a:lnTo>
                      <a:cubicBezTo>
                        <a:pt x="312859" y="317500"/>
                        <a:pt x="333283" y="317500"/>
                        <a:pt x="333283" y="31750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407;p7">
                  <a:extLst>
                    <a:ext uri="{FF2B5EF4-FFF2-40B4-BE49-F238E27FC236}">
                      <a16:creationId xmlns:a16="http://schemas.microsoft.com/office/drawing/2014/main" id="{D0A3D4FD-C965-D932-20F5-5955888534A5}"/>
                    </a:ext>
                  </a:extLst>
                </p:cNvPr>
                <p:cNvSpPr/>
                <p:nvPr/>
              </p:nvSpPr>
              <p:spPr>
                <a:xfrm>
                  <a:off x="3902347" y="481159"/>
                  <a:ext cx="178347" cy="8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47" h="84249" extrusionOk="0">
                      <a:moveTo>
                        <a:pt x="117258" y="79375"/>
                      </a:moveTo>
                      <a:cubicBezTo>
                        <a:pt x="98940" y="85874"/>
                        <a:pt x="78945" y="85874"/>
                        <a:pt x="60628" y="79375"/>
                      </a:cubicBezTo>
                      <a:cubicBezTo>
                        <a:pt x="60628" y="79375"/>
                        <a:pt x="-4822" y="48739"/>
                        <a:pt x="284" y="44097"/>
                      </a:cubicBezTo>
                      <a:cubicBezTo>
                        <a:pt x="284" y="44097"/>
                        <a:pt x="54129" y="0"/>
                        <a:pt x="89407" y="0"/>
                      </a:cubicBezTo>
                      <a:cubicBezTo>
                        <a:pt x="124685" y="0"/>
                        <a:pt x="178066" y="44097"/>
                        <a:pt x="178066" y="44097"/>
                      </a:cubicBezTo>
                      <a:cubicBezTo>
                        <a:pt x="183172" y="48739"/>
                        <a:pt x="117258" y="79375"/>
                        <a:pt x="117258" y="79375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" name="Google Shape;1408;p7">
                  <a:extLst>
                    <a:ext uri="{FF2B5EF4-FFF2-40B4-BE49-F238E27FC236}">
                      <a16:creationId xmlns:a16="http://schemas.microsoft.com/office/drawing/2014/main" id="{39878BD1-8601-9A6B-188F-341B5B6F102C}"/>
                    </a:ext>
                  </a:extLst>
                </p:cNvPr>
                <p:cNvSpPr/>
                <p:nvPr/>
              </p:nvSpPr>
              <p:spPr>
                <a:xfrm>
                  <a:off x="3788140" y="235848"/>
                  <a:ext cx="406298" cy="406298"/>
                </a:xfrm>
                <a:prstGeom prst="roundRect">
                  <a:avLst>
                    <a:gd name="adj" fmla="val 16667"/>
                  </a:avLst>
                </a:prstGeom>
                <a:noFill/>
                <a:ln w="16450" cap="rnd" cmpd="sng">
                  <a:solidFill>
                    <a:srgbClr val="000000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4" name="Google Shape;1409;p7">
                <a:extLst>
                  <a:ext uri="{FF2B5EF4-FFF2-40B4-BE49-F238E27FC236}">
                    <a16:creationId xmlns:a16="http://schemas.microsoft.com/office/drawing/2014/main" id="{9849287D-154D-F90B-5B4E-B3AC99D08254}"/>
                  </a:ext>
                </a:extLst>
              </p:cNvPr>
              <p:cNvGrpSpPr/>
              <p:nvPr/>
            </p:nvGrpSpPr>
            <p:grpSpPr>
              <a:xfrm>
                <a:off x="5980895" y="2697970"/>
                <a:ext cx="358777" cy="368634"/>
                <a:chOff x="3788140" y="228542"/>
                <a:chExt cx="406298" cy="406298"/>
              </a:xfrm>
            </p:grpSpPr>
            <p:grpSp>
              <p:nvGrpSpPr>
                <p:cNvPr id="145" name="Google Shape;1410;p7">
                  <a:extLst>
                    <a:ext uri="{FF2B5EF4-FFF2-40B4-BE49-F238E27FC236}">
                      <a16:creationId xmlns:a16="http://schemas.microsoft.com/office/drawing/2014/main" id="{E52A65DF-715E-4F1F-D407-F8FCBF3DBF38}"/>
                    </a:ext>
                  </a:extLst>
                </p:cNvPr>
                <p:cNvGrpSpPr/>
                <p:nvPr/>
              </p:nvGrpSpPr>
              <p:grpSpPr>
                <a:xfrm>
                  <a:off x="3866625" y="300374"/>
                  <a:ext cx="249330" cy="262634"/>
                  <a:chOff x="3866625" y="300374"/>
                  <a:chExt cx="249330" cy="262634"/>
                </a:xfrm>
              </p:grpSpPr>
              <p:sp>
                <p:nvSpPr>
                  <p:cNvPr id="147" name="Google Shape;1411;p7">
                    <a:extLst>
                      <a:ext uri="{FF2B5EF4-FFF2-40B4-BE49-F238E27FC236}">
                        <a16:creationId xmlns:a16="http://schemas.microsoft.com/office/drawing/2014/main" id="{A198A504-F200-F5A6-AE4C-42BDFE8A498B}"/>
                      </a:ext>
                    </a:extLst>
                  </p:cNvPr>
                  <p:cNvSpPr/>
                  <p:nvPr/>
                </p:nvSpPr>
                <p:spPr>
                  <a:xfrm>
                    <a:off x="3866625" y="300374"/>
                    <a:ext cx="249330" cy="119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330" h="119534" extrusionOk="0">
                        <a:moveTo>
                          <a:pt x="95894" y="26179"/>
                        </a:moveTo>
                        <a:lnTo>
                          <a:pt x="95894" y="119534"/>
                        </a:lnTo>
                        <a:lnTo>
                          <a:pt x="0" y="119534"/>
                        </a:lnTo>
                        <a:lnTo>
                          <a:pt x="0" y="42903"/>
                        </a:lnTo>
                        <a:close/>
                        <a:moveTo>
                          <a:pt x="249330" y="0"/>
                        </a:moveTo>
                        <a:lnTo>
                          <a:pt x="249330" y="119534"/>
                        </a:lnTo>
                        <a:lnTo>
                          <a:pt x="120647" y="119534"/>
                        </a:lnTo>
                        <a:lnTo>
                          <a:pt x="120647" y="22435"/>
                        </a:lnTo>
                        <a:close/>
                      </a:path>
                    </a:pathLst>
                  </a:custGeom>
                  <a:noFill/>
                  <a:ln w="16450" cap="rnd" cmpd="sng">
                    <a:solidFill>
                      <a:srgbClr val="000000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lang="en-US" sz="1400" b="0" i="0" u="none" strike="noStrike" cap="none" noProof="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" name="Google Shape;1412;p7">
                    <a:extLst>
                      <a:ext uri="{FF2B5EF4-FFF2-40B4-BE49-F238E27FC236}">
                        <a16:creationId xmlns:a16="http://schemas.microsoft.com/office/drawing/2014/main" id="{CFD2EBA8-2D0D-A403-5A95-70E8507B02E2}"/>
                      </a:ext>
                    </a:extLst>
                  </p:cNvPr>
                  <p:cNvSpPr/>
                  <p:nvPr/>
                </p:nvSpPr>
                <p:spPr>
                  <a:xfrm>
                    <a:off x="3866625" y="443475"/>
                    <a:ext cx="249330" cy="1195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330" h="119533" extrusionOk="0">
                        <a:moveTo>
                          <a:pt x="95894" y="93355"/>
                        </a:moveTo>
                        <a:lnTo>
                          <a:pt x="95894" y="0"/>
                        </a:lnTo>
                        <a:lnTo>
                          <a:pt x="0" y="0"/>
                        </a:lnTo>
                        <a:lnTo>
                          <a:pt x="0" y="76631"/>
                        </a:lnTo>
                        <a:close/>
                        <a:moveTo>
                          <a:pt x="249330" y="119534"/>
                        </a:moveTo>
                        <a:lnTo>
                          <a:pt x="249330" y="0"/>
                        </a:lnTo>
                        <a:lnTo>
                          <a:pt x="120647" y="0"/>
                        </a:lnTo>
                        <a:lnTo>
                          <a:pt x="120647" y="97099"/>
                        </a:lnTo>
                        <a:close/>
                      </a:path>
                    </a:pathLst>
                  </a:custGeom>
                  <a:noFill/>
                  <a:ln w="16450" cap="rnd" cmpd="sng">
                    <a:solidFill>
                      <a:srgbClr val="000000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lang="en-US" sz="1400" b="0" i="0" u="none" strike="noStrike" cap="none" noProof="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6" name="Google Shape;1413;p7">
                  <a:extLst>
                    <a:ext uri="{FF2B5EF4-FFF2-40B4-BE49-F238E27FC236}">
                      <a16:creationId xmlns:a16="http://schemas.microsoft.com/office/drawing/2014/main" id="{6A9B1215-5042-1801-DB05-E4A9F0A02E73}"/>
                    </a:ext>
                  </a:extLst>
                </p:cNvPr>
                <p:cNvSpPr/>
                <p:nvPr/>
              </p:nvSpPr>
              <p:spPr>
                <a:xfrm>
                  <a:off x="3788140" y="228542"/>
                  <a:ext cx="406298" cy="406298"/>
                </a:xfrm>
                <a:prstGeom prst="roundRect">
                  <a:avLst>
                    <a:gd name="adj" fmla="val 16667"/>
                  </a:avLst>
                </a:prstGeom>
                <a:noFill/>
                <a:ln w="16450" cap="rnd" cmpd="sng">
                  <a:solidFill>
                    <a:srgbClr val="000000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67" name="Google Shape;821;p5">
            <a:extLst>
              <a:ext uri="{FF2B5EF4-FFF2-40B4-BE49-F238E27FC236}">
                <a16:creationId xmlns:a16="http://schemas.microsoft.com/office/drawing/2014/main" id="{B1ABFFBD-B1CF-8B1D-7232-25274762AEAD}"/>
              </a:ext>
            </a:extLst>
          </p:cNvPr>
          <p:cNvGrpSpPr/>
          <p:nvPr/>
        </p:nvGrpSpPr>
        <p:grpSpPr>
          <a:xfrm>
            <a:off x="10237153" y="3443307"/>
            <a:ext cx="498751" cy="405001"/>
            <a:chOff x="2951510" y="0"/>
            <a:chExt cx="675640" cy="548640"/>
          </a:xfrm>
        </p:grpSpPr>
        <p:grpSp>
          <p:nvGrpSpPr>
            <p:cNvPr id="168" name="Google Shape;822;p5">
              <a:extLst>
                <a:ext uri="{FF2B5EF4-FFF2-40B4-BE49-F238E27FC236}">
                  <a16:creationId xmlns:a16="http://schemas.microsoft.com/office/drawing/2014/main" id="{DC463B88-453A-B4D4-515D-E161368F8D65}"/>
                </a:ext>
              </a:extLst>
            </p:cNvPr>
            <p:cNvGrpSpPr/>
            <p:nvPr/>
          </p:nvGrpSpPr>
          <p:grpSpPr>
            <a:xfrm>
              <a:off x="3015009" y="0"/>
              <a:ext cx="548640" cy="548640"/>
              <a:chOff x="5674359" y="1835912"/>
              <a:chExt cx="548640" cy="548640"/>
            </a:xfrm>
          </p:grpSpPr>
          <p:sp>
            <p:nvSpPr>
              <p:cNvPr id="170" name="Google Shape;823;p5">
                <a:extLst>
                  <a:ext uri="{FF2B5EF4-FFF2-40B4-BE49-F238E27FC236}">
                    <a16:creationId xmlns:a16="http://schemas.microsoft.com/office/drawing/2014/main" id="{14BCAEA3-708C-176B-511B-C10BC9D90CD8}"/>
                  </a:ext>
                </a:extLst>
              </p:cNvPr>
              <p:cNvSpPr/>
              <p:nvPr/>
            </p:nvSpPr>
            <p:spPr>
              <a:xfrm>
                <a:off x="5948255" y="2383703"/>
                <a:ext cx="849" cy="84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grpSp>
            <p:nvGrpSpPr>
              <p:cNvPr id="171" name="Google Shape;824;p5">
                <a:extLst>
                  <a:ext uri="{FF2B5EF4-FFF2-40B4-BE49-F238E27FC236}">
                    <a16:creationId xmlns:a16="http://schemas.microsoft.com/office/drawing/2014/main" id="{B2807280-6CCC-B340-DD01-79B7A8856E06}"/>
                  </a:ext>
                </a:extLst>
              </p:cNvPr>
              <p:cNvGrpSpPr/>
              <p:nvPr/>
            </p:nvGrpSpPr>
            <p:grpSpPr>
              <a:xfrm>
                <a:off x="5674359" y="1835912"/>
                <a:ext cx="548640" cy="548640"/>
                <a:chOff x="1822450" y="177800"/>
                <a:chExt cx="7154863" cy="7154863"/>
              </a:xfrm>
            </p:grpSpPr>
            <p:cxnSp>
              <p:nvCxnSpPr>
                <p:cNvPr id="173" name="Google Shape;825;p5">
                  <a:extLst>
                    <a:ext uri="{FF2B5EF4-FFF2-40B4-BE49-F238E27FC236}">
                      <a16:creationId xmlns:a16="http://schemas.microsoft.com/office/drawing/2014/main" id="{16A38A9B-E3B8-EF7C-AFC1-485994E10865}"/>
                    </a:ext>
                  </a:extLst>
                </p:cNvPr>
                <p:cNvCxnSpPr/>
                <p:nvPr/>
              </p:nvCxnSpPr>
              <p:spPr>
                <a:xfrm>
                  <a:off x="5387969" y="4355697"/>
                  <a:ext cx="1589" cy="1800221"/>
                </a:xfrm>
                <a:prstGeom prst="straightConnector1">
                  <a:avLst/>
                </a:pr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74" name="Google Shape;826;p5">
                  <a:extLst>
                    <a:ext uri="{FF2B5EF4-FFF2-40B4-BE49-F238E27FC236}">
                      <a16:creationId xmlns:a16="http://schemas.microsoft.com/office/drawing/2014/main" id="{22D1AB50-ED83-1A16-AE63-861095F9C173}"/>
                    </a:ext>
                  </a:extLst>
                </p:cNvPr>
                <p:cNvSpPr/>
                <p:nvPr/>
              </p:nvSpPr>
              <p:spPr>
                <a:xfrm>
                  <a:off x="5118100" y="6118225"/>
                  <a:ext cx="550863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" h="1533" extrusionOk="0">
                      <a:moveTo>
                        <a:pt x="0" y="782"/>
                      </a:moveTo>
                      <a:lnTo>
                        <a:pt x="0" y="782"/>
                      </a:lnTo>
                      <a:cubicBezTo>
                        <a:pt x="0" y="1188"/>
                        <a:pt x="344" y="1532"/>
                        <a:pt x="750" y="1532"/>
                      </a:cubicBezTo>
                      <a:cubicBezTo>
                        <a:pt x="1187" y="1532"/>
                        <a:pt x="1530" y="1188"/>
                        <a:pt x="1530" y="782"/>
                      </a:cubicBezTo>
                      <a:cubicBezTo>
                        <a:pt x="1530" y="344"/>
                        <a:pt x="1187" y="0"/>
                        <a:pt x="750" y="0"/>
                      </a:cubicBezTo>
                      <a:cubicBezTo>
                        <a:pt x="344" y="0"/>
                        <a:pt x="0" y="344"/>
                        <a:pt x="0" y="782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cxnSp>
              <p:nvCxnSpPr>
                <p:cNvPr id="175" name="Google Shape;827;p5">
                  <a:extLst>
                    <a:ext uri="{FF2B5EF4-FFF2-40B4-BE49-F238E27FC236}">
                      <a16:creationId xmlns:a16="http://schemas.microsoft.com/office/drawing/2014/main" id="{8DD1B114-F22A-023F-1530-3F9736F90715}"/>
                    </a:ext>
                  </a:extLst>
                </p:cNvPr>
                <p:cNvCxnSpPr/>
                <p:nvPr/>
              </p:nvCxnSpPr>
              <p:spPr>
                <a:xfrm rot="10800000" flipH="1">
                  <a:off x="5387969" y="1364067"/>
                  <a:ext cx="1589" cy="1803399"/>
                </a:xfrm>
                <a:prstGeom prst="straightConnector1">
                  <a:avLst/>
                </a:pr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76" name="Google Shape;828;p5">
                  <a:extLst>
                    <a:ext uri="{FF2B5EF4-FFF2-40B4-BE49-F238E27FC236}">
                      <a16:creationId xmlns:a16="http://schemas.microsoft.com/office/drawing/2014/main" id="{09E0D3EC-2844-12D0-46E7-EDCAC8D399FE}"/>
                    </a:ext>
                  </a:extLst>
                </p:cNvPr>
                <p:cNvSpPr/>
                <p:nvPr/>
              </p:nvSpPr>
              <p:spPr>
                <a:xfrm>
                  <a:off x="5118100" y="852488"/>
                  <a:ext cx="550863" cy="5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" h="1501" extrusionOk="0">
                      <a:moveTo>
                        <a:pt x="1530" y="750"/>
                      </a:moveTo>
                      <a:lnTo>
                        <a:pt x="1530" y="750"/>
                      </a:lnTo>
                      <a:cubicBezTo>
                        <a:pt x="1530" y="344"/>
                        <a:pt x="1187" y="0"/>
                        <a:pt x="750" y="0"/>
                      </a:cubicBezTo>
                      <a:cubicBezTo>
                        <a:pt x="344" y="0"/>
                        <a:pt x="0" y="344"/>
                        <a:pt x="0" y="750"/>
                      </a:cubicBezTo>
                      <a:cubicBezTo>
                        <a:pt x="0" y="1157"/>
                        <a:pt x="344" y="1500"/>
                        <a:pt x="750" y="1500"/>
                      </a:cubicBezTo>
                      <a:cubicBezTo>
                        <a:pt x="1187" y="1500"/>
                        <a:pt x="1530" y="1157"/>
                        <a:pt x="1530" y="750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cxnSp>
              <p:nvCxnSpPr>
                <p:cNvPr id="177" name="Google Shape;829;p5">
                  <a:extLst>
                    <a:ext uri="{FF2B5EF4-FFF2-40B4-BE49-F238E27FC236}">
                      <a16:creationId xmlns:a16="http://schemas.microsoft.com/office/drawing/2014/main" id="{F11236CB-4AE3-39CE-D5B3-BAF847DDACE0}"/>
                    </a:ext>
                  </a:extLst>
                </p:cNvPr>
                <p:cNvCxnSpPr/>
                <p:nvPr/>
              </p:nvCxnSpPr>
              <p:spPr>
                <a:xfrm flipH="1">
                  <a:off x="3785006" y="4108054"/>
                  <a:ext cx="1274767" cy="1271588"/>
                </a:xfrm>
                <a:prstGeom prst="straightConnector1">
                  <a:avLst/>
                </a:pr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78" name="Google Shape;830;p5">
                  <a:extLst>
                    <a:ext uri="{FF2B5EF4-FFF2-40B4-BE49-F238E27FC236}">
                      <a16:creationId xmlns:a16="http://schemas.microsoft.com/office/drawing/2014/main" id="{146CA505-0B32-4858-35A4-66B4B25CDF19}"/>
                    </a:ext>
                  </a:extLst>
                </p:cNvPr>
                <p:cNvSpPr/>
                <p:nvPr/>
              </p:nvSpPr>
              <p:spPr>
                <a:xfrm>
                  <a:off x="3238500" y="5319713"/>
                  <a:ext cx="596900" cy="608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88" extrusionOk="0">
                      <a:moveTo>
                        <a:pt x="282" y="312"/>
                      </a:moveTo>
                      <a:lnTo>
                        <a:pt x="282" y="312"/>
                      </a:lnTo>
                      <a:cubicBezTo>
                        <a:pt x="0" y="593"/>
                        <a:pt x="0" y="1093"/>
                        <a:pt x="282" y="1375"/>
                      </a:cubicBezTo>
                      <a:cubicBezTo>
                        <a:pt x="594" y="1687"/>
                        <a:pt x="1063" y="1687"/>
                        <a:pt x="1375" y="1375"/>
                      </a:cubicBezTo>
                      <a:cubicBezTo>
                        <a:pt x="1657" y="1093"/>
                        <a:pt x="1657" y="593"/>
                        <a:pt x="1375" y="312"/>
                      </a:cubicBezTo>
                      <a:cubicBezTo>
                        <a:pt x="1063" y="0"/>
                        <a:pt x="594" y="0"/>
                        <a:pt x="282" y="312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cxnSp>
              <p:nvCxnSpPr>
                <p:cNvPr id="179" name="Google Shape;831;p5">
                  <a:extLst>
                    <a:ext uri="{FF2B5EF4-FFF2-40B4-BE49-F238E27FC236}">
                      <a16:creationId xmlns:a16="http://schemas.microsoft.com/office/drawing/2014/main" id="{D59C92AA-6D1D-F261-BAA8-4725AE18AFB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5752704" y="2140356"/>
                  <a:ext cx="1282699" cy="1274767"/>
                </a:xfrm>
                <a:prstGeom prst="straightConnector1">
                  <a:avLst/>
                </a:pr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80" name="Google Shape;832;p5">
                  <a:extLst>
                    <a:ext uri="{FF2B5EF4-FFF2-40B4-BE49-F238E27FC236}">
                      <a16:creationId xmlns:a16="http://schemas.microsoft.com/office/drawing/2014/main" id="{F53C26DF-A499-CAC2-B724-C3CFFB566DEB}"/>
                    </a:ext>
                  </a:extLst>
                </p:cNvPr>
                <p:cNvSpPr/>
                <p:nvPr/>
              </p:nvSpPr>
              <p:spPr>
                <a:xfrm>
                  <a:off x="6973888" y="1595438"/>
                  <a:ext cx="608012" cy="59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9" h="1657" extrusionOk="0">
                      <a:moveTo>
                        <a:pt x="1375" y="1375"/>
                      </a:moveTo>
                      <a:lnTo>
                        <a:pt x="1375" y="1375"/>
                      </a:lnTo>
                      <a:cubicBezTo>
                        <a:pt x="1688" y="1062"/>
                        <a:pt x="1688" y="594"/>
                        <a:pt x="1375" y="281"/>
                      </a:cubicBezTo>
                      <a:cubicBezTo>
                        <a:pt x="1094" y="0"/>
                        <a:pt x="594" y="0"/>
                        <a:pt x="313" y="281"/>
                      </a:cubicBezTo>
                      <a:cubicBezTo>
                        <a:pt x="0" y="594"/>
                        <a:pt x="0" y="1062"/>
                        <a:pt x="313" y="1375"/>
                      </a:cubicBezTo>
                      <a:cubicBezTo>
                        <a:pt x="594" y="1656"/>
                        <a:pt x="1094" y="1656"/>
                        <a:pt x="1375" y="1375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cxnSp>
              <p:nvCxnSpPr>
                <p:cNvPr id="182" name="Google Shape;833;p5">
                  <a:extLst>
                    <a:ext uri="{FF2B5EF4-FFF2-40B4-BE49-F238E27FC236}">
                      <a16:creationId xmlns:a16="http://schemas.microsoft.com/office/drawing/2014/main" id="{5A6BCA44-52AF-EF3E-FFEB-A3F11472519A}"/>
                    </a:ext>
                  </a:extLst>
                </p:cNvPr>
                <p:cNvCxnSpPr/>
                <p:nvPr/>
              </p:nvCxnSpPr>
              <p:spPr>
                <a:xfrm rot="10800000">
                  <a:off x="5749525" y="4106464"/>
                  <a:ext cx="1285878" cy="1274767"/>
                </a:xfrm>
                <a:prstGeom prst="straightConnector1">
                  <a:avLst/>
                </a:pr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83" name="Google Shape;834;p5">
                  <a:extLst>
                    <a:ext uri="{FF2B5EF4-FFF2-40B4-BE49-F238E27FC236}">
                      <a16:creationId xmlns:a16="http://schemas.microsoft.com/office/drawing/2014/main" id="{76990C24-F059-9847-BA88-C473CBED0DA9}"/>
                    </a:ext>
                  </a:extLst>
                </p:cNvPr>
                <p:cNvSpPr/>
                <p:nvPr/>
              </p:nvSpPr>
              <p:spPr>
                <a:xfrm>
                  <a:off x="6973888" y="5319713"/>
                  <a:ext cx="608012" cy="608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9" h="1688" extrusionOk="0">
                      <a:moveTo>
                        <a:pt x="1375" y="312"/>
                      </a:moveTo>
                      <a:lnTo>
                        <a:pt x="1375" y="312"/>
                      </a:lnTo>
                      <a:cubicBezTo>
                        <a:pt x="1688" y="593"/>
                        <a:pt x="1688" y="1093"/>
                        <a:pt x="1375" y="1375"/>
                      </a:cubicBezTo>
                      <a:cubicBezTo>
                        <a:pt x="1094" y="1687"/>
                        <a:pt x="594" y="1687"/>
                        <a:pt x="313" y="1375"/>
                      </a:cubicBezTo>
                      <a:cubicBezTo>
                        <a:pt x="0" y="1093"/>
                        <a:pt x="0" y="593"/>
                        <a:pt x="313" y="312"/>
                      </a:cubicBezTo>
                      <a:cubicBezTo>
                        <a:pt x="594" y="0"/>
                        <a:pt x="1094" y="0"/>
                        <a:pt x="1375" y="312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cxnSp>
              <p:nvCxnSpPr>
                <p:cNvPr id="185" name="Google Shape;835;p5">
                  <a:extLst>
                    <a:ext uri="{FF2B5EF4-FFF2-40B4-BE49-F238E27FC236}">
                      <a16:creationId xmlns:a16="http://schemas.microsoft.com/office/drawing/2014/main" id="{ADDA4BA8-E8F5-3F12-7438-69D9AA7C84E1}"/>
                    </a:ext>
                  </a:extLst>
                </p:cNvPr>
                <p:cNvCxnSpPr/>
                <p:nvPr/>
              </p:nvCxnSpPr>
              <p:spPr>
                <a:xfrm>
                  <a:off x="3786582" y="2141932"/>
                  <a:ext cx="1271588" cy="1271588"/>
                </a:xfrm>
                <a:prstGeom prst="straightConnector1">
                  <a:avLst/>
                </a:pr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87" name="Google Shape;836;p5">
                  <a:extLst>
                    <a:ext uri="{FF2B5EF4-FFF2-40B4-BE49-F238E27FC236}">
                      <a16:creationId xmlns:a16="http://schemas.microsoft.com/office/drawing/2014/main" id="{C1CA21F5-A7DE-AA63-94F8-926EF831DEE4}"/>
                    </a:ext>
                  </a:extLst>
                </p:cNvPr>
                <p:cNvSpPr/>
                <p:nvPr/>
              </p:nvSpPr>
              <p:spPr>
                <a:xfrm>
                  <a:off x="3238500" y="1595438"/>
                  <a:ext cx="596900" cy="59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7" extrusionOk="0">
                      <a:moveTo>
                        <a:pt x="282" y="1375"/>
                      </a:moveTo>
                      <a:lnTo>
                        <a:pt x="282" y="1375"/>
                      </a:lnTo>
                      <a:cubicBezTo>
                        <a:pt x="0" y="1062"/>
                        <a:pt x="0" y="594"/>
                        <a:pt x="282" y="281"/>
                      </a:cubicBezTo>
                      <a:cubicBezTo>
                        <a:pt x="594" y="0"/>
                        <a:pt x="1063" y="0"/>
                        <a:pt x="1375" y="281"/>
                      </a:cubicBezTo>
                      <a:cubicBezTo>
                        <a:pt x="1657" y="594"/>
                        <a:pt x="1657" y="1062"/>
                        <a:pt x="1375" y="1375"/>
                      </a:cubicBezTo>
                      <a:cubicBezTo>
                        <a:pt x="1063" y="1656"/>
                        <a:pt x="594" y="1656"/>
                        <a:pt x="282" y="1375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cxnSp>
              <p:nvCxnSpPr>
                <p:cNvPr id="188" name="Google Shape;837;p5">
                  <a:extLst>
                    <a:ext uri="{FF2B5EF4-FFF2-40B4-BE49-F238E27FC236}">
                      <a16:creationId xmlns:a16="http://schemas.microsoft.com/office/drawing/2014/main" id="{B1CA2905-FE9B-C80D-30AB-4B46B633B91F}"/>
                    </a:ext>
                  </a:extLst>
                </p:cNvPr>
                <p:cNvCxnSpPr/>
                <p:nvPr/>
              </p:nvCxnSpPr>
              <p:spPr>
                <a:xfrm>
                  <a:off x="5998758" y="3767144"/>
                  <a:ext cx="1800221" cy="1589"/>
                </a:xfrm>
                <a:prstGeom prst="straightConnector1">
                  <a:avLst/>
                </a:pr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89" name="Google Shape;838;p5">
                  <a:extLst>
                    <a:ext uri="{FF2B5EF4-FFF2-40B4-BE49-F238E27FC236}">
                      <a16:creationId xmlns:a16="http://schemas.microsoft.com/office/drawing/2014/main" id="{C41C0375-0280-7F6D-8A8E-FB8595D789FB}"/>
                    </a:ext>
                  </a:extLst>
                </p:cNvPr>
                <p:cNvSpPr/>
                <p:nvPr/>
              </p:nvSpPr>
              <p:spPr>
                <a:xfrm>
                  <a:off x="7772400" y="3497263"/>
                  <a:ext cx="539750" cy="5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" h="1500" extrusionOk="0">
                      <a:moveTo>
                        <a:pt x="750" y="1499"/>
                      </a:moveTo>
                      <a:lnTo>
                        <a:pt x="750" y="1499"/>
                      </a:lnTo>
                      <a:cubicBezTo>
                        <a:pt x="1188" y="1499"/>
                        <a:pt x="1500" y="1187"/>
                        <a:pt x="1500" y="749"/>
                      </a:cubicBezTo>
                      <a:cubicBezTo>
                        <a:pt x="1500" y="344"/>
                        <a:pt x="1188" y="0"/>
                        <a:pt x="750" y="0"/>
                      </a:cubicBezTo>
                      <a:cubicBezTo>
                        <a:pt x="344" y="0"/>
                        <a:pt x="0" y="344"/>
                        <a:pt x="0" y="749"/>
                      </a:cubicBezTo>
                      <a:cubicBezTo>
                        <a:pt x="0" y="1187"/>
                        <a:pt x="344" y="1499"/>
                        <a:pt x="750" y="1499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cxnSp>
              <p:nvCxnSpPr>
                <p:cNvPr id="191" name="Google Shape;839;p5">
                  <a:extLst>
                    <a:ext uri="{FF2B5EF4-FFF2-40B4-BE49-F238E27FC236}">
                      <a16:creationId xmlns:a16="http://schemas.microsoft.com/office/drawing/2014/main" id="{B1AED9D8-8655-2D65-52FF-8EC80A44D0A8}"/>
                    </a:ext>
                  </a:extLst>
                </p:cNvPr>
                <p:cNvCxnSpPr/>
                <p:nvPr/>
              </p:nvCxnSpPr>
              <p:spPr>
                <a:xfrm flipH="1">
                  <a:off x="2986482" y="3767144"/>
                  <a:ext cx="1814510" cy="1589"/>
                </a:xfrm>
                <a:prstGeom prst="straightConnector1">
                  <a:avLst/>
                </a:pr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93" name="Google Shape;840;p5">
                  <a:extLst>
                    <a:ext uri="{FF2B5EF4-FFF2-40B4-BE49-F238E27FC236}">
                      <a16:creationId xmlns:a16="http://schemas.microsoft.com/office/drawing/2014/main" id="{7D8F9BEF-23A0-3AB2-0241-84419497CF12}"/>
                    </a:ext>
                  </a:extLst>
                </p:cNvPr>
                <p:cNvSpPr/>
                <p:nvPr/>
              </p:nvSpPr>
              <p:spPr>
                <a:xfrm>
                  <a:off x="2474913" y="3497263"/>
                  <a:ext cx="552450" cy="5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500" extrusionOk="0">
                      <a:moveTo>
                        <a:pt x="782" y="0"/>
                      </a:moveTo>
                      <a:lnTo>
                        <a:pt x="782" y="0"/>
                      </a:lnTo>
                      <a:cubicBezTo>
                        <a:pt x="344" y="0"/>
                        <a:pt x="0" y="344"/>
                        <a:pt x="0" y="749"/>
                      </a:cubicBezTo>
                      <a:cubicBezTo>
                        <a:pt x="0" y="1187"/>
                        <a:pt x="344" y="1499"/>
                        <a:pt x="782" y="1499"/>
                      </a:cubicBezTo>
                      <a:cubicBezTo>
                        <a:pt x="1188" y="1499"/>
                        <a:pt x="1532" y="1187"/>
                        <a:pt x="1532" y="749"/>
                      </a:cubicBezTo>
                      <a:cubicBezTo>
                        <a:pt x="1532" y="344"/>
                        <a:pt x="1188" y="0"/>
                        <a:pt x="782" y="0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95" name="Google Shape;841;p5">
                  <a:extLst>
                    <a:ext uri="{FF2B5EF4-FFF2-40B4-BE49-F238E27FC236}">
                      <a16:creationId xmlns:a16="http://schemas.microsoft.com/office/drawing/2014/main" id="{AAA9B204-0411-ADB5-03DF-DF4A0F8D0FCE}"/>
                    </a:ext>
                  </a:extLst>
                </p:cNvPr>
                <p:cNvSpPr/>
                <p:nvPr/>
              </p:nvSpPr>
              <p:spPr>
                <a:xfrm>
                  <a:off x="1822450" y="177800"/>
                  <a:ext cx="7154863" cy="7154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75" h="19875" extrusionOk="0">
                      <a:moveTo>
                        <a:pt x="0" y="9938"/>
                      </a:moveTo>
                      <a:lnTo>
                        <a:pt x="0" y="9938"/>
                      </a:lnTo>
                      <a:cubicBezTo>
                        <a:pt x="0" y="15437"/>
                        <a:pt x="4437" y="19874"/>
                        <a:pt x="9936" y="19874"/>
                      </a:cubicBezTo>
                      <a:cubicBezTo>
                        <a:pt x="15436" y="19874"/>
                        <a:pt x="19874" y="15437"/>
                        <a:pt x="19874" y="9938"/>
                      </a:cubicBezTo>
                      <a:cubicBezTo>
                        <a:pt x="19874" y="4469"/>
                        <a:pt x="15436" y="0"/>
                        <a:pt x="9936" y="0"/>
                      </a:cubicBezTo>
                      <a:cubicBezTo>
                        <a:pt x="4437" y="0"/>
                        <a:pt x="0" y="4469"/>
                        <a:pt x="0" y="9938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97" name="Google Shape;842;p5">
                  <a:extLst>
                    <a:ext uri="{FF2B5EF4-FFF2-40B4-BE49-F238E27FC236}">
                      <a16:creationId xmlns:a16="http://schemas.microsoft.com/office/drawing/2014/main" id="{2A14AC53-18D6-16E5-E1E2-2A1BF29AF621}"/>
                    </a:ext>
                  </a:extLst>
                </p:cNvPr>
                <p:cNvSpPr/>
                <p:nvPr/>
              </p:nvSpPr>
              <p:spPr>
                <a:xfrm>
                  <a:off x="4859338" y="3216275"/>
                  <a:ext cx="1079500" cy="107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" h="3000" extrusionOk="0">
                      <a:moveTo>
                        <a:pt x="0" y="1500"/>
                      </a:moveTo>
                      <a:lnTo>
                        <a:pt x="0" y="1500"/>
                      </a:lnTo>
                      <a:cubicBezTo>
                        <a:pt x="0" y="2343"/>
                        <a:pt x="657" y="2999"/>
                        <a:pt x="1499" y="2999"/>
                      </a:cubicBezTo>
                      <a:cubicBezTo>
                        <a:pt x="2312" y="2999"/>
                        <a:pt x="2999" y="2343"/>
                        <a:pt x="2999" y="1500"/>
                      </a:cubicBezTo>
                      <a:cubicBezTo>
                        <a:pt x="2999" y="687"/>
                        <a:pt x="2312" y="0"/>
                        <a:pt x="1499" y="0"/>
                      </a:cubicBezTo>
                      <a:cubicBezTo>
                        <a:pt x="657" y="0"/>
                        <a:pt x="0" y="687"/>
                        <a:pt x="0" y="1500"/>
                      </a:cubicBezTo>
                    </a:path>
                  </a:pathLst>
                </a:custGeom>
                <a:noFill/>
                <a:ln w="19050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</p:grpSp>
        <p:sp>
          <p:nvSpPr>
            <p:cNvPr id="169" name="Google Shape;844;p5">
              <a:extLst>
                <a:ext uri="{FF2B5EF4-FFF2-40B4-BE49-F238E27FC236}">
                  <a16:creationId xmlns:a16="http://schemas.microsoft.com/office/drawing/2014/main" id="{054A1A07-1DF2-251E-CC90-4724608DFF4A}"/>
                </a:ext>
              </a:extLst>
            </p:cNvPr>
            <p:cNvSpPr/>
            <p:nvPr/>
          </p:nvSpPr>
          <p:spPr>
            <a:xfrm>
              <a:off x="2951510" y="0"/>
              <a:ext cx="675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pic>
        <p:nvPicPr>
          <p:cNvPr id="211" name="Google Shape;1415;p7">
            <a:extLst>
              <a:ext uri="{FF2B5EF4-FFF2-40B4-BE49-F238E27FC236}">
                <a16:creationId xmlns:a16="http://schemas.microsoft.com/office/drawing/2014/main" id="{5E75FA4B-E218-2E5F-FFE9-0055473249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5720" y="1101252"/>
            <a:ext cx="432399" cy="363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1415;p7">
            <a:extLst>
              <a:ext uri="{FF2B5EF4-FFF2-40B4-BE49-F238E27FC236}">
                <a16:creationId xmlns:a16="http://schemas.microsoft.com/office/drawing/2014/main" id="{0CB63A70-9CAC-D42F-C016-23F0FE7E7B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9342" y="1619017"/>
            <a:ext cx="432399" cy="363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1415;p7">
            <a:extLst>
              <a:ext uri="{FF2B5EF4-FFF2-40B4-BE49-F238E27FC236}">
                <a16:creationId xmlns:a16="http://schemas.microsoft.com/office/drawing/2014/main" id="{1B25FA5E-08B7-2F62-F0A1-4BECDFE67AF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5720" y="2178120"/>
            <a:ext cx="432399" cy="363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Immagine 213">
            <a:extLst>
              <a:ext uri="{FF2B5EF4-FFF2-40B4-BE49-F238E27FC236}">
                <a16:creationId xmlns:a16="http://schemas.microsoft.com/office/drawing/2014/main" id="{0D48B4A2-3165-7794-ADCC-22238F2CD7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545" y="1619017"/>
            <a:ext cx="584844" cy="389896"/>
          </a:xfrm>
          <a:prstGeom prst="rect">
            <a:avLst/>
          </a:prstGeom>
        </p:spPr>
      </p:pic>
      <p:cxnSp>
        <p:nvCxnSpPr>
          <p:cNvPr id="215" name="Connettore diritto 214">
            <a:extLst>
              <a:ext uri="{FF2B5EF4-FFF2-40B4-BE49-F238E27FC236}">
                <a16:creationId xmlns:a16="http://schemas.microsoft.com/office/drawing/2014/main" id="{C21E01BA-C7D1-9B7F-2C69-D59C5C2AE30D}"/>
              </a:ext>
            </a:extLst>
          </p:cNvPr>
          <p:cNvCxnSpPr>
            <a:cxnSpLocks/>
          </p:cNvCxnSpPr>
          <p:nvPr/>
        </p:nvCxnSpPr>
        <p:spPr>
          <a:xfrm>
            <a:off x="1258119" y="1274882"/>
            <a:ext cx="440363" cy="44259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Connettore diritto 215">
            <a:extLst>
              <a:ext uri="{FF2B5EF4-FFF2-40B4-BE49-F238E27FC236}">
                <a16:creationId xmlns:a16="http://schemas.microsoft.com/office/drawing/2014/main" id="{3E0C931C-6A54-0D36-143B-8DD6AAA0CAE9}"/>
              </a:ext>
            </a:extLst>
          </p:cNvPr>
          <p:cNvCxnSpPr>
            <a:cxnSpLocks/>
            <a:stCxn id="212" idx="3"/>
          </p:cNvCxnSpPr>
          <p:nvPr/>
        </p:nvCxnSpPr>
        <p:spPr>
          <a:xfrm>
            <a:off x="1251741" y="1800958"/>
            <a:ext cx="446741" cy="831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Connettore diritto 216">
            <a:extLst>
              <a:ext uri="{FF2B5EF4-FFF2-40B4-BE49-F238E27FC236}">
                <a16:creationId xmlns:a16="http://schemas.microsoft.com/office/drawing/2014/main" id="{5F1F1B76-39EB-4419-D13C-5374DCD8CB57}"/>
              </a:ext>
            </a:extLst>
          </p:cNvPr>
          <p:cNvCxnSpPr>
            <a:cxnSpLocks/>
            <a:stCxn id="213" idx="3"/>
          </p:cNvCxnSpPr>
          <p:nvPr/>
        </p:nvCxnSpPr>
        <p:spPr>
          <a:xfrm flipV="1">
            <a:off x="1258119" y="1936236"/>
            <a:ext cx="471384" cy="423825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0" name="Google Shape;1415;p7">
            <a:extLst>
              <a:ext uri="{FF2B5EF4-FFF2-40B4-BE49-F238E27FC236}">
                <a16:creationId xmlns:a16="http://schemas.microsoft.com/office/drawing/2014/main" id="{9C9D5242-9416-ABC2-33EC-C4F4D669B3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400" y="2864876"/>
            <a:ext cx="432399" cy="363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1415;p7">
            <a:extLst>
              <a:ext uri="{FF2B5EF4-FFF2-40B4-BE49-F238E27FC236}">
                <a16:creationId xmlns:a16="http://schemas.microsoft.com/office/drawing/2014/main" id="{26326B59-4C73-8342-CA84-7A151E28766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1022" y="3382641"/>
            <a:ext cx="432399" cy="363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1415;p7">
            <a:extLst>
              <a:ext uri="{FF2B5EF4-FFF2-40B4-BE49-F238E27FC236}">
                <a16:creationId xmlns:a16="http://schemas.microsoft.com/office/drawing/2014/main" id="{DEA38DF0-D487-AEA4-E426-3313E93F5F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400" y="3941744"/>
            <a:ext cx="432399" cy="363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Immagine 222">
            <a:extLst>
              <a:ext uri="{FF2B5EF4-FFF2-40B4-BE49-F238E27FC236}">
                <a16:creationId xmlns:a16="http://schemas.microsoft.com/office/drawing/2014/main" id="{73B22BB5-8D8F-C7D0-C6A2-EDD86361A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225" y="3382641"/>
            <a:ext cx="584844" cy="389896"/>
          </a:xfrm>
          <a:prstGeom prst="rect">
            <a:avLst/>
          </a:prstGeom>
        </p:spPr>
      </p:pic>
      <p:cxnSp>
        <p:nvCxnSpPr>
          <p:cNvPr id="224" name="Connettore diritto 223">
            <a:extLst>
              <a:ext uri="{FF2B5EF4-FFF2-40B4-BE49-F238E27FC236}">
                <a16:creationId xmlns:a16="http://schemas.microsoft.com/office/drawing/2014/main" id="{549E622E-E877-424A-7A10-F3B5068E67C2}"/>
              </a:ext>
            </a:extLst>
          </p:cNvPr>
          <p:cNvCxnSpPr>
            <a:cxnSpLocks/>
          </p:cNvCxnSpPr>
          <p:nvPr/>
        </p:nvCxnSpPr>
        <p:spPr>
          <a:xfrm>
            <a:off x="1269799" y="3038506"/>
            <a:ext cx="440363" cy="44259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Connettore diritto 224">
            <a:extLst>
              <a:ext uri="{FF2B5EF4-FFF2-40B4-BE49-F238E27FC236}">
                <a16:creationId xmlns:a16="http://schemas.microsoft.com/office/drawing/2014/main" id="{A68C4CC8-1AB6-B3C3-6E16-3E28363AC46C}"/>
              </a:ext>
            </a:extLst>
          </p:cNvPr>
          <p:cNvCxnSpPr>
            <a:cxnSpLocks/>
            <a:stCxn id="221" idx="3"/>
          </p:cNvCxnSpPr>
          <p:nvPr/>
        </p:nvCxnSpPr>
        <p:spPr>
          <a:xfrm>
            <a:off x="1263421" y="3564582"/>
            <a:ext cx="446741" cy="831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Connettore diritto 225">
            <a:extLst>
              <a:ext uri="{FF2B5EF4-FFF2-40B4-BE49-F238E27FC236}">
                <a16:creationId xmlns:a16="http://schemas.microsoft.com/office/drawing/2014/main" id="{208B60CF-1AE5-463A-E56F-F8237BF74AE1}"/>
              </a:ext>
            </a:extLst>
          </p:cNvPr>
          <p:cNvCxnSpPr>
            <a:cxnSpLocks/>
            <a:stCxn id="222" idx="3"/>
          </p:cNvCxnSpPr>
          <p:nvPr/>
        </p:nvCxnSpPr>
        <p:spPr>
          <a:xfrm flipV="1">
            <a:off x="1269799" y="3699860"/>
            <a:ext cx="471384" cy="423825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7" name="Google Shape;1604;p10">
            <a:extLst>
              <a:ext uri="{FF2B5EF4-FFF2-40B4-BE49-F238E27FC236}">
                <a16:creationId xmlns:a16="http://schemas.microsoft.com/office/drawing/2014/main" id="{BEA232F8-0ABB-51A9-D1DD-8BD27A6793E9}"/>
              </a:ext>
            </a:extLst>
          </p:cNvPr>
          <p:cNvGrpSpPr/>
          <p:nvPr/>
        </p:nvGrpSpPr>
        <p:grpSpPr>
          <a:xfrm>
            <a:off x="2805479" y="3382236"/>
            <a:ext cx="449341" cy="364878"/>
            <a:chOff x="4352056" y="0"/>
            <a:chExt cx="675640" cy="548640"/>
          </a:xfrm>
        </p:grpSpPr>
        <p:grpSp>
          <p:nvGrpSpPr>
            <p:cNvPr id="228" name="Google Shape;1606;p10">
              <a:extLst>
                <a:ext uri="{FF2B5EF4-FFF2-40B4-BE49-F238E27FC236}">
                  <a16:creationId xmlns:a16="http://schemas.microsoft.com/office/drawing/2014/main" id="{B17D62FE-AA65-F5C8-3B65-DF22EB1A809C}"/>
                </a:ext>
              </a:extLst>
            </p:cNvPr>
            <p:cNvGrpSpPr/>
            <p:nvPr/>
          </p:nvGrpSpPr>
          <p:grpSpPr>
            <a:xfrm>
              <a:off x="4415556" y="0"/>
              <a:ext cx="548640" cy="548640"/>
              <a:chOff x="960438" y="55563"/>
              <a:chExt cx="7424737" cy="7424737"/>
            </a:xfrm>
          </p:grpSpPr>
          <p:cxnSp>
            <p:nvCxnSpPr>
              <p:cNvPr id="230" name="Google Shape;1607;p10">
                <a:extLst>
                  <a:ext uri="{FF2B5EF4-FFF2-40B4-BE49-F238E27FC236}">
                    <a16:creationId xmlns:a16="http://schemas.microsoft.com/office/drawing/2014/main" id="{08B691D2-2A56-8D01-C2CB-F5AF925DCB27}"/>
                  </a:ext>
                </a:extLst>
              </p:cNvPr>
              <p:cNvCxnSpPr/>
              <p:nvPr/>
            </p:nvCxnSpPr>
            <p:spPr>
              <a:xfrm>
                <a:off x="4660895" y="4294994"/>
                <a:ext cx="1586" cy="194627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1" name="Google Shape;1608;p10">
                <a:extLst>
                  <a:ext uri="{FF2B5EF4-FFF2-40B4-BE49-F238E27FC236}">
                    <a16:creationId xmlns:a16="http://schemas.microsoft.com/office/drawing/2014/main" id="{C75A5671-F4E9-49ED-210C-4C879D3443F5}"/>
                  </a:ext>
                </a:extLst>
              </p:cNvPr>
              <p:cNvSpPr/>
              <p:nvPr/>
            </p:nvSpPr>
            <p:spPr>
              <a:xfrm>
                <a:off x="4348163" y="6283325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1" extrusionOk="0">
                    <a:moveTo>
                      <a:pt x="0" y="0"/>
                    </a:moveTo>
                    <a:lnTo>
                      <a:pt x="870" y="1490"/>
                    </a:lnTo>
                    <a:lnTo>
                      <a:pt x="1739" y="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2" name="Google Shape;1609;p10">
                <a:extLst>
                  <a:ext uri="{FF2B5EF4-FFF2-40B4-BE49-F238E27FC236}">
                    <a16:creationId xmlns:a16="http://schemas.microsoft.com/office/drawing/2014/main" id="{B9E2575D-C2BB-C3EB-805F-FF623802F530}"/>
                  </a:ext>
                </a:extLst>
              </p:cNvPr>
              <p:cNvCxnSpPr/>
              <p:nvPr/>
            </p:nvCxnSpPr>
            <p:spPr>
              <a:xfrm rot="10800000" flipH="1">
                <a:off x="4660895" y="1361265"/>
                <a:ext cx="1586" cy="207169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3" name="Google Shape;1610;p10">
                <a:extLst>
                  <a:ext uri="{FF2B5EF4-FFF2-40B4-BE49-F238E27FC236}">
                    <a16:creationId xmlns:a16="http://schemas.microsoft.com/office/drawing/2014/main" id="{A965BCC0-CC6D-5487-507F-BF3139A2076A}"/>
                  </a:ext>
                </a:extLst>
              </p:cNvPr>
              <p:cNvSpPr/>
              <p:nvPr/>
            </p:nvSpPr>
            <p:spPr>
              <a:xfrm>
                <a:off x="4348163" y="782638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2" extrusionOk="0">
                    <a:moveTo>
                      <a:pt x="1739" y="1491"/>
                    </a:moveTo>
                    <a:lnTo>
                      <a:pt x="870" y="0"/>
                    </a:lnTo>
                    <a:lnTo>
                      <a:pt x="0" y="1491"/>
                    </a:lnTo>
                    <a:lnTo>
                      <a:pt x="1739" y="1491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4" name="Google Shape;1611;p10">
                <a:extLst>
                  <a:ext uri="{FF2B5EF4-FFF2-40B4-BE49-F238E27FC236}">
                    <a16:creationId xmlns:a16="http://schemas.microsoft.com/office/drawing/2014/main" id="{F607F4B3-5646-2139-7070-880DE9555694}"/>
                  </a:ext>
                </a:extLst>
              </p:cNvPr>
              <p:cNvCxnSpPr/>
              <p:nvPr/>
            </p:nvCxnSpPr>
            <p:spPr>
              <a:xfrm>
                <a:off x="5822141" y="3890958"/>
                <a:ext cx="2068506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5" name="Google Shape;1612;p10">
                <a:extLst>
                  <a:ext uri="{FF2B5EF4-FFF2-40B4-BE49-F238E27FC236}">
                    <a16:creationId xmlns:a16="http://schemas.microsoft.com/office/drawing/2014/main" id="{10712EEB-800F-47C7-AC0D-1F3D930C0F90}"/>
                  </a:ext>
                </a:extLst>
              </p:cNvPr>
              <p:cNvSpPr/>
              <p:nvPr/>
            </p:nvSpPr>
            <p:spPr>
              <a:xfrm>
                <a:off x="52419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1492" y="1770"/>
                    </a:moveTo>
                    <a:lnTo>
                      <a:pt x="0" y="869"/>
                    </a:lnTo>
                    <a:lnTo>
                      <a:pt x="1492" y="0"/>
                    </a:lnTo>
                    <a:lnTo>
                      <a:pt x="1492" y="177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6" name="Google Shape;1613;p10">
                <a:extLst>
                  <a:ext uri="{FF2B5EF4-FFF2-40B4-BE49-F238E27FC236}">
                    <a16:creationId xmlns:a16="http://schemas.microsoft.com/office/drawing/2014/main" id="{EF443023-2884-D8B8-D2E3-BE7DE155BC99}"/>
                  </a:ext>
                </a:extLst>
              </p:cNvPr>
              <p:cNvCxnSpPr/>
              <p:nvPr/>
            </p:nvCxnSpPr>
            <p:spPr>
              <a:xfrm flipH="1">
                <a:off x="1451779" y="3890958"/>
                <a:ext cx="2071693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1614;p10">
                <a:extLst>
                  <a:ext uri="{FF2B5EF4-FFF2-40B4-BE49-F238E27FC236}">
                    <a16:creationId xmlns:a16="http://schemas.microsoft.com/office/drawing/2014/main" id="{196B1E15-E472-4690-DA3B-F5839B146C5C}"/>
                  </a:ext>
                </a:extLst>
              </p:cNvPr>
              <p:cNvSpPr/>
              <p:nvPr/>
            </p:nvSpPr>
            <p:spPr>
              <a:xfrm>
                <a:off x="35655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0" y="0"/>
                    </a:moveTo>
                    <a:lnTo>
                      <a:pt x="1492" y="869"/>
                    </a:lnTo>
                    <a:lnTo>
                      <a:pt x="0" y="177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1615;p10">
                <a:extLst>
                  <a:ext uri="{FF2B5EF4-FFF2-40B4-BE49-F238E27FC236}">
                    <a16:creationId xmlns:a16="http://schemas.microsoft.com/office/drawing/2014/main" id="{F02CA347-B564-9471-3512-669BD627ABD2}"/>
                  </a:ext>
                </a:extLst>
              </p:cNvPr>
              <p:cNvSpPr/>
              <p:nvPr/>
            </p:nvSpPr>
            <p:spPr>
              <a:xfrm>
                <a:off x="960438" y="55563"/>
                <a:ext cx="7424737" cy="7424737"/>
              </a:xfrm>
              <a:custGeom>
                <a:avLst/>
                <a:gdLst/>
                <a:ahLst/>
                <a:cxnLst/>
                <a:rect l="l" t="t" r="r" b="b"/>
                <a:pathLst>
                  <a:path w="20626" h="20626" extrusionOk="0">
                    <a:moveTo>
                      <a:pt x="0" y="10313"/>
                    </a:moveTo>
                    <a:lnTo>
                      <a:pt x="0" y="10313"/>
                    </a:lnTo>
                    <a:cubicBezTo>
                      <a:pt x="0" y="16028"/>
                      <a:pt x="4628" y="20625"/>
                      <a:pt x="10313" y="20625"/>
                    </a:cubicBezTo>
                    <a:cubicBezTo>
                      <a:pt x="15997" y="20625"/>
                      <a:pt x="20625" y="16028"/>
                      <a:pt x="20625" y="10313"/>
                    </a:cubicBezTo>
                    <a:cubicBezTo>
                      <a:pt x="20625" y="4629"/>
                      <a:pt x="15997" y="0"/>
                      <a:pt x="10313" y="0"/>
                    </a:cubicBezTo>
                    <a:cubicBezTo>
                      <a:pt x="4628" y="0"/>
                      <a:pt x="0" y="4629"/>
                      <a:pt x="0" y="1031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9" name="Google Shape;1617;p10">
              <a:extLst>
                <a:ext uri="{FF2B5EF4-FFF2-40B4-BE49-F238E27FC236}">
                  <a16:creationId xmlns:a16="http://schemas.microsoft.com/office/drawing/2014/main" id="{97BD2272-D747-5675-4ADD-EEEA2497B074}"/>
                </a:ext>
              </a:extLst>
            </p:cNvPr>
            <p:cNvSpPr/>
            <p:nvPr/>
          </p:nvSpPr>
          <p:spPr>
            <a:xfrm>
              <a:off x="4352056" y="0"/>
              <a:ext cx="675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1604;p10">
            <a:extLst>
              <a:ext uri="{FF2B5EF4-FFF2-40B4-BE49-F238E27FC236}">
                <a16:creationId xmlns:a16="http://schemas.microsoft.com/office/drawing/2014/main" id="{3C492D37-7129-0413-9979-07121290B094}"/>
              </a:ext>
            </a:extLst>
          </p:cNvPr>
          <p:cNvGrpSpPr/>
          <p:nvPr/>
        </p:nvGrpSpPr>
        <p:grpSpPr>
          <a:xfrm>
            <a:off x="2798286" y="1610197"/>
            <a:ext cx="449341" cy="364878"/>
            <a:chOff x="4352056" y="0"/>
            <a:chExt cx="675640" cy="548640"/>
          </a:xfrm>
        </p:grpSpPr>
        <p:grpSp>
          <p:nvGrpSpPr>
            <p:cNvPr id="240" name="Google Shape;1606;p10">
              <a:extLst>
                <a:ext uri="{FF2B5EF4-FFF2-40B4-BE49-F238E27FC236}">
                  <a16:creationId xmlns:a16="http://schemas.microsoft.com/office/drawing/2014/main" id="{43BAFC61-7779-4246-A2FD-C398CFB9D0AD}"/>
                </a:ext>
              </a:extLst>
            </p:cNvPr>
            <p:cNvGrpSpPr/>
            <p:nvPr/>
          </p:nvGrpSpPr>
          <p:grpSpPr>
            <a:xfrm>
              <a:off x="4415556" y="0"/>
              <a:ext cx="548640" cy="548640"/>
              <a:chOff x="960438" y="55563"/>
              <a:chExt cx="7424737" cy="7424737"/>
            </a:xfrm>
          </p:grpSpPr>
          <p:cxnSp>
            <p:nvCxnSpPr>
              <p:cNvPr id="242" name="Google Shape;1607;p10">
                <a:extLst>
                  <a:ext uri="{FF2B5EF4-FFF2-40B4-BE49-F238E27FC236}">
                    <a16:creationId xmlns:a16="http://schemas.microsoft.com/office/drawing/2014/main" id="{B1001862-37FF-E553-FAD3-619F0ECE8341}"/>
                  </a:ext>
                </a:extLst>
              </p:cNvPr>
              <p:cNvCxnSpPr/>
              <p:nvPr/>
            </p:nvCxnSpPr>
            <p:spPr>
              <a:xfrm>
                <a:off x="4660895" y="4294994"/>
                <a:ext cx="1586" cy="194627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3" name="Google Shape;1608;p10">
                <a:extLst>
                  <a:ext uri="{FF2B5EF4-FFF2-40B4-BE49-F238E27FC236}">
                    <a16:creationId xmlns:a16="http://schemas.microsoft.com/office/drawing/2014/main" id="{E0904AEF-F174-0E48-CE20-48542CF62EF3}"/>
                  </a:ext>
                </a:extLst>
              </p:cNvPr>
              <p:cNvSpPr/>
              <p:nvPr/>
            </p:nvSpPr>
            <p:spPr>
              <a:xfrm>
                <a:off x="4348163" y="6283325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1" extrusionOk="0">
                    <a:moveTo>
                      <a:pt x="0" y="0"/>
                    </a:moveTo>
                    <a:lnTo>
                      <a:pt x="870" y="1490"/>
                    </a:lnTo>
                    <a:lnTo>
                      <a:pt x="1739" y="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4" name="Google Shape;1609;p10">
                <a:extLst>
                  <a:ext uri="{FF2B5EF4-FFF2-40B4-BE49-F238E27FC236}">
                    <a16:creationId xmlns:a16="http://schemas.microsoft.com/office/drawing/2014/main" id="{D95E6928-746A-B8E0-CFBD-9E223BF1BFAA}"/>
                  </a:ext>
                </a:extLst>
              </p:cNvPr>
              <p:cNvCxnSpPr/>
              <p:nvPr/>
            </p:nvCxnSpPr>
            <p:spPr>
              <a:xfrm rot="10800000" flipH="1">
                <a:off x="4660895" y="1361265"/>
                <a:ext cx="1586" cy="207169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5" name="Google Shape;1610;p10">
                <a:extLst>
                  <a:ext uri="{FF2B5EF4-FFF2-40B4-BE49-F238E27FC236}">
                    <a16:creationId xmlns:a16="http://schemas.microsoft.com/office/drawing/2014/main" id="{3EA1A07F-FAFE-FF45-9D33-924DDAB22845}"/>
                  </a:ext>
                </a:extLst>
              </p:cNvPr>
              <p:cNvSpPr/>
              <p:nvPr/>
            </p:nvSpPr>
            <p:spPr>
              <a:xfrm>
                <a:off x="4348163" y="782638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2" extrusionOk="0">
                    <a:moveTo>
                      <a:pt x="1739" y="1491"/>
                    </a:moveTo>
                    <a:lnTo>
                      <a:pt x="870" y="0"/>
                    </a:lnTo>
                    <a:lnTo>
                      <a:pt x="0" y="1491"/>
                    </a:lnTo>
                    <a:lnTo>
                      <a:pt x="1739" y="1491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6" name="Google Shape;1611;p10">
                <a:extLst>
                  <a:ext uri="{FF2B5EF4-FFF2-40B4-BE49-F238E27FC236}">
                    <a16:creationId xmlns:a16="http://schemas.microsoft.com/office/drawing/2014/main" id="{5733C153-4C57-7435-D0E1-9FE3B3ED6AAA}"/>
                  </a:ext>
                </a:extLst>
              </p:cNvPr>
              <p:cNvCxnSpPr/>
              <p:nvPr/>
            </p:nvCxnSpPr>
            <p:spPr>
              <a:xfrm>
                <a:off x="5822141" y="3890958"/>
                <a:ext cx="2068506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7" name="Google Shape;1612;p10">
                <a:extLst>
                  <a:ext uri="{FF2B5EF4-FFF2-40B4-BE49-F238E27FC236}">
                    <a16:creationId xmlns:a16="http://schemas.microsoft.com/office/drawing/2014/main" id="{9367EB77-037A-1FF9-14E1-AC4A2AC85F80}"/>
                  </a:ext>
                </a:extLst>
              </p:cNvPr>
              <p:cNvSpPr/>
              <p:nvPr/>
            </p:nvSpPr>
            <p:spPr>
              <a:xfrm>
                <a:off x="52419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1492" y="1770"/>
                    </a:moveTo>
                    <a:lnTo>
                      <a:pt x="0" y="869"/>
                    </a:lnTo>
                    <a:lnTo>
                      <a:pt x="1492" y="0"/>
                    </a:lnTo>
                    <a:lnTo>
                      <a:pt x="1492" y="177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8" name="Google Shape;1613;p10">
                <a:extLst>
                  <a:ext uri="{FF2B5EF4-FFF2-40B4-BE49-F238E27FC236}">
                    <a16:creationId xmlns:a16="http://schemas.microsoft.com/office/drawing/2014/main" id="{66C31A84-5F33-3DFB-4796-2E9DC5C4036F}"/>
                  </a:ext>
                </a:extLst>
              </p:cNvPr>
              <p:cNvCxnSpPr/>
              <p:nvPr/>
            </p:nvCxnSpPr>
            <p:spPr>
              <a:xfrm flipH="1">
                <a:off x="1451779" y="3890958"/>
                <a:ext cx="2071693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9" name="Google Shape;1614;p10">
                <a:extLst>
                  <a:ext uri="{FF2B5EF4-FFF2-40B4-BE49-F238E27FC236}">
                    <a16:creationId xmlns:a16="http://schemas.microsoft.com/office/drawing/2014/main" id="{69995842-FBFB-6F84-F3CE-85B113372D75}"/>
                  </a:ext>
                </a:extLst>
              </p:cNvPr>
              <p:cNvSpPr/>
              <p:nvPr/>
            </p:nvSpPr>
            <p:spPr>
              <a:xfrm>
                <a:off x="35655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0" y="0"/>
                    </a:moveTo>
                    <a:lnTo>
                      <a:pt x="1492" y="869"/>
                    </a:lnTo>
                    <a:lnTo>
                      <a:pt x="0" y="177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1615;p10">
                <a:extLst>
                  <a:ext uri="{FF2B5EF4-FFF2-40B4-BE49-F238E27FC236}">
                    <a16:creationId xmlns:a16="http://schemas.microsoft.com/office/drawing/2014/main" id="{41DE4CD5-C811-79E7-3BC0-230FF2411DBA}"/>
                  </a:ext>
                </a:extLst>
              </p:cNvPr>
              <p:cNvSpPr/>
              <p:nvPr/>
            </p:nvSpPr>
            <p:spPr>
              <a:xfrm>
                <a:off x="960438" y="55563"/>
                <a:ext cx="7424737" cy="7424737"/>
              </a:xfrm>
              <a:custGeom>
                <a:avLst/>
                <a:gdLst/>
                <a:ahLst/>
                <a:cxnLst/>
                <a:rect l="l" t="t" r="r" b="b"/>
                <a:pathLst>
                  <a:path w="20626" h="20626" extrusionOk="0">
                    <a:moveTo>
                      <a:pt x="0" y="10313"/>
                    </a:moveTo>
                    <a:lnTo>
                      <a:pt x="0" y="10313"/>
                    </a:lnTo>
                    <a:cubicBezTo>
                      <a:pt x="0" y="16028"/>
                      <a:pt x="4628" y="20625"/>
                      <a:pt x="10313" y="20625"/>
                    </a:cubicBezTo>
                    <a:cubicBezTo>
                      <a:pt x="15997" y="20625"/>
                      <a:pt x="20625" y="16028"/>
                      <a:pt x="20625" y="10313"/>
                    </a:cubicBezTo>
                    <a:cubicBezTo>
                      <a:pt x="20625" y="4629"/>
                      <a:pt x="15997" y="0"/>
                      <a:pt x="10313" y="0"/>
                    </a:cubicBezTo>
                    <a:cubicBezTo>
                      <a:pt x="4628" y="0"/>
                      <a:pt x="0" y="4629"/>
                      <a:pt x="0" y="1031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" name="Google Shape;1617;p10">
              <a:extLst>
                <a:ext uri="{FF2B5EF4-FFF2-40B4-BE49-F238E27FC236}">
                  <a16:creationId xmlns:a16="http://schemas.microsoft.com/office/drawing/2014/main" id="{B7A0AC1F-AB47-C722-DA2C-C0CEDEF4009A}"/>
                </a:ext>
              </a:extLst>
            </p:cNvPr>
            <p:cNvSpPr/>
            <p:nvPr/>
          </p:nvSpPr>
          <p:spPr>
            <a:xfrm>
              <a:off x="4352056" y="0"/>
              <a:ext cx="675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1032;p5">
            <a:extLst>
              <a:ext uri="{FF2B5EF4-FFF2-40B4-BE49-F238E27FC236}">
                <a16:creationId xmlns:a16="http://schemas.microsoft.com/office/drawing/2014/main" id="{521F37FB-D696-92CF-5DFB-48835D888071}"/>
              </a:ext>
            </a:extLst>
          </p:cNvPr>
          <p:cNvGrpSpPr/>
          <p:nvPr/>
        </p:nvGrpSpPr>
        <p:grpSpPr>
          <a:xfrm>
            <a:off x="2029278" y="2501265"/>
            <a:ext cx="381132" cy="335417"/>
            <a:chOff x="1947839" y="-3"/>
            <a:chExt cx="623420" cy="548643"/>
          </a:xfrm>
        </p:grpSpPr>
        <p:grpSp>
          <p:nvGrpSpPr>
            <p:cNvPr id="254" name="Google Shape;1034;p5">
              <a:extLst>
                <a:ext uri="{FF2B5EF4-FFF2-40B4-BE49-F238E27FC236}">
                  <a16:creationId xmlns:a16="http://schemas.microsoft.com/office/drawing/2014/main" id="{ED6B8CEF-10CB-4CB1-6EBB-63D754A88995}"/>
                </a:ext>
              </a:extLst>
            </p:cNvPr>
            <p:cNvGrpSpPr/>
            <p:nvPr/>
          </p:nvGrpSpPr>
          <p:grpSpPr>
            <a:xfrm>
              <a:off x="2011344" y="-3"/>
              <a:ext cx="496422" cy="548638"/>
              <a:chOff x="4613959" y="2883573"/>
              <a:chExt cx="313056" cy="345985"/>
            </a:xfrm>
          </p:grpSpPr>
          <p:sp>
            <p:nvSpPr>
              <p:cNvPr id="256" name="Google Shape;1035;p5">
                <a:extLst>
                  <a:ext uri="{FF2B5EF4-FFF2-40B4-BE49-F238E27FC236}">
                    <a16:creationId xmlns:a16="http://schemas.microsoft.com/office/drawing/2014/main" id="{61857958-DB04-91A6-4619-890444FB99D9}"/>
                  </a:ext>
                </a:extLst>
              </p:cNvPr>
              <p:cNvSpPr/>
              <p:nvPr/>
            </p:nvSpPr>
            <p:spPr>
              <a:xfrm>
                <a:off x="4613973" y="2883573"/>
                <a:ext cx="313042" cy="131800"/>
              </a:xfrm>
              <a:custGeom>
                <a:avLst/>
                <a:gdLst/>
                <a:ahLst/>
                <a:cxnLst/>
                <a:rect l="l" t="t" r="r" b="b"/>
                <a:pathLst>
                  <a:path w="313042" h="131800" extrusionOk="0">
                    <a:moveTo>
                      <a:pt x="156528" y="131801"/>
                    </a:moveTo>
                    <a:cubicBezTo>
                      <a:pt x="242964" y="131801"/>
                      <a:pt x="313043" y="102299"/>
                      <a:pt x="313043" y="65900"/>
                    </a:cubicBezTo>
                    <a:cubicBezTo>
                      <a:pt x="313043" y="29502"/>
                      <a:pt x="242964" y="0"/>
                      <a:pt x="156528" y="0"/>
                    </a:cubicBezTo>
                    <a:cubicBezTo>
                      <a:pt x="70079" y="0"/>
                      <a:pt x="0" y="29502"/>
                      <a:pt x="0" y="65900"/>
                    </a:cubicBezTo>
                    <a:cubicBezTo>
                      <a:pt x="0" y="102299"/>
                      <a:pt x="70079" y="131801"/>
                      <a:pt x="156528" y="131801"/>
                    </a:cubicBez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endParaRPr lang="en-US" sz="105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257" name="Google Shape;1036;p5">
                <a:extLst>
                  <a:ext uri="{FF2B5EF4-FFF2-40B4-BE49-F238E27FC236}">
                    <a16:creationId xmlns:a16="http://schemas.microsoft.com/office/drawing/2014/main" id="{2D5B9AC6-5C98-B126-1EF6-36DBA99315AD}"/>
                  </a:ext>
                </a:extLst>
              </p:cNvPr>
              <p:cNvSpPr/>
              <p:nvPr/>
            </p:nvSpPr>
            <p:spPr>
              <a:xfrm>
                <a:off x="4613959" y="3015375"/>
                <a:ext cx="313042" cy="65900"/>
              </a:xfrm>
              <a:custGeom>
                <a:avLst/>
                <a:gdLst/>
                <a:ahLst/>
                <a:cxnLst/>
                <a:rect l="l" t="t" r="r" b="b"/>
                <a:pathLst>
                  <a:path w="313042" h="65900" extrusionOk="0">
                    <a:moveTo>
                      <a:pt x="313043" y="0"/>
                    </a:moveTo>
                    <a:cubicBezTo>
                      <a:pt x="313043" y="36411"/>
                      <a:pt x="242951" y="65900"/>
                      <a:pt x="156515" y="65900"/>
                    </a:cubicBezTo>
                    <a:cubicBezTo>
                      <a:pt x="70091" y="65900"/>
                      <a:pt x="0" y="36411"/>
                      <a:pt x="0" y="0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endParaRPr lang="en-US" sz="105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258" name="Google Shape;1037;p5">
                <a:extLst>
                  <a:ext uri="{FF2B5EF4-FFF2-40B4-BE49-F238E27FC236}">
                    <a16:creationId xmlns:a16="http://schemas.microsoft.com/office/drawing/2014/main" id="{81CEBDA9-03CA-2FF3-0AB6-8D30209A2EFC}"/>
                  </a:ext>
                </a:extLst>
              </p:cNvPr>
              <p:cNvSpPr/>
              <p:nvPr/>
            </p:nvSpPr>
            <p:spPr>
              <a:xfrm>
                <a:off x="4613960" y="3089516"/>
                <a:ext cx="313042" cy="65900"/>
              </a:xfrm>
              <a:custGeom>
                <a:avLst/>
                <a:gdLst/>
                <a:ahLst/>
                <a:cxnLst/>
                <a:rect l="l" t="t" r="r" b="b"/>
                <a:pathLst>
                  <a:path w="313042" h="65900" extrusionOk="0">
                    <a:moveTo>
                      <a:pt x="313043" y="0"/>
                    </a:moveTo>
                    <a:cubicBezTo>
                      <a:pt x="313043" y="36411"/>
                      <a:pt x="242951" y="65900"/>
                      <a:pt x="156515" y="65900"/>
                    </a:cubicBezTo>
                    <a:cubicBezTo>
                      <a:pt x="70091" y="65900"/>
                      <a:pt x="0" y="36411"/>
                      <a:pt x="0" y="0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endParaRPr lang="en-US" sz="105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259" name="Google Shape;1038;p5">
                <a:extLst>
                  <a:ext uri="{FF2B5EF4-FFF2-40B4-BE49-F238E27FC236}">
                    <a16:creationId xmlns:a16="http://schemas.microsoft.com/office/drawing/2014/main" id="{218873CC-D97A-9703-D67E-94CCCD0AB358}"/>
                  </a:ext>
                </a:extLst>
              </p:cNvPr>
              <p:cNvSpPr/>
              <p:nvPr/>
            </p:nvSpPr>
            <p:spPr>
              <a:xfrm>
                <a:off x="4613960" y="2949473"/>
                <a:ext cx="313042" cy="280085"/>
              </a:xfrm>
              <a:custGeom>
                <a:avLst/>
                <a:gdLst/>
                <a:ahLst/>
                <a:cxnLst/>
                <a:rect l="l" t="t" r="r" b="b"/>
                <a:pathLst>
                  <a:path w="313042" h="280085" extrusionOk="0">
                    <a:moveTo>
                      <a:pt x="0" y="0"/>
                    </a:moveTo>
                    <a:lnTo>
                      <a:pt x="0" y="214185"/>
                    </a:lnTo>
                    <a:cubicBezTo>
                      <a:pt x="0" y="250596"/>
                      <a:pt x="70091" y="280086"/>
                      <a:pt x="156515" y="280086"/>
                    </a:cubicBezTo>
                    <a:cubicBezTo>
                      <a:pt x="242951" y="280086"/>
                      <a:pt x="313043" y="250596"/>
                      <a:pt x="313043" y="214185"/>
                    </a:cubicBezTo>
                    <a:lnTo>
                      <a:pt x="3130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endParaRPr lang="en-US" sz="105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sp>
          <p:nvSpPr>
            <p:cNvPr id="253" name="Google Shape;1040;p5">
              <a:extLst>
                <a:ext uri="{FF2B5EF4-FFF2-40B4-BE49-F238E27FC236}">
                  <a16:creationId xmlns:a16="http://schemas.microsoft.com/office/drawing/2014/main" id="{52B9A9B6-DF09-7E1C-0653-B993C60C4DE5}"/>
                </a:ext>
              </a:extLst>
            </p:cNvPr>
            <p:cNvSpPr/>
            <p:nvPr/>
          </p:nvSpPr>
          <p:spPr>
            <a:xfrm>
              <a:off x="1947839" y="0"/>
              <a:ext cx="6234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lang="en-US" sz="1050" b="0" i="0" u="none" strike="noStrike" cap="none" noProof="0" dirty="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260" name="Google Shape;1572;p10">
            <a:extLst>
              <a:ext uri="{FF2B5EF4-FFF2-40B4-BE49-F238E27FC236}">
                <a16:creationId xmlns:a16="http://schemas.microsoft.com/office/drawing/2014/main" id="{823F94C0-2EE1-CC33-7A16-B71FA0720AAE}"/>
              </a:ext>
            </a:extLst>
          </p:cNvPr>
          <p:cNvGrpSpPr/>
          <p:nvPr/>
        </p:nvGrpSpPr>
        <p:grpSpPr>
          <a:xfrm>
            <a:off x="2796168" y="2577562"/>
            <a:ext cx="439659" cy="203137"/>
            <a:chOff x="2531314" y="0"/>
            <a:chExt cx="949960" cy="438913"/>
          </a:xfrm>
        </p:grpSpPr>
        <p:grpSp>
          <p:nvGrpSpPr>
            <p:cNvPr id="261" name="Google Shape;1574;p10">
              <a:extLst>
                <a:ext uri="{FF2B5EF4-FFF2-40B4-BE49-F238E27FC236}">
                  <a16:creationId xmlns:a16="http://schemas.microsoft.com/office/drawing/2014/main" id="{8D1A5879-4C02-846E-8440-BD74EC1352B7}"/>
                </a:ext>
              </a:extLst>
            </p:cNvPr>
            <p:cNvGrpSpPr/>
            <p:nvPr/>
          </p:nvGrpSpPr>
          <p:grpSpPr>
            <a:xfrm>
              <a:off x="2594814" y="0"/>
              <a:ext cx="822960" cy="438913"/>
              <a:chOff x="4211638" y="4495800"/>
              <a:chExt cx="1547812" cy="825500"/>
            </a:xfrm>
          </p:grpSpPr>
          <p:sp>
            <p:nvSpPr>
              <p:cNvPr id="263" name="Google Shape;1575;p10">
                <a:extLst>
                  <a:ext uri="{FF2B5EF4-FFF2-40B4-BE49-F238E27FC236}">
                    <a16:creationId xmlns:a16="http://schemas.microsoft.com/office/drawing/2014/main" id="{77AA2E59-46F9-3911-EE73-8FA8CCE0CB22}"/>
                  </a:ext>
                </a:extLst>
              </p:cNvPr>
              <p:cNvSpPr/>
              <p:nvPr/>
            </p:nvSpPr>
            <p:spPr>
              <a:xfrm>
                <a:off x="4211638" y="4495800"/>
                <a:ext cx="1547812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2294" extrusionOk="0">
                    <a:moveTo>
                      <a:pt x="4097" y="2293"/>
                    </a:moveTo>
                    <a:lnTo>
                      <a:pt x="4097" y="2293"/>
                    </a:lnTo>
                    <a:cubicBezTo>
                      <a:pt x="201" y="2293"/>
                      <a:pt x="201" y="2293"/>
                      <a:pt x="201" y="2293"/>
                    </a:cubicBezTo>
                    <a:cubicBezTo>
                      <a:pt x="86" y="2293"/>
                      <a:pt x="0" y="2207"/>
                      <a:pt x="0" y="2092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87"/>
                      <a:pt x="86" y="0"/>
                      <a:pt x="201" y="0"/>
                    </a:cubicBezTo>
                    <a:cubicBezTo>
                      <a:pt x="4097" y="0"/>
                      <a:pt x="4097" y="0"/>
                      <a:pt x="4097" y="0"/>
                    </a:cubicBezTo>
                    <a:cubicBezTo>
                      <a:pt x="4212" y="0"/>
                      <a:pt x="4298" y="87"/>
                      <a:pt x="4298" y="172"/>
                    </a:cubicBezTo>
                    <a:cubicBezTo>
                      <a:pt x="4298" y="2092"/>
                      <a:pt x="4298" y="2092"/>
                      <a:pt x="4298" y="2092"/>
                    </a:cubicBezTo>
                    <a:cubicBezTo>
                      <a:pt x="4298" y="2207"/>
                      <a:pt x="4212" y="2293"/>
                      <a:pt x="4097" y="229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1576;p10">
                <a:extLst>
                  <a:ext uri="{FF2B5EF4-FFF2-40B4-BE49-F238E27FC236}">
                    <a16:creationId xmlns:a16="http://schemas.microsoft.com/office/drawing/2014/main" id="{7EF0D142-790A-13CA-6D6A-FDC16F5F8344}"/>
                  </a:ext>
                </a:extLst>
              </p:cNvPr>
              <p:cNvSpPr/>
              <p:nvPr/>
            </p:nvSpPr>
            <p:spPr>
              <a:xfrm>
                <a:off x="4541838" y="4773613"/>
                <a:ext cx="908050" cy="258762"/>
              </a:xfrm>
              <a:custGeom>
                <a:avLst/>
                <a:gdLst/>
                <a:ahLst/>
                <a:cxnLst/>
                <a:rect l="l" t="t" r="r" b="b"/>
                <a:pathLst>
                  <a:path w="2522" h="718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0" y="0"/>
                      <a:pt x="860" y="0"/>
                      <a:pt x="860" y="0"/>
                    </a:cubicBezTo>
                    <a:cubicBezTo>
                      <a:pt x="888" y="0"/>
                      <a:pt x="917" y="0"/>
                      <a:pt x="917" y="29"/>
                    </a:cubicBezTo>
                    <a:cubicBezTo>
                      <a:pt x="1547" y="688"/>
                      <a:pt x="1547" y="688"/>
                      <a:pt x="1547" y="688"/>
                    </a:cubicBezTo>
                    <a:cubicBezTo>
                      <a:pt x="1547" y="717"/>
                      <a:pt x="1575" y="717"/>
                      <a:pt x="1604" y="717"/>
                    </a:cubicBezTo>
                    <a:cubicBezTo>
                      <a:pt x="2521" y="717"/>
                      <a:pt x="2521" y="717"/>
                      <a:pt x="2521" y="717"/>
                    </a:cubicBezTo>
                  </a:path>
                </a:pathLst>
              </a:custGeom>
              <a:noFill/>
              <a:ln w="12700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1577;p10">
                <a:extLst>
                  <a:ext uri="{FF2B5EF4-FFF2-40B4-BE49-F238E27FC236}">
                    <a16:creationId xmlns:a16="http://schemas.microsoft.com/office/drawing/2014/main" id="{C08118C3-E8C6-75EF-4731-F1078D48654C}"/>
                  </a:ext>
                </a:extLst>
              </p:cNvPr>
              <p:cNvSpPr/>
              <p:nvPr/>
            </p:nvSpPr>
            <p:spPr>
              <a:xfrm>
                <a:off x="4436746" y="4722813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88" extrusionOk="0">
                    <a:moveTo>
                      <a:pt x="286" y="287"/>
                    </a:moveTo>
                    <a:lnTo>
                      <a:pt x="0" y="144"/>
                    </a:lnTo>
                    <a:lnTo>
                      <a:pt x="286" y="0"/>
                    </a:lnTo>
                    <a:lnTo>
                      <a:pt x="286" y="287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1578;p10">
                <a:extLst>
                  <a:ext uri="{FF2B5EF4-FFF2-40B4-BE49-F238E27FC236}">
                    <a16:creationId xmlns:a16="http://schemas.microsoft.com/office/drawing/2014/main" id="{F87002F5-59EC-B68A-3627-C0CD9A5EA504}"/>
                  </a:ext>
                </a:extLst>
              </p:cNvPr>
              <p:cNvSpPr/>
              <p:nvPr/>
            </p:nvSpPr>
            <p:spPr>
              <a:xfrm>
                <a:off x="5451794" y="4979987"/>
                <a:ext cx="93662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59" h="288" extrusionOk="0">
                    <a:moveTo>
                      <a:pt x="0" y="287"/>
                    </a:moveTo>
                    <a:lnTo>
                      <a:pt x="258" y="144"/>
                    </a:lnTo>
                    <a:lnTo>
                      <a:pt x="0" y="0"/>
                    </a:lnTo>
                    <a:lnTo>
                      <a:pt x="0" y="287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1579;p10">
                <a:extLst>
                  <a:ext uri="{FF2B5EF4-FFF2-40B4-BE49-F238E27FC236}">
                    <a16:creationId xmlns:a16="http://schemas.microsoft.com/office/drawing/2014/main" id="{AA2BA4B4-37CF-4E14-9E8B-BBD4A7E8DF59}"/>
                  </a:ext>
                </a:extLst>
              </p:cNvPr>
              <p:cNvSpPr/>
              <p:nvPr/>
            </p:nvSpPr>
            <p:spPr>
              <a:xfrm>
                <a:off x="4541838" y="4773613"/>
                <a:ext cx="908050" cy="258762"/>
              </a:xfrm>
              <a:custGeom>
                <a:avLst/>
                <a:gdLst/>
                <a:ahLst/>
                <a:cxnLst/>
                <a:rect l="l" t="t" r="r" b="b"/>
                <a:pathLst>
                  <a:path w="2522" h="718" extrusionOk="0">
                    <a:moveTo>
                      <a:pt x="2521" y="0"/>
                    </a:moveTo>
                    <a:lnTo>
                      <a:pt x="2521" y="0"/>
                    </a:lnTo>
                    <a:cubicBezTo>
                      <a:pt x="1604" y="0"/>
                      <a:pt x="1604" y="0"/>
                      <a:pt x="1604" y="0"/>
                    </a:cubicBezTo>
                    <a:cubicBezTo>
                      <a:pt x="1575" y="0"/>
                      <a:pt x="1547" y="0"/>
                      <a:pt x="1547" y="29"/>
                    </a:cubicBezTo>
                    <a:cubicBezTo>
                      <a:pt x="917" y="688"/>
                      <a:pt x="917" y="688"/>
                      <a:pt x="917" y="688"/>
                    </a:cubicBezTo>
                    <a:cubicBezTo>
                      <a:pt x="917" y="717"/>
                      <a:pt x="888" y="717"/>
                      <a:pt x="860" y="717"/>
                    </a:cubicBezTo>
                    <a:cubicBezTo>
                      <a:pt x="0" y="717"/>
                      <a:pt x="0" y="717"/>
                      <a:pt x="0" y="717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1580;p10">
                <a:extLst>
                  <a:ext uri="{FF2B5EF4-FFF2-40B4-BE49-F238E27FC236}">
                    <a16:creationId xmlns:a16="http://schemas.microsoft.com/office/drawing/2014/main" id="{57F4B8FA-C7EE-0BBC-D78B-7C9808791ADA}"/>
                  </a:ext>
                </a:extLst>
              </p:cNvPr>
              <p:cNvSpPr/>
              <p:nvPr/>
            </p:nvSpPr>
            <p:spPr>
              <a:xfrm>
                <a:off x="5451794" y="4722813"/>
                <a:ext cx="93662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59" h="288" extrusionOk="0">
                    <a:moveTo>
                      <a:pt x="0" y="0"/>
                    </a:moveTo>
                    <a:lnTo>
                      <a:pt x="258" y="144"/>
                    </a:lnTo>
                    <a:lnTo>
                      <a:pt x="0" y="287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1581;p10">
                <a:extLst>
                  <a:ext uri="{FF2B5EF4-FFF2-40B4-BE49-F238E27FC236}">
                    <a16:creationId xmlns:a16="http://schemas.microsoft.com/office/drawing/2014/main" id="{3AABBF6F-C005-346B-15F3-9E65B84FBD27}"/>
                  </a:ext>
                </a:extLst>
              </p:cNvPr>
              <p:cNvSpPr/>
              <p:nvPr/>
            </p:nvSpPr>
            <p:spPr>
              <a:xfrm>
                <a:off x="4436746" y="4979987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88" extrusionOk="0">
                    <a:moveTo>
                      <a:pt x="286" y="0"/>
                    </a:moveTo>
                    <a:lnTo>
                      <a:pt x="0" y="144"/>
                    </a:lnTo>
                    <a:lnTo>
                      <a:pt x="286" y="287"/>
                    </a:lnTo>
                    <a:lnTo>
                      <a:pt x="286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" name="Google Shape;1583;p10">
              <a:extLst>
                <a:ext uri="{FF2B5EF4-FFF2-40B4-BE49-F238E27FC236}">
                  <a16:creationId xmlns:a16="http://schemas.microsoft.com/office/drawing/2014/main" id="{7FEA008E-E172-81F7-AAA9-81AAE2B7037A}"/>
                </a:ext>
              </a:extLst>
            </p:cNvPr>
            <p:cNvSpPr/>
            <p:nvPr/>
          </p:nvSpPr>
          <p:spPr>
            <a:xfrm>
              <a:off x="2531314" y="0"/>
              <a:ext cx="949960" cy="438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1572;p10">
            <a:extLst>
              <a:ext uri="{FF2B5EF4-FFF2-40B4-BE49-F238E27FC236}">
                <a16:creationId xmlns:a16="http://schemas.microsoft.com/office/drawing/2014/main" id="{FF15942F-074B-D441-9AB3-5194B9B866B3}"/>
              </a:ext>
            </a:extLst>
          </p:cNvPr>
          <p:cNvGrpSpPr/>
          <p:nvPr/>
        </p:nvGrpSpPr>
        <p:grpSpPr>
          <a:xfrm>
            <a:off x="4589869" y="1705879"/>
            <a:ext cx="468000" cy="203137"/>
            <a:chOff x="2531314" y="0"/>
            <a:chExt cx="949960" cy="438913"/>
          </a:xfrm>
        </p:grpSpPr>
        <p:grpSp>
          <p:nvGrpSpPr>
            <p:cNvPr id="271" name="Google Shape;1574;p10">
              <a:extLst>
                <a:ext uri="{FF2B5EF4-FFF2-40B4-BE49-F238E27FC236}">
                  <a16:creationId xmlns:a16="http://schemas.microsoft.com/office/drawing/2014/main" id="{9C7B0017-4441-CD18-0C40-31A0746ECAC7}"/>
                </a:ext>
              </a:extLst>
            </p:cNvPr>
            <p:cNvGrpSpPr/>
            <p:nvPr/>
          </p:nvGrpSpPr>
          <p:grpSpPr>
            <a:xfrm>
              <a:off x="2594814" y="0"/>
              <a:ext cx="822960" cy="438913"/>
              <a:chOff x="4211638" y="4495800"/>
              <a:chExt cx="1547812" cy="825500"/>
            </a:xfrm>
          </p:grpSpPr>
          <p:sp>
            <p:nvSpPr>
              <p:cNvPr id="273" name="Google Shape;1575;p10">
                <a:extLst>
                  <a:ext uri="{FF2B5EF4-FFF2-40B4-BE49-F238E27FC236}">
                    <a16:creationId xmlns:a16="http://schemas.microsoft.com/office/drawing/2014/main" id="{AD084989-BD42-F4F9-FB1A-F526BA50769B}"/>
                  </a:ext>
                </a:extLst>
              </p:cNvPr>
              <p:cNvSpPr/>
              <p:nvPr/>
            </p:nvSpPr>
            <p:spPr>
              <a:xfrm>
                <a:off x="4211638" y="4495800"/>
                <a:ext cx="1547812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2294" extrusionOk="0">
                    <a:moveTo>
                      <a:pt x="4097" y="2293"/>
                    </a:moveTo>
                    <a:lnTo>
                      <a:pt x="4097" y="2293"/>
                    </a:lnTo>
                    <a:cubicBezTo>
                      <a:pt x="201" y="2293"/>
                      <a:pt x="201" y="2293"/>
                      <a:pt x="201" y="2293"/>
                    </a:cubicBezTo>
                    <a:cubicBezTo>
                      <a:pt x="86" y="2293"/>
                      <a:pt x="0" y="2207"/>
                      <a:pt x="0" y="2092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87"/>
                      <a:pt x="86" y="0"/>
                      <a:pt x="201" y="0"/>
                    </a:cubicBezTo>
                    <a:cubicBezTo>
                      <a:pt x="4097" y="0"/>
                      <a:pt x="4097" y="0"/>
                      <a:pt x="4097" y="0"/>
                    </a:cubicBezTo>
                    <a:cubicBezTo>
                      <a:pt x="4212" y="0"/>
                      <a:pt x="4298" y="87"/>
                      <a:pt x="4298" y="172"/>
                    </a:cubicBezTo>
                    <a:cubicBezTo>
                      <a:pt x="4298" y="2092"/>
                      <a:pt x="4298" y="2092"/>
                      <a:pt x="4298" y="2092"/>
                    </a:cubicBezTo>
                    <a:cubicBezTo>
                      <a:pt x="4298" y="2207"/>
                      <a:pt x="4212" y="2293"/>
                      <a:pt x="4097" y="229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1576;p10">
                <a:extLst>
                  <a:ext uri="{FF2B5EF4-FFF2-40B4-BE49-F238E27FC236}">
                    <a16:creationId xmlns:a16="http://schemas.microsoft.com/office/drawing/2014/main" id="{7C33A2CE-5DCD-3953-144A-21CD83E9FC89}"/>
                  </a:ext>
                </a:extLst>
              </p:cNvPr>
              <p:cNvSpPr/>
              <p:nvPr/>
            </p:nvSpPr>
            <p:spPr>
              <a:xfrm>
                <a:off x="4541838" y="4773613"/>
                <a:ext cx="908050" cy="258762"/>
              </a:xfrm>
              <a:custGeom>
                <a:avLst/>
                <a:gdLst/>
                <a:ahLst/>
                <a:cxnLst/>
                <a:rect l="l" t="t" r="r" b="b"/>
                <a:pathLst>
                  <a:path w="2522" h="718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0" y="0"/>
                      <a:pt x="860" y="0"/>
                      <a:pt x="860" y="0"/>
                    </a:cubicBezTo>
                    <a:cubicBezTo>
                      <a:pt x="888" y="0"/>
                      <a:pt x="917" y="0"/>
                      <a:pt x="917" y="29"/>
                    </a:cubicBezTo>
                    <a:cubicBezTo>
                      <a:pt x="1547" y="688"/>
                      <a:pt x="1547" y="688"/>
                      <a:pt x="1547" y="688"/>
                    </a:cubicBezTo>
                    <a:cubicBezTo>
                      <a:pt x="1547" y="717"/>
                      <a:pt x="1575" y="717"/>
                      <a:pt x="1604" y="717"/>
                    </a:cubicBezTo>
                    <a:cubicBezTo>
                      <a:pt x="2521" y="717"/>
                      <a:pt x="2521" y="717"/>
                      <a:pt x="2521" y="717"/>
                    </a:cubicBezTo>
                  </a:path>
                </a:pathLst>
              </a:custGeom>
              <a:noFill/>
              <a:ln w="12700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1577;p10">
                <a:extLst>
                  <a:ext uri="{FF2B5EF4-FFF2-40B4-BE49-F238E27FC236}">
                    <a16:creationId xmlns:a16="http://schemas.microsoft.com/office/drawing/2014/main" id="{BBDE00C1-2467-C44B-AE70-4159237BD13F}"/>
                  </a:ext>
                </a:extLst>
              </p:cNvPr>
              <p:cNvSpPr/>
              <p:nvPr/>
            </p:nvSpPr>
            <p:spPr>
              <a:xfrm>
                <a:off x="4436746" y="4722813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88" extrusionOk="0">
                    <a:moveTo>
                      <a:pt x="286" y="287"/>
                    </a:moveTo>
                    <a:lnTo>
                      <a:pt x="0" y="144"/>
                    </a:lnTo>
                    <a:lnTo>
                      <a:pt x="286" y="0"/>
                    </a:lnTo>
                    <a:lnTo>
                      <a:pt x="286" y="287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1578;p10">
                <a:extLst>
                  <a:ext uri="{FF2B5EF4-FFF2-40B4-BE49-F238E27FC236}">
                    <a16:creationId xmlns:a16="http://schemas.microsoft.com/office/drawing/2014/main" id="{D4249E35-F082-E314-9132-EFC07869758C}"/>
                  </a:ext>
                </a:extLst>
              </p:cNvPr>
              <p:cNvSpPr/>
              <p:nvPr/>
            </p:nvSpPr>
            <p:spPr>
              <a:xfrm>
                <a:off x="5451794" y="4979987"/>
                <a:ext cx="93662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59" h="288" extrusionOk="0">
                    <a:moveTo>
                      <a:pt x="0" y="287"/>
                    </a:moveTo>
                    <a:lnTo>
                      <a:pt x="258" y="144"/>
                    </a:lnTo>
                    <a:lnTo>
                      <a:pt x="0" y="0"/>
                    </a:lnTo>
                    <a:lnTo>
                      <a:pt x="0" y="287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1579;p10">
                <a:extLst>
                  <a:ext uri="{FF2B5EF4-FFF2-40B4-BE49-F238E27FC236}">
                    <a16:creationId xmlns:a16="http://schemas.microsoft.com/office/drawing/2014/main" id="{0212222B-07FE-0074-E639-719EAD3AE820}"/>
                  </a:ext>
                </a:extLst>
              </p:cNvPr>
              <p:cNvSpPr/>
              <p:nvPr/>
            </p:nvSpPr>
            <p:spPr>
              <a:xfrm>
                <a:off x="4541838" y="4773613"/>
                <a:ext cx="908050" cy="258762"/>
              </a:xfrm>
              <a:custGeom>
                <a:avLst/>
                <a:gdLst/>
                <a:ahLst/>
                <a:cxnLst/>
                <a:rect l="l" t="t" r="r" b="b"/>
                <a:pathLst>
                  <a:path w="2522" h="718" extrusionOk="0">
                    <a:moveTo>
                      <a:pt x="2521" y="0"/>
                    </a:moveTo>
                    <a:lnTo>
                      <a:pt x="2521" y="0"/>
                    </a:lnTo>
                    <a:cubicBezTo>
                      <a:pt x="1604" y="0"/>
                      <a:pt x="1604" y="0"/>
                      <a:pt x="1604" y="0"/>
                    </a:cubicBezTo>
                    <a:cubicBezTo>
                      <a:pt x="1575" y="0"/>
                      <a:pt x="1547" y="0"/>
                      <a:pt x="1547" y="29"/>
                    </a:cubicBezTo>
                    <a:cubicBezTo>
                      <a:pt x="917" y="688"/>
                      <a:pt x="917" y="688"/>
                      <a:pt x="917" y="688"/>
                    </a:cubicBezTo>
                    <a:cubicBezTo>
                      <a:pt x="917" y="717"/>
                      <a:pt x="888" y="717"/>
                      <a:pt x="860" y="717"/>
                    </a:cubicBezTo>
                    <a:cubicBezTo>
                      <a:pt x="0" y="717"/>
                      <a:pt x="0" y="717"/>
                      <a:pt x="0" y="717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1580;p10">
                <a:extLst>
                  <a:ext uri="{FF2B5EF4-FFF2-40B4-BE49-F238E27FC236}">
                    <a16:creationId xmlns:a16="http://schemas.microsoft.com/office/drawing/2014/main" id="{517ECB9D-35C7-5B03-7CF8-D9A2387F662F}"/>
                  </a:ext>
                </a:extLst>
              </p:cNvPr>
              <p:cNvSpPr/>
              <p:nvPr/>
            </p:nvSpPr>
            <p:spPr>
              <a:xfrm>
                <a:off x="5451794" y="4722813"/>
                <a:ext cx="93662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59" h="288" extrusionOk="0">
                    <a:moveTo>
                      <a:pt x="0" y="0"/>
                    </a:moveTo>
                    <a:lnTo>
                      <a:pt x="258" y="144"/>
                    </a:lnTo>
                    <a:lnTo>
                      <a:pt x="0" y="287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1581;p10">
                <a:extLst>
                  <a:ext uri="{FF2B5EF4-FFF2-40B4-BE49-F238E27FC236}">
                    <a16:creationId xmlns:a16="http://schemas.microsoft.com/office/drawing/2014/main" id="{B87D210B-88AA-FDB3-11A2-9D329DEE200C}"/>
                  </a:ext>
                </a:extLst>
              </p:cNvPr>
              <p:cNvSpPr/>
              <p:nvPr/>
            </p:nvSpPr>
            <p:spPr>
              <a:xfrm>
                <a:off x="4436746" y="4979987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88" extrusionOk="0">
                    <a:moveTo>
                      <a:pt x="286" y="0"/>
                    </a:moveTo>
                    <a:lnTo>
                      <a:pt x="0" y="144"/>
                    </a:lnTo>
                    <a:lnTo>
                      <a:pt x="286" y="287"/>
                    </a:lnTo>
                    <a:lnTo>
                      <a:pt x="286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2" name="Google Shape;1583;p10">
              <a:extLst>
                <a:ext uri="{FF2B5EF4-FFF2-40B4-BE49-F238E27FC236}">
                  <a16:creationId xmlns:a16="http://schemas.microsoft.com/office/drawing/2014/main" id="{53B85B46-E99F-DED8-B3C7-20E0974C890F}"/>
                </a:ext>
              </a:extLst>
            </p:cNvPr>
            <p:cNvSpPr/>
            <p:nvPr/>
          </p:nvSpPr>
          <p:spPr>
            <a:xfrm>
              <a:off x="2531314" y="0"/>
              <a:ext cx="949960" cy="438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1604;p10">
            <a:extLst>
              <a:ext uri="{FF2B5EF4-FFF2-40B4-BE49-F238E27FC236}">
                <a16:creationId xmlns:a16="http://schemas.microsoft.com/office/drawing/2014/main" id="{6863670B-5F5F-8640-B0BF-51113BDD132E}"/>
              </a:ext>
            </a:extLst>
          </p:cNvPr>
          <p:cNvGrpSpPr/>
          <p:nvPr/>
        </p:nvGrpSpPr>
        <p:grpSpPr>
          <a:xfrm>
            <a:off x="5937017" y="1618518"/>
            <a:ext cx="449341" cy="364878"/>
            <a:chOff x="4352056" y="0"/>
            <a:chExt cx="675640" cy="548640"/>
          </a:xfrm>
        </p:grpSpPr>
        <p:grpSp>
          <p:nvGrpSpPr>
            <p:cNvPr id="281" name="Google Shape;1606;p10">
              <a:extLst>
                <a:ext uri="{FF2B5EF4-FFF2-40B4-BE49-F238E27FC236}">
                  <a16:creationId xmlns:a16="http://schemas.microsoft.com/office/drawing/2014/main" id="{BE2BEFED-5D27-D7D0-E8D3-4742FEEEC4F0}"/>
                </a:ext>
              </a:extLst>
            </p:cNvPr>
            <p:cNvGrpSpPr/>
            <p:nvPr/>
          </p:nvGrpSpPr>
          <p:grpSpPr>
            <a:xfrm>
              <a:off x="4415556" y="0"/>
              <a:ext cx="548640" cy="548640"/>
              <a:chOff x="960438" y="55563"/>
              <a:chExt cx="7424737" cy="7424737"/>
            </a:xfrm>
          </p:grpSpPr>
          <p:cxnSp>
            <p:nvCxnSpPr>
              <p:cNvPr id="283" name="Google Shape;1607;p10">
                <a:extLst>
                  <a:ext uri="{FF2B5EF4-FFF2-40B4-BE49-F238E27FC236}">
                    <a16:creationId xmlns:a16="http://schemas.microsoft.com/office/drawing/2014/main" id="{B590A7F6-C241-7DD5-C797-044B0BB2B9D6}"/>
                  </a:ext>
                </a:extLst>
              </p:cNvPr>
              <p:cNvCxnSpPr/>
              <p:nvPr/>
            </p:nvCxnSpPr>
            <p:spPr>
              <a:xfrm>
                <a:off x="4660895" y="4294994"/>
                <a:ext cx="1586" cy="194627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4" name="Google Shape;1608;p10">
                <a:extLst>
                  <a:ext uri="{FF2B5EF4-FFF2-40B4-BE49-F238E27FC236}">
                    <a16:creationId xmlns:a16="http://schemas.microsoft.com/office/drawing/2014/main" id="{67122815-80DE-85BA-9701-4D1B39F114D1}"/>
                  </a:ext>
                </a:extLst>
              </p:cNvPr>
              <p:cNvSpPr/>
              <p:nvPr/>
            </p:nvSpPr>
            <p:spPr>
              <a:xfrm>
                <a:off x="4348163" y="6283325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1" extrusionOk="0">
                    <a:moveTo>
                      <a:pt x="0" y="0"/>
                    </a:moveTo>
                    <a:lnTo>
                      <a:pt x="870" y="1490"/>
                    </a:lnTo>
                    <a:lnTo>
                      <a:pt x="1739" y="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5" name="Google Shape;1609;p10">
                <a:extLst>
                  <a:ext uri="{FF2B5EF4-FFF2-40B4-BE49-F238E27FC236}">
                    <a16:creationId xmlns:a16="http://schemas.microsoft.com/office/drawing/2014/main" id="{A9340233-38A9-C402-E245-CBED1B77755D}"/>
                  </a:ext>
                </a:extLst>
              </p:cNvPr>
              <p:cNvCxnSpPr/>
              <p:nvPr/>
            </p:nvCxnSpPr>
            <p:spPr>
              <a:xfrm rot="10800000" flipH="1">
                <a:off x="4660895" y="1361265"/>
                <a:ext cx="1586" cy="207169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6" name="Google Shape;1610;p10">
                <a:extLst>
                  <a:ext uri="{FF2B5EF4-FFF2-40B4-BE49-F238E27FC236}">
                    <a16:creationId xmlns:a16="http://schemas.microsoft.com/office/drawing/2014/main" id="{EBFCAC9C-347F-9281-A524-6BB18E1A77A4}"/>
                  </a:ext>
                </a:extLst>
              </p:cNvPr>
              <p:cNvSpPr/>
              <p:nvPr/>
            </p:nvSpPr>
            <p:spPr>
              <a:xfrm>
                <a:off x="4348163" y="782638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2" extrusionOk="0">
                    <a:moveTo>
                      <a:pt x="1739" y="1491"/>
                    </a:moveTo>
                    <a:lnTo>
                      <a:pt x="870" y="0"/>
                    </a:lnTo>
                    <a:lnTo>
                      <a:pt x="0" y="1491"/>
                    </a:lnTo>
                    <a:lnTo>
                      <a:pt x="1739" y="1491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7" name="Google Shape;1611;p10">
                <a:extLst>
                  <a:ext uri="{FF2B5EF4-FFF2-40B4-BE49-F238E27FC236}">
                    <a16:creationId xmlns:a16="http://schemas.microsoft.com/office/drawing/2014/main" id="{B73B2D4C-98D3-4B10-7A7F-F5C1C80B0FCF}"/>
                  </a:ext>
                </a:extLst>
              </p:cNvPr>
              <p:cNvCxnSpPr/>
              <p:nvPr/>
            </p:nvCxnSpPr>
            <p:spPr>
              <a:xfrm>
                <a:off x="5822141" y="3890958"/>
                <a:ext cx="2068506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8" name="Google Shape;1612;p10">
                <a:extLst>
                  <a:ext uri="{FF2B5EF4-FFF2-40B4-BE49-F238E27FC236}">
                    <a16:creationId xmlns:a16="http://schemas.microsoft.com/office/drawing/2014/main" id="{AFDC5250-9944-B6C9-F6FF-633BB5110973}"/>
                  </a:ext>
                </a:extLst>
              </p:cNvPr>
              <p:cNvSpPr/>
              <p:nvPr/>
            </p:nvSpPr>
            <p:spPr>
              <a:xfrm>
                <a:off x="52419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1492" y="1770"/>
                    </a:moveTo>
                    <a:lnTo>
                      <a:pt x="0" y="869"/>
                    </a:lnTo>
                    <a:lnTo>
                      <a:pt x="1492" y="0"/>
                    </a:lnTo>
                    <a:lnTo>
                      <a:pt x="1492" y="177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9" name="Google Shape;1613;p10">
                <a:extLst>
                  <a:ext uri="{FF2B5EF4-FFF2-40B4-BE49-F238E27FC236}">
                    <a16:creationId xmlns:a16="http://schemas.microsoft.com/office/drawing/2014/main" id="{07F86F11-7ACA-A027-B0D7-F3FC6481A775}"/>
                  </a:ext>
                </a:extLst>
              </p:cNvPr>
              <p:cNvCxnSpPr/>
              <p:nvPr/>
            </p:nvCxnSpPr>
            <p:spPr>
              <a:xfrm flipH="1">
                <a:off x="1451779" y="3890958"/>
                <a:ext cx="2071693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90" name="Google Shape;1614;p10">
                <a:extLst>
                  <a:ext uri="{FF2B5EF4-FFF2-40B4-BE49-F238E27FC236}">
                    <a16:creationId xmlns:a16="http://schemas.microsoft.com/office/drawing/2014/main" id="{058F82D4-FC4D-5F13-AD62-6D656D21E73E}"/>
                  </a:ext>
                </a:extLst>
              </p:cNvPr>
              <p:cNvSpPr/>
              <p:nvPr/>
            </p:nvSpPr>
            <p:spPr>
              <a:xfrm>
                <a:off x="35655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0" y="0"/>
                    </a:moveTo>
                    <a:lnTo>
                      <a:pt x="1492" y="869"/>
                    </a:lnTo>
                    <a:lnTo>
                      <a:pt x="0" y="177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1615;p10">
                <a:extLst>
                  <a:ext uri="{FF2B5EF4-FFF2-40B4-BE49-F238E27FC236}">
                    <a16:creationId xmlns:a16="http://schemas.microsoft.com/office/drawing/2014/main" id="{FD73D817-88BA-CBFC-9B2A-0C4626FD174A}"/>
                  </a:ext>
                </a:extLst>
              </p:cNvPr>
              <p:cNvSpPr/>
              <p:nvPr/>
            </p:nvSpPr>
            <p:spPr>
              <a:xfrm>
                <a:off x="960438" y="55563"/>
                <a:ext cx="7424737" cy="7424737"/>
              </a:xfrm>
              <a:custGeom>
                <a:avLst/>
                <a:gdLst/>
                <a:ahLst/>
                <a:cxnLst/>
                <a:rect l="l" t="t" r="r" b="b"/>
                <a:pathLst>
                  <a:path w="20626" h="20626" extrusionOk="0">
                    <a:moveTo>
                      <a:pt x="0" y="10313"/>
                    </a:moveTo>
                    <a:lnTo>
                      <a:pt x="0" y="10313"/>
                    </a:lnTo>
                    <a:cubicBezTo>
                      <a:pt x="0" y="16028"/>
                      <a:pt x="4628" y="20625"/>
                      <a:pt x="10313" y="20625"/>
                    </a:cubicBezTo>
                    <a:cubicBezTo>
                      <a:pt x="15997" y="20625"/>
                      <a:pt x="20625" y="16028"/>
                      <a:pt x="20625" y="10313"/>
                    </a:cubicBezTo>
                    <a:cubicBezTo>
                      <a:pt x="20625" y="4629"/>
                      <a:pt x="15997" y="0"/>
                      <a:pt x="10313" y="0"/>
                    </a:cubicBezTo>
                    <a:cubicBezTo>
                      <a:pt x="4628" y="0"/>
                      <a:pt x="0" y="4629"/>
                      <a:pt x="0" y="1031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" name="Google Shape;1617;p10">
              <a:extLst>
                <a:ext uri="{FF2B5EF4-FFF2-40B4-BE49-F238E27FC236}">
                  <a16:creationId xmlns:a16="http://schemas.microsoft.com/office/drawing/2014/main" id="{4C3C9D65-C51D-D835-3A8C-9D71BD6EF5A5}"/>
                </a:ext>
              </a:extLst>
            </p:cNvPr>
            <p:cNvSpPr/>
            <p:nvPr/>
          </p:nvSpPr>
          <p:spPr>
            <a:xfrm>
              <a:off x="4352056" y="0"/>
              <a:ext cx="675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ruppo 291">
            <a:extLst>
              <a:ext uri="{FF2B5EF4-FFF2-40B4-BE49-F238E27FC236}">
                <a16:creationId xmlns:a16="http://schemas.microsoft.com/office/drawing/2014/main" id="{7F330C75-4331-FDDC-E103-558EDD123949}"/>
              </a:ext>
            </a:extLst>
          </p:cNvPr>
          <p:cNvGrpSpPr/>
          <p:nvPr/>
        </p:nvGrpSpPr>
        <p:grpSpPr>
          <a:xfrm>
            <a:off x="10958181" y="2373698"/>
            <a:ext cx="630784" cy="363881"/>
            <a:chOff x="8600187" y="2519609"/>
            <a:chExt cx="1168494" cy="674070"/>
          </a:xfrm>
        </p:grpSpPr>
        <p:grpSp>
          <p:nvGrpSpPr>
            <p:cNvPr id="293" name="Google Shape;457;p2">
              <a:extLst>
                <a:ext uri="{FF2B5EF4-FFF2-40B4-BE49-F238E27FC236}">
                  <a16:creationId xmlns:a16="http://schemas.microsoft.com/office/drawing/2014/main" id="{3C5D472F-FD97-1537-9386-FDC54D85B3BD}"/>
                </a:ext>
              </a:extLst>
            </p:cNvPr>
            <p:cNvGrpSpPr/>
            <p:nvPr/>
          </p:nvGrpSpPr>
          <p:grpSpPr>
            <a:xfrm>
              <a:off x="8600187" y="2645611"/>
              <a:ext cx="704088" cy="539495"/>
              <a:chOff x="3792486" y="1429866"/>
              <a:chExt cx="378844" cy="360881"/>
            </a:xfrm>
          </p:grpSpPr>
          <p:sp>
            <p:nvSpPr>
              <p:cNvPr id="302" name="Google Shape;458;p2">
                <a:extLst>
                  <a:ext uri="{FF2B5EF4-FFF2-40B4-BE49-F238E27FC236}">
                    <a16:creationId xmlns:a16="http://schemas.microsoft.com/office/drawing/2014/main" id="{50CD190A-A517-2C8B-2539-26BA790C74BF}"/>
                  </a:ext>
                </a:extLst>
              </p:cNvPr>
              <p:cNvSpPr/>
              <p:nvPr/>
            </p:nvSpPr>
            <p:spPr>
              <a:xfrm>
                <a:off x="3792486" y="1429866"/>
                <a:ext cx="378844" cy="262459"/>
              </a:xfrm>
              <a:custGeom>
                <a:avLst/>
                <a:gdLst/>
                <a:ahLst/>
                <a:cxnLst/>
                <a:rect l="l" t="t" r="r" b="b"/>
                <a:pathLst>
                  <a:path w="378844" h="262459" extrusionOk="0">
                    <a:moveTo>
                      <a:pt x="0" y="16404"/>
                    </a:moveTo>
                    <a:cubicBezTo>
                      <a:pt x="0" y="7344"/>
                      <a:pt x="7374" y="0"/>
                      <a:pt x="16472" y="0"/>
                    </a:cubicBezTo>
                    <a:lnTo>
                      <a:pt x="362374" y="0"/>
                    </a:lnTo>
                    <a:cubicBezTo>
                      <a:pt x="371470" y="0"/>
                      <a:pt x="378845" y="7344"/>
                      <a:pt x="378845" y="16404"/>
                    </a:cubicBezTo>
                    <a:lnTo>
                      <a:pt x="378845" y="246056"/>
                    </a:lnTo>
                    <a:cubicBezTo>
                      <a:pt x="378845" y="255116"/>
                      <a:pt x="371470" y="262460"/>
                      <a:pt x="362374" y="262460"/>
                    </a:cubicBezTo>
                    <a:lnTo>
                      <a:pt x="16472" y="262460"/>
                    </a:lnTo>
                    <a:cubicBezTo>
                      <a:pt x="7374" y="262460"/>
                      <a:pt x="0" y="255116"/>
                      <a:pt x="0" y="246056"/>
                    </a:cubicBezTo>
                    <a:lnTo>
                      <a:pt x="0" y="16404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03" name="Google Shape;459;p2">
                <a:extLst>
                  <a:ext uri="{FF2B5EF4-FFF2-40B4-BE49-F238E27FC236}">
                    <a16:creationId xmlns:a16="http://schemas.microsoft.com/office/drawing/2014/main" id="{A452FCD6-336A-769F-82E5-16BD25398069}"/>
                  </a:ext>
                </a:extLst>
              </p:cNvPr>
              <p:cNvSpPr/>
              <p:nvPr/>
            </p:nvSpPr>
            <p:spPr>
              <a:xfrm>
                <a:off x="3949575" y="1692325"/>
                <a:ext cx="64667" cy="60693"/>
              </a:xfrm>
              <a:custGeom>
                <a:avLst/>
                <a:gdLst/>
                <a:ahLst/>
                <a:cxnLst/>
                <a:rect l="l" t="t" r="r" b="b"/>
                <a:pathLst>
                  <a:path w="64667" h="60693" extrusionOk="0">
                    <a:moveTo>
                      <a:pt x="32333" y="57413"/>
                    </a:moveTo>
                    <a:cubicBezTo>
                      <a:pt x="43196" y="57377"/>
                      <a:pt x="54035" y="58478"/>
                      <a:pt x="64667" y="60694"/>
                    </a:cubicBezTo>
                    <a:lnTo>
                      <a:pt x="57041" y="0"/>
                    </a:lnTo>
                    <a:lnTo>
                      <a:pt x="7626" y="0"/>
                    </a:lnTo>
                    <a:lnTo>
                      <a:pt x="0" y="60694"/>
                    </a:lnTo>
                    <a:cubicBezTo>
                      <a:pt x="10632" y="58478"/>
                      <a:pt x="21470" y="57377"/>
                      <a:pt x="32333" y="57413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04" name="Google Shape;460;p2">
                <a:extLst>
                  <a:ext uri="{FF2B5EF4-FFF2-40B4-BE49-F238E27FC236}">
                    <a16:creationId xmlns:a16="http://schemas.microsoft.com/office/drawing/2014/main" id="{8D53AB79-EB63-89C4-620E-76AEBC8403F9}"/>
                  </a:ext>
                </a:extLst>
              </p:cNvPr>
              <p:cNvSpPr/>
              <p:nvPr/>
            </p:nvSpPr>
            <p:spPr>
              <a:xfrm>
                <a:off x="3899550" y="1749738"/>
                <a:ext cx="164715" cy="41009"/>
              </a:xfrm>
              <a:custGeom>
                <a:avLst/>
                <a:gdLst/>
                <a:ahLst/>
                <a:cxnLst/>
                <a:rect l="l" t="t" r="r" b="b"/>
                <a:pathLst>
                  <a:path w="164715" h="41009" extrusionOk="0">
                    <a:moveTo>
                      <a:pt x="0" y="41009"/>
                    </a:moveTo>
                    <a:cubicBezTo>
                      <a:pt x="0" y="18356"/>
                      <a:pt x="36880" y="0"/>
                      <a:pt x="82358" y="0"/>
                    </a:cubicBezTo>
                    <a:cubicBezTo>
                      <a:pt x="127836" y="0"/>
                      <a:pt x="164715" y="18356"/>
                      <a:pt x="164715" y="41009"/>
                    </a:cubicBezTo>
                    <a:lnTo>
                      <a:pt x="0" y="41009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294" name="Google Shape;510;p2">
              <a:extLst>
                <a:ext uri="{FF2B5EF4-FFF2-40B4-BE49-F238E27FC236}">
                  <a16:creationId xmlns:a16="http://schemas.microsoft.com/office/drawing/2014/main" id="{DA203B1F-EB2D-2CCA-20D0-106AF2A09D63}"/>
                </a:ext>
              </a:extLst>
            </p:cNvPr>
            <p:cNvGrpSpPr/>
            <p:nvPr/>
          </p:nvGrpSpPr>
          <p:grpSpPr>
            <a:xfrm>
              <a:off x="9282973" y="2519609"/>
              <a:ext cx="485708" cy="674070"/>
              <a:chOff x="5432275" y="227930"/>
              <a:chExt cx="261789" cy="377285"/>
            </a:xfrm>
          </p:grpSpPr>
          <p:sp>
            <p:nvSpPr>
              <p:cNvPr id="295" name="Google Shape;511;p2">
                <a:extLst>
                  <a:ext uri="{FF2B5EF4-FFF2-40B4-BE49-F238E27FC236}">
                    <a16:creationId xmlns:a16="http://schemas.microsoft.com/office/drawing/2014/main" id="{C5BCCE3D-803F-B07E-7341-315CF3663254}"/>
                  </a:ext>
                </a:extLst>
              </p:cNvPr>
              <p:cNvSpPr/>
              <p:nvPr/>
            </p:nvSpPr>
            <p:spPr>
              <a:xfrm>
                <a:off x="5489052" y="227930"/>
                <a:ext cx="148243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48243" h="344478" extrusionOk="0">
                    <a:moveTo>
                      <a:pt x="16472" y="0"/>
                    </a:moveTo>
                    <a:lnTo>
                      <a:pt x="131772" y="0"/>
                    </a:lnTo>
                    <a:cubicBezTo>
                      <a:pt x="140869" y="0"/>
                      <a:pt x="148244" y="7344"/>
                      <a:pt x="148244" y="16404"/>
                    </a:cubicBezTo>
                    <a:lnTo>
                      <a:pt x="148244" y="344478"/>
                    </a:lnTo>
                    <a:lnTo>
                      <a:pt x="0" y="344478"/>
                    </a:lnTo>
                    <a:lnTo>
                      <a:pt x="0" y="16404"/>
                    </a:lnTo>
                    <a:cubicBezTo>
                      <a:pt x="0" y="7344"/>
                      <a:pt x="7374" y="0"/>
                      <a:pt x="16472" y="0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512;p2">
                <a:extLst>
                  <a:ext uri="{FF2B5EF4-FFF2-40B4-BE49-F238E27FC236}">
                    <a16:creationId xmlns:a16="http://schemas.microsoft.com/office/drawing/2014/main" id="{A5799C98-79F2-DBB7-D8D7-00045F4F61C8}"/>
                  </a:ext>
                </a:extLst>
              </p:cNvPr>
              <p:cNvSpPr/>
              <p:nvPr/>
            </p:nvSpPr>
            <p:spPr>
              <a:xfrm>
                <a:off x="5432275" y="514995"/>
                <a:ext cx="261789" cy="90220"/>
              </a:xfrm>
              <a:custGeom>
                <a:avLst/>
                <a:gdLst/>
                <a:ahLst/>
                <a:cxnLst/>
                <a:rect l="l" t="t" r="r" b="b"/>
                <a:pathLst>
                  <a:path w="261789" h="90220" extrusionOk="0">
                    <a:moveTo>
                      <a:pt x="205016" y="0"/>
                    </a:moveTo>
                    <a:lnTo>
                      <a:pt x="219116" y="0"/>
                    </a:lnTo>
                    <a:cubicBezTo>
                      <a:pt x="225572" y="2"/>
                      <a:pt x="231433" y="3760"/>
                      <a:pt x="234105" y="9613"/>
                    </a:cubicBezTo>
                    <a:lnTo>
                      <a:pt x="260311" y="67026"/>
                    </a:lnTo>
                    <a:cubicBezTo>
                      <a:pt x="262630" y="72103"/>
                      <a:pt x="262200" y="78005"/>
                      <a:pt x="259169" y="82695"/>
                    </a:cubicBezTo>
                    <a:cubicBezTo>
                      <a:pt x="256139" y="87384"/>
                      <a:pt x="250922" y="90219"/>
                      <a:pt x="245322" y="90221"/>
                    </a:cubicBezTo>
                    <a:lnTo>
                      <a:pt x="16467" y="90221"/>
                    </a:lnTo>
                    <a:cubicBezTo>
                      <a:pt x="10866" y="90219"/>
                      <a:pt x="5651" y="87384"/>
                      <a:pt x="2620" y="82695"/>
                    </a:cubicBezTo>
                    <a:cubicBezTo>
                      <a:pt x="-410" y="78005"/>
                      <a:pt x="-840" y="72103"/>
                      <a:pt x="1477" y="67026"/>
                    </a:cubicBezTo>
                    <a:lnTo>
                      <a:pt x="27684" y="9613"/>
                    </a:lnTo>
                    <a:cubicBezTo>
                      <a:pt x="30357" y="3760"/>
                      <a:pt x="36217" y="2"/>
                      <a:pt x="42673" y="0"/>
                    </a:cubicBezTo>
                    <a:lnTo>
                      <a:pt x="56772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513;p2">
                <a:extLst>
                  <a:ext uri="{FF2B5EF4-FFF2-40B4-BE49-F238E27FC236}">
                    <a16:creationId xmlns:a16="http://schemas.microsoft.com/office/drawing/2014/main" id="{F6C14337-1DA2-B56E-D79E-08DAA790DC11}"/>
                  </a:ext>
                </a:extLst>
              </p:cNvPr>
              <p:cNvSpPr/>
              <p:nvPr/>
            </p:nvSpPr>
            <p:spPr>
              <a:xfrm>
                <a:off x="5538467" y="227930"/>
                <a:ext cx="12696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2696" h="344478" extrusionOk="0">
                    <a:moveTo>
                      <a:pt x="0" y="0"/>
                    </a:moveTo>
                    <a:lnTo>
                      <a:pt x="0" y="344479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514;p2">
                <a:extLst>
                  <a:ext uri="{FF2B5EF4-FFF2-40B4-BE49-F238E27FC236}">
                    <a16:creationId xmlns:a16="http://schemas.microsoft.com/office/drawing/2014/main" id="{7382FBA6-9999-FC69-5745-E13D8EAB273F}"/>
                  </a:ext>
                </a:extLst>
              </p:cNvPr>
              <p:cNvSpPr/>
              <p:nvPr/>
            </p:nvSpPr>
            <p:spPr>
              <a:xfrm>
                <a:off x="5583764" y="486289"/>
                <a:ext cx="8235" cy="8201"/>
              </a:xfrm>
              <a:custGeom>
                <a:avLst/>
                <a:gdLst/>
                <a:ahLst/>
                <a:cxnLst/>
                <a:rect l="l" t="t" r="r" b="b"/>
                <a:pathLst>
                  <a:path w="8235" h="8201" extrusionOk="0">
                    <a:moveTo>
                      <a:pt x="4118" y="0"/>
                    </a:moveTo>
                    <a:cubicBezTo>
                      <a:pt x="6393" y="0"/>
                      <a:pt x="8236" y="1835"/>
                      <a:pt x="8236" y="4101"/>
                    </a:cubicBezTo>
                    <a:cubicBezTo>
                      <a:pt x="8236" y="6366"/>
                      <a:pt x="6393" y="8202"/>
                      <a:pt x="4118" y="8202"/>
                    </a:cubicBezTo>
                    <a:cubicBezTo>
                      <a:pt x="1843" y="8202"/>
                      <a:pt x="0" y="6366"/>
                      <a:pt x="0" y="4101"/>
                    </a:cubicBezTo>
                    <a:cubicBezTo>
                      <a:pt x="0" y="1835"/>
                      <a:pt x="1843" y="0"/>
                      <a:pt x="4118" y="0"/>
                    </a:cubicBez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515;p2">
                <a:extLst>
                  <a:ext uri="{FF2B5EF4-FFF2-40B4-BE49-F238E27FC236}">
                    <a16:creationId xmlns:a16="http://schemas.microsoft.com/office/drawing/2014/main" id="{17AEC42E-8078-56D9-1E7D-2E45DE9E6E19}"/>
                  </a:ext>
                </a:extLst>
              </p:cNvPr>
              <p:cNvSpPr/>
              <p:nvPr/>
            </p:nvSpPr>
            <p:spPr>
              <a:xfrm>
                <a:off x="5538467" y="277141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516;p2">
                <a:extLst>
                  <a:ext uri="{FF2B5EF4-FFF2-40B4-BE49-F238E27FC236}">
                    <a16:creationId xmlns:a16="http://schemas.microsoft.com/office/drawing/2014/main" id="{34ED7D3A-2706-3059-DD9A-D3950A902ECA}"/>
                  </a:ext>
                </a:extLst>
              </p:cNvPr>
              <p:cNvSpPr/>
              <p:nvPr/>
            </p:nvSpPr>
            <p:spPr>
              <a:xfrm>
                <a:off x="5538467" y="326352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517;p2">
                <a:extLst>
                  <a:ext uri="{FF2B5EF4-FFF2-40B4-BE49-F238E27FC236}">
                    <a16:creationId xmlns:a16="http://schemas.microsoft.com/office/drawing/2014/main" id="{B0902330-C129-A7CC-AA76-5C7166D4AEFF}"/>
                  </a:ext>
                </a:extLst>
              </p:cNvPr>
              <p:cNvSpPr/>
              <p:nvPr/>
            </p:nvSpPr>
            <p:spPr>
              <a:xfrm>
                <a:off x="5538467" y="375564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5" name="Gruppo 304">
            <a:extLst>
              <a:ext uri="{FF2B5EF4-FFF2-40B4-BE49-F238E27FC236}">
                <a16:creationId xmlns:a16="http://schemas.microsoft.com/office/drawing/2014/main" id="{749DDDA5-1B09-EC07-6F54-A49FD67D7549}"/>
              </a:ext>
            </a:extLst>
          </p:cNvPr>
          <p:cNvGrpSpPr/>
          <p:nvPr/>
        </p:nvGrpSpPr>
        <p:grpSpPr>
          <a:xfrm>
            <a:off x="10958181" y="2827843"/>
            <a:ext cx="630784" cy="363881"/>
            <a:chOff x="8600187" y="2519609"/>
            <a:chExt cx="1168494" cy="674070"/>
          </a:xfrm>
        </p:grpSpPr>
        <p:grpSp>
          <p:nvGrpSpPr>
            <p:cNvPr id="306" name="Google Shape;457;p2">
              <a:extLst>
                <a:ext uri="{FF2B5EF4-FFF2-40B4-BE49-F238E27FC236}">
                  <a16:creationId xmlns:a16="http://schemas.microsoft.com/office/drawing/2014/main" id="{130AAE15-3968-932D-93E2-F395FF57ED14}"/>
                </a:ext>
              </a:extLst>
            </p:cNvPr>
            <p:cNvGrpSpPr/>
            <p:nvPr/>
          </p:nvGrpSpPr>
          <p:grpSpPr>
            <a:xfrm>
              <a:off x="8600187" y="2645611"/>
              <a:ext cx="704088" cy="539495"/>
              <a:chOff x="3792486" y="1429866"/>
              <a:chExt cx="378844" cy="360881"/>
            </a:xfrm>
          </p:grpSpPr>
          <p:sp>
            <p:nvSpPr>
              <p:cNvPr id="315" name="Google Shape;458;p2">
                <a:extLst>
                  <a:ext uri="{FF2B5EF4-FFF2-40B4-BE49-F238E27FC236}">
                    <a16:creationId xmlns:a16="http://schemas.microsoft.com/office/drawing/2014/main" id="{32660ECF-ABC3-A752-D849-E23857D868FD}"/>
                  </a:ext>
                </a:extLst>
              </p:cNvPr>
              <p:cNvSpPr/>
              <p:nvPr/>
            </p:nvSpPr>
            <p:spPr>
              <a:xfrm>
                <a:off x="3792486" y="1429866"/>
                <a:ext cx="378844" cy="262459"/>
              </a:xfrm>
              <a:custGeom>
                <a:avLst/>
                <a:gdLst/>
                <a:ahLst/>
                <a:cxnLst/>
                <a:rect l="l" t="t" r="r" b="b"/>
                <a:pathLst>
                  <a:path w="378844" h="262459" extrusionOk="0">
                    <a:moveTo>
                      <a:pt x="0" y="16404"/>
                    </a:moveTo>
                    <a:cubicBezTo>
                      <a:pt x="0" y="7344"/>
                      <a:pt x="7374" y="0"/>
                      <a:pt x="16472" y="0"/>
                    </a:cubicBezTo>
                    <a:lnTo>
                      <a:pt x="362374" y="0"/>
                    </a:lnTo>
                    <a:cubicBezTo>
                      <a:pt x="371470" y="0"/>
                      <a:pt x="378845" y="7344"/>
                      <a:pt x="378845" y="16404"/>
                    </a:cubicBezTo>
                    <a:lnTo>
                      <a:pt x="378845" y="246056"/>
                    </a:lnTo>
                    <a:cubicBezTo>
                      <a:pt x="378845" y="255116"/>
                      <a:pt x="371470" y="262460"/>
                      <a:pt x="362374" y="262460"/>
                    </a:cubicBezTo>
                    <a:lnTo>
                      <a:pt x="16472" y="262460"/>
                    </a:lnTo>
                    <a:cubicBezTo>
                      <a:pt x="7374" y="262460"/>
                      <a:pt x="0" y="255116"/>
                      <a:pt x="0" y="246056"/>
                    </a:cubicBezTo>
                    <a:lnTo>
                      <a:pt x="0" y="16404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16" name="Google Shape;459;p2">
                <a:extLst>
                  <a:ext uri="{FF2B5EF4-FFF2-40B4-BE49-F238E27FC236}">
                    <a16:creationId xmlns:a16="http://schemas.microsoft.com/office/drawing/2014/main" id="{1BA05E1F-F77E-D12D-49CA-9BCE23C199A9}"/>
                  </a:ext>
                </a:extLst>
              </p:cNvPr>
              <p:cNvSpPr/>
              <p:nvPr/>
            </p:nvSpPr>
            <p:spPr>
              <a:xfrm>
                <a:off x="3949575" y="1692325"/>
                <a:ext cx="64667" cy="60693"/>
              </a:xfrm>
              <a:custGeom>
                <a:avLst/>
                <a:gdLst/>
                <a:ahLst/>
                <a:cxnLst/>
                <a:rect l="l" t="t" r="r" b="b"/>
                <a:pathLst>
                  <a:path w="64667" h="60693" extrusionOk="0">
                    <a:moveTo>
                      <a:pt x="32333" y="57413"/>
                    </a:moveTo>
                    <a:cubicBezTo>
                      <a:pt x="43196" y="57377"/>
                      <a:pt x="54035" y="58478"/>
                      <a:pt x="64667" y="60694"/>
                    </a:cubicBezTo>
                    <a:lnTo>
                      <a:pt x="57041" y="0"/>
                    </a:lnTo>
                    <a:lnTo>
                      <a:pt x="7626" y="0"/>
                    </a:lnTo>
                    <a:lnTo>
                      <a:pt x="0" y="60694"/>
                    </a:lnTo>
                    <a:cubicBezTo>
                      <a:pt x="10632" y="58478"/>
                      <a:pt x="21470" y="57377"/>
                      <a:pt x="32333" y="57413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317" name="Google Shape;460;p2">
                <a:extLst>
                  <a:ext uri="{FF2B5EF4-FFF2-40B4-BE49-F238E27FC236}">
                    <a16:creationId xmlns:a16="http://schemas.microsoft.com/office/drawing/2014/main" id="{4B380EED-EB9F-7ECC-F563-EE36680A7CE8}"/>
                  </a:ext>
                </a:extLst>
              </p:cNvPr>
              <p:cNvSpPr/>
              <p:nvPr/>
            </p:nvSpPr>
            <p:spPr>
              <a:xfrm>
                <a:off x="3899550" y="1749738"/>
                <a:ext cx="164715" cy="41009"/>
              </a:xfrm>
              <a:custGeom>
                <a:avLst/>
                <a:gdLst/>
                <a:ahLst/>
                <a:cxnLst/>
                <a:rect l="l" t="t" r="r" b="b"/>
                <a:pathLst>
                  <a:path w="164715" h="41009" extrusionOk="0">
                    <a:moveTo>
                      <a:pt x="0" y="41009"/>
                    </a:moveTo>
                    <a:cubicBezTo>
                      <a:pt x="0" y="18356"/>
                      <a:pt x="36880" y="0"/>
                      <a:pt x="82358" y="0"/>
                    </a:cubicBezTo>
                    <a:cubicBezTo>
                      <a:pt x="127836" y="0"/>
                      <a:pt x="164715" y="18356"/>
                      <a:pt x="164715" y="41009"/>
                    </a:cubicBezTo>
                    <a:lnTo>
                      <a:pt x="0" y="41009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307" name="Google Shape;510;p2">
              <a:extLst>
                <a:ext uri="{FF2B5EF4-FFF2-40B4-BE49-F238E27FC236}">
                  <a16:creationId xmlns:a16="http://schemas.microsoft.com/office/drawing/2014/main" id="{95D2418E-5F22-B2C9-1415-CF7BA71C9065}"/>
                </a:ext>
              </a:extLst>
            </p:cNvPr>
            <p:cNvGrpSpPr/>
            <p:nvPr/>
          </p:nvGrpSpPr>
          <p:grpSpPr>
            <a:xfrm>
              <a:off x="9282973" y="2519609"/>
              <a:ext cx="485708" cy="674070"/>
              <a:chOff x="5432275" y="227930"/>
              <a:chExt cx="261789" cy="377285"/>
            </a:xfrm>
          </p:grpSpPr>
          <p:sp>
            <p:nvSpPr>
              <p:cNvPr id="308" name="Google Shape;511;p2">
                <a:extLst>
                  <a:ext uri="{FF2B5EF4-FFF2-40B4-BE49-F238E27FC236}">
                    <a16:creationId xmlns:a16="http://schemas.microsoft.com/office/drawing/2014/main" id="{C3131718-C6F7-B928-7A04-1D31FEC806C2}"/>
                  </a:ext>
                </a:extLst>
              </p:cNvPr>
              <p:cNvSpPr/>
              <p:nvPr/>
            </p:nvSpPr>
            <p:spPr>
              <a:xfrm>
                <a:off x="5489052" y="227930"/>
                <a:ext cx="148243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48243" h="344478" extrusionOk="0">
                    <a:moveTo>
                      <a:pt x="16472" y="0"/>
                    </a:moveTo>
                    <a:lnTo>
                      <a:pt x="131772" y="0"/>
                    </a:lnTo>
                    <a:cubicBezTo>
                      <a:pt x="140869" y="0"/>
                      <a:pt x="148244" y="7344"/>
                      <a:pt x="148244" y="16404"/>
                    </a:cubicBezTo>
                    <a:lnTo>
                      <a:pt x="148244" y="344478"/>
                    </a:lnTo>
                    <a:lnTo>
                      <a:pt x="0" y="344478"/>
                    </a:lnTo>
                    <a:lnTo>
                      <a:pt x="0" y="16404"/>
                    </a:lnTo>
                    <a:cubicBezTo>
                      <a:pt x="0" y="7344"/>
                      <a:pt x="7374" y="0"/>
                      <a:pt x="16472" y="0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512;p2">
                <a:extLst>
                  <a:ext uri="{FF2B5EF4-FFF2-40B4-BE49-F238E27FC236}">
                    <a16:creationId xmlns:a16="http://schemas.microsoft.com/office/drawing/2014/main" id="{526ECD8C-BC7B-1D75-69F2-BFFFFE64F61A}"/>
                  </a:ext>
                </a:extLst>
              </p:cNvPr>
              <p:cNvSpPr/>
              <p:nvPr/>
            </p:nvSpPr>
            <p:spPr>
              <a:xfrm>
                <a:off x="5432275" y="514995"/>
                <a:ext cx="261789" cy="90220"/>
              </a:xfrm>
              <a:custGeom>
                <a:avLst/>
                <a:gdLst/>
                <a:ahLst/>
                <a:cxnLst/>
                <a:rect l="l" t="t" r="r" b="b"/>
                <a:pathLst>
                  <a:path w="261789" h="90220" extrusionOk="0">
                    <a:moveTo>
                      <a:pt x="205016" y="0"/>
                    </a:moveTo>
                    <a:lnTo>
                      <a:pt x="219116" y="0"/>
                    </a:lnTo>
                    <a:cubicBezTo>
                      <a:pt x="225572" y="2"/>
                      <a:pt x="231433" y="3760"/>
                      <a:pt x="234105" y="9613"/>
                    </a:cubicBezTo>
                    <a:lnTo>
                      <a:pt x="260311" y="67026"/>
                    </a:lnTo>
                    <a:cubicBezTo>
                      <a:pt x="262630" y="72103"/>
                      <a:pt x="262200" y="78005"/>
                      <a:pt x="259169" y="82695"/>
                    </a:cubicBezTo>
                    <a:cubicBezTo>
                      <a:pt x="256139" y="87384"/>
                      <a:pt x="250922" y="90219"/>
                      <a:pt x="245322" y="90221"/>
                    </a:cubicBezTo>
                    <a:lnTo>
                      <a:pt x="16467" y="90221"/>
                    </a:lnTo>
                    <a:cubicBezTo>
                      <a:pt x="10866" y="90219"/>
                      <a:pt x="5651" y="87384"/>
                      <a:pt x="2620" y="82695"/>
                    </a:cubicBezTo>
                    <a:cubicBezTo>
                      <a:pt x="-410" y="78005"/>
                      <a:pt x="-840" y="72103"/>
                      <a:pt x="1477" y="67026"/>
                    </a:cubicBezTo>
                    <a:lnTo>
                      <a:pt x="27684" y="9613"/>
                    </a:lnTo>
                    <a:cubicBezTo>
                      <a:pt x="30357" y="3760"/>
                      <a:pt x="36217" y="2"/>
                      <a:pt x="42673" y="0"/>
                    </a:cubicBezTo>
                    <a:lnTo>
                      <a:pt x="56772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513;p2">
                <a:extLst>
                  <a:ext uri="{FF2B5EF4-FFF2-40B4-BE49-F238E27FC236}">
                    <a16:creationId xmlns:a16="http://schemas.microsoft.com/office/drawing/2014/main" id="{8C93D7B6-4AB1-EC5E-9928-E602F2A88478}"/>
                  </a:ext>
                </a:extLst>
              </p:cNvPr>
              <p:cNvSpPr/>
              <p:nvPr/>
            </p:nvSpPr>
            <p:spPr>
              <a:xfrm>
                <a:off x="5538467" y="227930"/>
                <a:ext cx="12696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2696" h="344478" extrusionOk="0">
                    <a:moveTo>
                      <a:pt x="0" y="0"/>
                    </a:moveTo>
                    <a:lnTo>
                      <a:pt x="0" y="344479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514;p2">
                <a:extLst>
                  <a:ext uri="{FF2B5EF4-FFF2-40B4-BE49-F238E27FC236}">
                    <a16:creationId xmlns:a16="http://schemas.microsoft.com/office/drawing/2014/main" id="{40D8A6B3-D170-F38A-9588-0768DCA63D4B}"/>
                  </a:ext>
                </a:extLst>
              </p:cNvPr>
              <p:cNvSpPr/>
              <p:nvPr/>
            </p:nvSpPr>
            <p:spPr>
              <a:xfrm>
                <a:off x="5583764" y="486289"/>
                <a:ext cx="8235" cy="8201"/>
              </a:xfrm>
              <a:custGeom>
                <a:avLst/>
                <a:gdLst/>
                <a:ahLst/>
                <a:cxnLst/>
                <a:rect l="l" t="t" r="r" b="b"/>
                <a:pathLst>
                  <a:path w="8235" h="8201" extrusionOk="0">
                    <a:moveTo>
                      <a:pt x="4118" y="0"/>
                    </a:moveTo>
                    <a:cubicBezTo>
                      <a:pt x="6393" y="0"/>
                      <a:pt x="8236" y="1835"/>
                      <a:pt x="8236" y="4101"/>
                    </a:cubicBezTo>
                    <a:cubicBezTo>
                      <a:pt x="8236" y="6366"/>
                      <a:pt x="6393" y="8202"/>
                      <a:pt x="4118" y="8202"/>
                    </a:cubicBezTo>
                    <a:cubicBezTo>
                      <a:pt x="1843" y="8202"/>
                      <a:pt x="0" y="6366"/>
                      <a:pt x="0" y="4101"/>
                    </a:cubicBezTo>
                    <a:cubicBezTo>
                      <a:pt x="0" y="1835"/>
                      <a:pt x="1843" y="0"/>
                      <a:pt x="4118" y="0"/>
                    </a:cubicBez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515;p2">
                <a:extLst>
                  <a:ext uri="{FF2B5EF4-FFF2-40B4-BE49-F238E27FC236}">
                    <a16:creationId xmlns:a16="http://schemas.microsoft.com/office/drawing/2014/main" id="{E843F828-8CCE-C023-42A9-9BAAAE52A272}"/>
                  </a:ext>
                </a:extLst>
              </p:cNvPr>
              <p:cNvSpPr/>
              <p:nvPr/>
            </p:nvSpPr>
            <p:spPr>
              <a:xfrm>
                <a:off x="5538467" y="277141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516;p2">
                <a:extLst>
                  <a:ext uri="{FF2B5EF4-FFF2-40B4-BE49-F238E27FC236}">
                    <a16:creationId xmlns:a16="http://schemas.microsoft.com/office/drawing/2014/main" id="{04EF84C4-9C60-DB18-0C2E-241F493A7765}"/>
                  </a:ext>
                </a:extLst>
              </p:cNvPr>
              <p:cNvSpPr/>
              <p:nvPr/>
            </p:nvSpPr>
            <p:spPr>
              <a:xfrm>
                <a:off x="5538467" y="326352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517;p2">
                <a:extLst>
                  <a:ext uri="{FF2B5EF4-FFF2-40B4-BE49-F238E27FC236}">
                    <a16:creationId xmlns:a16="http://schemas.microsoft.com/office/drawing/2014/main" id="{B6C8C029-54A4-6E1F-612E-E6A17D8C0300}"/>
                  </a:ext>
                </a:extLst>
              </p:cNvPr>
              <p:cNvSpPr/>
              <p:nvPr/>
            </p:nvSpPr>
            <p:spPr>
              <a:xfrm>
                <a:off x="5538467" y="375564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8" name="Google Shape;1604;p10">
            <a:extLst>
              <a:ext uri="{FF2B5EF4-FFF2-40B4-BE49-F238E27FC236}">
                <a16:creationId xmlns:a16="http://schemas.microsoft.com/office/drawing/2014/main" id="{39906926-98C0-BE69-820F-FA39CA9A6662}"/>
              </a:ext>
            </a:extLst>
          </p:cNvPr>
          <p:cNvGrpSpPr/>
          <p:nvPr/>
        </p:nvGrpSpPr>
        <p:grpSpPr>
          <a:xfrm>
            <a:off x="10271280" y="2628491"/>
            <a:ext cx="449341" cy="364878"/>
            <a:chOff x="4352056" y="0"/>
            <a:chExt cx="675640" cy="548640"/>
          </a:xfrm>
        </p:grpSpPr>
        <p:grpSp>
          <p:nvGrpSpPr>
            <p:cNvPr id="319" name="Google Shape;1606;p10">
              <a:extLst>
                <a:ext uri="{FF2B5EF4-FFF2-40B4-BE49-F238E27FC236}">
                  <a16:creationId xmlns:a16="http://schemas.microsoft.com/office/drawing/2014/main" id="{B37F3B40-FCFB-1390-5E59-2781A067B70D}"/>
                </a:ext>
              </a:extLst>
            </p:cNvPr>
            <p:cNvGrpSpPr/>
            <p:nvPr/>
          </p:nvGrpSpPr>
          <p:grpSpPr>
            <a:xfrm>
              <a:off x="4415556" y="0"/>
              <a:ext cx="548640" cy="548640"/>
              <a:chOff x="960438" y="55563"/>
              <a:chExt cx="7424737" cy="7424737"/>
            </a:xfrm>
          </p:grpSpPr>
          <p:cxnSp>
            <p:nvCxnSpPr>
              <p:cNvPr id="321" name="Google Shape;1607;p10">
                <a:extLst>
                  <a:ext uri="{FF2B5EF4-FFF2-40B4-BE49-F238E27FC236}">
                    <a16:creationId xmlns:a16="http://schemas.microsoft.com/office/drawing/2014/main" id="{3083378B-153B-71AE-969A-EF7A9E58831D}"/>
                  </a:ext>
                </a:extLst>
              </p:cNvPr>
              <p:cNvCxnSpPr/>
              <p:nvPr/>
            </p:nvCxnSpPr>
            <p:spPr>
              <a:xfrm>
                <a:off x="4660895" y="4294994"/>
                <a:ext cx="1586" cy="194627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22" name="Google Shape;1608;p10">
                <a:extLst>
                  <a:ext uri="{FF2B5EF4-FFF2-40B4-BE49-F238E27FC236}">
                    <a16:creationId xmlns:a16="http://schemas.microsoft.com/office/drawing/2014/main" id="{D4DBE930-F4AF-2AD7-DAFA-D2BAC7F0F5A1}"/>
                  </a:ext>
                </a:extLst>
              </p:cNvPr>
              <p:cNvSpPr/>
              <p:nvPr/>
            </p:nvSpPr>
            <p:spPr>
              <a:xfrm>
                <a:off x="4348163" y="6283325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1" extrusionOk="0">
                    <a:moveTo>
                      <a:pt x="0" y="0"/>
                    </a:moveTo>
                    <a:lnTo>
                      <a:pt x="870" y="1490"/>
                    </a:lnTo>
                    <a:lnTo>
                      <a:pt x="1739" y="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3" name="Google Shape;1609;p10">
                <a:extLst>
                  <a:ext uri="{FF2B5EF4-FFF2-40B4-BE49-F238E27FC236}">
                    <a16:creationId xmlns:a16="http://schemas.microsoft.com/office/drawing/2014/main" id="{A3B3624A-C7C8-26ED-8715-4E9ECACE5826}"/>
                  </a:ext>
                </a:extLst>
              </p:cNvPr>
              <p:cNvCxnSpPr/>
              <p:nvPr/>
            </p:nvCxnSpPr>
            <p:spPr>
              <a:xfrm rot="10800000" flipH="1">
                <a:off x="4660895" y="1361265"/>
                <a:ext cx="1586" cy="207169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24" name="Google Shape;1610;p10">
                <a:extLst>
                  <a:ext uri="{FF2B5EF4-FFF2-40B4-BE49-F238E27FC236}">
                    <a16:creationId xmlns:a16="http://schemas.microsoft.com/office/drawing/2014/main" id="{AED7D02F-25D1-093C-81B0-92FA85A3869E}"/>
                  </a:ext>
                </a:extLst>
              </p:cNvPr>
              <p:cNvSpPr/>
              <p:nvPr/>
            </p:nvSpPr>
            <p:spPr>
              <a:xfrm>
                <a:off x="4348163" y="782638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2" extrusionOk="0">
                    <a:moveTo>
                      <a:pt x="1739" y="1491"/>
                    </a:moveTo>
                    <a:lnTo>
                      <a:pt x="870" y="0"/>
                    </a:lnTo>
                    <a:lnTo>
                      <a:pt x="0" y="1491"/>
                    </a:lnTo>
                    <a:lnTo>
                      <a:pt x="1739" y="1491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5" name="Google Shape;1611;p10">
                <a:extLst>
                  <a:ext uri="{FF2B5EF4-FFF2-40B4-BE49-F238E27FC236}">
                    <a16:creationId xmlns:a16="http://schemas.microsoft.com/office/drawing/2014/main" id="{F071E605-D9B9-5F3A-738A-BFE40B12FBFD}"/>
                  </a:ext>
                </a:extLst>
              </p:cNvPr>
              <p:cNvCxnSpPr/>
              <p:nvPr/>
            </p:nvCxnSpPr>
            <p:spPr>
              <a:xfrm>
                <a:off x="5822141" y="3890958"/>
                <a:ext cx="2068506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26" name="Google Shape;1612;p10">
                <a:extLst>
                  <a:ext uri="{FF2B5EF4-FFF2-40B4-BE49-F238E27FC236}">
                    <a16:creationId xmlns:a16="http://schemas.microsoft.com/office/drawing/2014/main" id="{77DA71AF-E50D-7BAB-E84C-E0E886A3936B}"/>
                  </a:ext>
                </a:extLst>
              </p:cNvPr>
              <p:cNvSpPr/>
              <p:nvPr/>
            </p:nvSpPr>
            <p:spPr>
              <a:xfrm>
                <a:off x="52419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1492" y="1770"/>
                    </a:moveTo>
                    <a:lnTo>
                      <a:pt x="0" y="869"/>
                    </a:lnTo>
                    <a:lnTo>
                      <a:pt x="1492" y="0"/>
                    </a:lnTo>
                    <a:lnTo>
                      <a:pt x="1492" y="177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7" name="Google Shape;1613;p10">
                <a:extLst>
                  <a:ext uri="{FF2B5EF4-FFF2-40B4-BE49-F238E27FC236}">
                    <a16:creationId xmlns:a16="http://schemas.microsoft.com/office/drawing/2014/main" id="{99F884A1-FE9F-928B-0EBD-166553866C54}"/>
                  </a:ext>
                </a:extLst>
              </p:cNvPr>
              <p:cNvCxnSpPr/>
              <p:nvPr/>
            </p:nvCxnSpPr>
            <p:spPr>
              <a:xfrm flipH="1">
                <a:off x="1451779" y="3890958"/>
                <a:ext cx="2071693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28" name="Google Shape;1614;p10">
                <a:extLst>
                  <a:ext uri="{FF2B5EF4-FFF2-40B4-BE49-F238E27FC236}">
                    <a16:creationId xmlns:a16="http://schemas.microsoft.com/office/drawing/2014/main" id="{967CCC14-CEFC-5CF4-C45D-6F6A76DD20A8}"/>
                  </a:ext>
                </a:extLst>
              </p:cNvPr>
              <p:cNvSpPr/>
              <p:nvPr/>
            </p:nvSpPr>
            <p:spPr>
              <a:xfrm>
                <a:off x="35655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0" y="0"/>
                    </a:moveTo>
                    <a:lnTo>
                      <a:pt x="1492" y="869"/>
                    </a:lnTo>
                    <a:lnTo>
                      <a:pt x="0" y="177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1615;p10">
                <a:extLst>
                  <a:ext uri="{FF2B5EF4-FFF2-40B4-BE49-F238E27FC236}">
                    <a16:creationId xmlns:a16="http://schemas.microsoft.com/office/drawing/2014/main" id="{F53F0DB0-F925-6402-F85B-7079640235FB}"/>
                  </a:ext>
                </a:extLst>
              </p:cNvPr>
              <p:cNvSpPr/>
              <p:nvPr/>
            </p:nvSpPr>
            <p:spPr>
              <a:xfrm>
                <a:off x="960438" y="55563"/>
                <a:ext cx="7424737" cy="7424737"/>
              </a:xfrm>
              <a:custGeom>
                <a:avLst/>
                <a:gdLst/>
                <a:ahLst/>
                <a:cxnLst/>
                <a:rect l="l" t="t" r="r" b="b"/>
                <a:pathLst>
                  <a:path w="20626" h="20626" extrusionOk="0">
                    <a:moveTo>
                      <a:pt x="0" y="10313"/>
                    </a:moveTo>
                    <a:lnTo>
                      <a:pt x="0" y="10313"/>
                    </a:lnTo>
                    <a:cubicBezTo>
                      <a:pt x="0" y="16028"/>
                      <a:pt x="4628" y="20625"/>
                      <a:pt x="10313" y="20625"/>
                    </a:cubicBezTo>
                    <a:cubicBezTo>
                      <a:pt x="15997" y="20625"/>
                      <a:pt x="20625" y="16028"/>
                      <a:pt x="20625" y="10313"/>
                    </a:cubicBezTo>
                    <a:cubicBezTo>
                      <a:pt x="20625" y="4629"/>
                      <a:pt x="15997" y="0"/>
                      <a:pt x="10313" y="0"/>
                    </a:cubicBezTo>
                    <a:cubicBezTo>
                      <a:pt x="4628" y="0"/>
                      <a:pt x="0" y="4629"/>
                      <a:pt x="0" y="1031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0" name="Google Shape;1617;p10">
              <a:extLst>
                <a:ext uri="{FF2B5EF4-FFF2-40B4-BE49-F238E27FC236}">
                  <a16:creationId xmlns:a16="http://schemas.microsoft.com/office/drawing/2014/main" id="{3B103251-CBF0-DB85-A266-CFC5AF2E3414}"/>
                </a:ext>
              </a:extLst>
            </p:cNvPr>
            <p:cNvSpPr/>
            <p:nvPr/>
          </p:nvSpPr>
          <p:spPr>
            <a:xfrm>
              <a:off x="4352056" y="0"/>
              <a:ext cx="675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0" name="Connettore diritto 329">
            <a:extLst>
              <a:ext uri="{FF2B5EF4-FFF2-40B4-BE49-F238E27FC236}">
                <a16:creationId xmlns:a16="http://schemas.microsoft.com/office/drawing/2014/main" id="{657F4898-9DDB-7873-28F2-21A163BE3F4F}"/>
              </a:ext>
            </a:extLst>
          </p:cNvPr>
          <p:cNvCxnSpPr>
            <a:cxnSpLocks/>
          </p:cNvCxnSpPr>
          <p:nvPr/>
        </p:nvCxnSpPr>
        <p:spPr>
          <a:xfrm flipV="1">
            <a:off x="10658229" y="2554101"/>
            <a:ext cx="299952" cy="18952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1" name="Connettore diritto 330">
            <a:extLst>
              <a:ext uri="{FF2B5EF4-FFF2-40B4-BE49-F238E27FC236}">
                <a16:creationId xmlns:a16="http://schemas.microsoft.com/office/drawing/2014/main" id="{34FB0ABB-5E71-C06D-227F-BD0C7F0EA87F}"/>
              </a:ext>
            </a:extLst>
          </p:cNvPr>
          <p:cNvCxnSpPr>
            <a:cxnSpLocks/>
          </p:cNvCxnSpPr>
          <p:nvPr/>
        </p:nvCxnSpPr>
        <p:spPr>
          <a:xfrm>
            <a:off x="10662853" y="2869437"/>
            <a:ext cx="295328" cy="16354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4" name="Gruppo 373">
            <a:extLst>
              <a:ext uri="{FF2B5EF4-FFF2-40B4-BE49-F238E27FC236}">
                <a16:creationId xmlns:a16="http://schemas.microsoft.com/office/drawing/2014/main" id="{D90C22F8-597A-5B70-5055-FD43F6AAA310}"/>
              </a:ext>
            </a:extLst>
          </p:cNvPr>
          <p:cNvGrpSpPr/>
          <p:nvPr/>
        </p:nvGrpSpPr>
        <p:grpSpPr>
          <a:xfrm>
            <a:off x="10968321" y="1370216"/>
            <a:ext cx="630784" cy="363881"/>
            <a:chOff x="8600187" y="2519609"/>
            <a:chExt cx="1168494" cy="674070"/>
          </a:xfrm>
        </p:grpSpPr>
        <p:grpSp>
          <p:nvGrpSpPr>
            <p:cNvPr id="402" name="Google Shape;457;p2">
              <a:extLst>
                <a:ext uri="{FF2B5EF4-FFF2-40B4-BE49-F238E27FC236}">
                  <a16:creationId xmlns:a16="http://schemas.microsoft.com/office/drawing/2014/main" id="{33AF9469-777D-178A-24E7-E61BD3A72AF6}"/>
                </a:ext>
              </a:extLst>
            </p:cNvPr>
            <p:cNvGrpSpPr/>
            <p:nvPr/>
          </p:nvGrpSpPr>
          <p:grpSpPr>
            <a:xfrm>
              <a:off x="8600187" y="2645611"/>
              <a:ext cx="704088" cy="539495"/>
              <a:chOff x="3792486" y="1429866"/>
              <a:chExt cx="378844" cy="360881"/>
            </a:xfrm>
          </p:grpSpPr>
          <p:sp>
            <p:nvSpPr>
              <p:cNvPr id="411" name="Google Shape;458;p2">
                <a:extLst>
                  <a:ext uri="{FF2B5EF4-FFF2-40B4-BE49-F238E27FC236}">
                    <a16:creationId xmlns:a16="http://schemas.microsoft.com/office/drawing/2014/main" id="{59F2CC4D-58D6-98A6-E6D9-C86440B8049A}"/>
                  </a:ext>
                </a:extLst>
              </p:cNvPr>
              <p:cNvSpPr/>
              <p:nvPr/>
            </p:nvSpPr>
            <p:spPr>
              <a:xfrm>
                <a:off x="3792486" y="1429866"/>
                <a:ext cx="378844" cy="262459"/>
              </a:xfrm>
              <a:custGeom>
                <a:avLst/>
                <a:gdLst/>
                <a:ahLst/>
                <a:cxnLst/>
                <a:rect l="l" t="t" r="r" b="b"/>
                <a:pathLst>
                  <a:path w="378844" h="262459" extrusionOk="0">
                    <a:moveTo>
                      <a:pt x="0" y="16404"/>
                    </a:moveTo>
                    <a:cubicBezTo>
                      <a:pt x="0" y="7344"/>
                      <a:pt x="7374" y="0"/>
                      <a:pt x="16472" y="0"/>
                    </a:cubicBezTo>
                    <a:lnTo>
                      <a:pt x="362374" y="0"/>
                    </a:lnTo>
                    <a:cubicBezTo>
                      <a:pt x="371470" y="0"/>
                      <a:pt x="378845" y="7344"/>
                      <a:pt x="378845" y="16404"/>
                    </a:cubicBezTo>
                    <a:lnTo>
                      <a:pt x="378845" y="246056"/>
                    </a:lnTo>
                    <a:cubicBezTo>
                      <a:pt x="378845" y="255116"/>
                      <a:pt x="371470" y="262460"/>
                      <a:pt x="362374" y="262460"/>
                    </a:cubicBezTo>
                    <a:lnTo>
                      <a:pt x="16472" y="262460"/>
                    </a:lnTo>
                    <a:cubicBezTo>
                      <a:pt x="7374" y="262460"/>
                      <a:pt x="0" y="255116"/>
                      <a:pt x="0" y="246056"/>
                    </a:cubicBezTo>
                    <a:lnTo>
                      <a:pt x="0" y="16404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12" name="Google Shape;459;p2">
                <a:extLst>
                  <a:ext uri="{FF2B5EF4-FFF2-40B4-BE49-F238E27FC236}">
                    <a16:creationId xmlns:a16="http://schemas.microsoft.com/office/drawing/2014/main" id="{F14F8996-E351-9074-301F-F675AB5C7372}"/>
                  </a:ext>
                </a:extLst>
              </p:cNvPr>
              <p:cNvSpPr/>
              <p:nvPr/>
            </p:nvSpPr>
            <p:spPr>
              <a:xfrm>
                <a:off x="3949575" y="1692325"/>
                <a:ext cx="64667" cy="60693"/>
              </a:xfrm>
              <a:custGeom>
                <a:avLst/>
                <a:gdLst/>
                <a:ahLst/>
                <a:cxnLst/>
                <a:rect l="l" t="t" r="r" b="b"/>
                <a:pathLst>
                  <a:path w="64667" h="60693" extrusionOk="0">
                    <a:moveTo>
                      <a:pt x="32333" y="57413"/>
                    </a:moveTo>
                    <a:cubicBezTo>
                      <a:pt x="43196" y="57377"/>
                      <a:pt x="54035" y="58478"/>
                      <a:pt x="64667" y="60694"/>
                    </a:cubicBezTo>
                    <a:lnTo>
                      <a:pt x="57041" y="0"/>
                    </a:lnTo>
                    <a:lnTo>
                      <a:pt x="7626" y="0"/>
                    </a:lnTo>
                    <a:lnTo>
                      <a:pt x="0" y="60694"/>
                    </a:lnTo>
                    <a:cubicBezTo>
                      <a:pt x="10632" y="58478"/>
                      <a:pt x="21470" y="57377"/>
                      <a:pt x="32333" y="57413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13" name="Google Shape;460;p2">
                <a:extLst>
                  <a:ext uri="{FF2B5EF4-FFF2-40B4-BE49-F238E27FC236}">
                    <a16:creationId xmlns:a16="http://schemas.microsoft.com/office/drawing/2014/main" id="{26207D44-62F1-5169-746A-63C9E9A1CC0E}"/>
                  </a:ext>
                </a:extLst>
              </p:cNvPr>
              <p:cNvSpPr/>
              <p:nvPr/>
            </p:nvSpPr>
            <p:spPr>
              <a:xfrm>
                <a:off x="3899550" y="1749738"/>
                <a:ext cx="164715" cy="41009"/>
              </a:xfrm>
              <a:custGeom>
                <a:avLst/>
                <a:gdLst/>
                <a:ahLst/>
                <a:cxnLst/>
                <a:rect l="l" t="t" r="r" b="b"/>
                <a:pathLst>
                  <a:path w="164715" h="41009" extrusionOk="0">
                    <a:moveTo>
                      <a:pt x="0" y="41009"/>
                    </a:moveTo>
                    <a:cubicBezTo>
                      <a:pt x="0" y="18356"/>
                      <a:pt x="36880" y="0"/>
                      <a:pt x="82358" y="0"/>
                    </a:cubicBezTo>
                    <a:cubicBezTo>
                      <a:pt x="127836" y="0"/>
                      <a:pt x="164715" y="18356"/>
                      <a:pt x="164715" y="41009"/>
                    </a:cubicBezTo>
                    <a:lnTo>
                      <a:pt x="0" y="41009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403" name="Google Shape;510;p2">
              <a:extLst>
                <a:ext uri="{FF2B5EF4-FFF2-40B4-BE49-F238E27FC236}">
                  <a16:creationId xmlns:a16="http://schemas.microsoft.com/office/drawing/2014/main" id="{B33C4C79-BC1B-E616-CEB3-95BF025564D6}"/>
                </a:ext>
              </a:extLst>
            </p:cNvPr>
            <p:cNvGrpSpPr/>
            <p:nvPr/>
          </p:nvGrpSpPr>
          <p:grpSpPr>
            <a:xfrm>
              <a:off x="9282973" y="2519609"/>
              <a:ext cx="485708" cy="674070"/>
              <a:chOff x="5432275" y="227930"/>
              <a:chExt cx="261789" cy="377285"/>
            </a:xfrm>
          </p:grpSpPr>
          <p:sp>
            <p:nvSpPr>
              <p:cNvPr id="404" name="Google Shape;511;p2">
                <a:extLst>
                  <a:ext uri="{FF2B5EF4-FFF2-40B4-BE49-F238E27FC236}">
                    <a16:creationId xmlns:a16="http://schemas.microsoft.com/office/drawing/2014/main" id="{DC455E08-7053-DD76-48C6-FC56DE828BFB}"/>
                  </a:ext>
                </a:extLst>
              </p:cNvPr>
              <p:cNvSpPr/>
              <p:nvPr/>
            </p:nvSpPr>
            <p:spPr>
              <a:xfrm>
                <a:off x="5489052" y="227930"/>
                <a:ext cx="148243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48243" h="344478" extrusionOk="0">
                    <a:moveTo>
                      <a:pt x="16472" y="0"/>
                    </a:moveTo>
                    <a:lnTo>
                      <a:pt x="131772" y="0"/>
                    </a:lnTo>
                    <a:cubicBezTo>
                      <a:pt x="140869" y="0"/>
                      <a:pt x="148244" y="7344"/>
                      <a:pt x="148244" y="16404"/>
                    </a:cubicBezTo>
                    <a:lnTo>
                      <a:pt x="148244" y="344478"/>
                    </a:lnTo>
                    <a:lnTo>
                      <a:pt x="0" y="344478"/>
                    </a:lnTo>
                    <a:lnTo>
                      <a:pt x="0" y="16404"/>
                    </a:lnTo>
                    <a:cubicBezTo>
                      <a:pt x="0" y="7344"/>
                      <a:pt x="7374" y="0"/>
                      <a:pt x="16472" y="0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512;p2">
                <a:extLst>
                  <a:ext uri="{FF2B5EF4-FFF2-40B4-BE49-F238E27FC236}">
                    <a16:creationId xmlns:a16="http://schemas.microsoft.com/office/drawing/2014/main" id="{EE6D411D-FABA-CEA8-C4D2-E8F4AD891491}"/>
                  </a:ext>
                </a:extLst>
              </p:cNvPr>
              <p:cNvSpPr/>
              <p:nvPr/>
            </p:nvSpPr>
            <p:spPr>
              <a:xfrm>
                <a:off x="5432275" y="514995"/>
                <a:ext cx="261789" cy="90220"/>
              </a:xfrm>
              <a:custGeom>
                <a:avLst/>
                <a:gdLst/>
                <a:ahLst/>
                <a:cxnLst/>
                <a:rect l="l" t="t" r="r" b="b"/>
                <a:pathLst>
                  <a:path w="261789" h="90220" extrusionOk="0">
                    <a:moveTo>
                      <a:pt x="205016" y="0"/>
                    </a:moveTo>
                    <a:lnTo>
                      <a:pt x="219116" y="0"/>
                    </a:lnTo>
                    <a:cubicBezTo>
                      <a:pt x="225572" y="2"/>
                      <a:pt x="231433" y="3760"/>
                      <a:pt x="234105" y="9613"/>
                    </a:cubicBezTo>
                    <a:lnTo>
                      <a:pt x="260311" y="67026"/>
                    </a:lnTo>
                    <a:cubicBezTo>
                      <a:pt x="262630" y="72103"/>
                      <a:pt x="262200" y="78005"/>
                      <a:pt x="259169" y="82695"/>
                    </a:cubicBezTo>
                    <a:cubicBezTo>
                      <a:pt x="256139" y="87384"/>
                      <a:pt x="250922" y="90219"/>
                      <a:pt x="245322" y="90221"/>
                    </a:cubicBezTo>
                    <a:lnTo>
                      <a:pt x="16467" y="90221"/>
                    </a:lnTo>
                    <a:cubicBezTo>
                      <a:pt x="10866" y="90219"/>
                      <a:pt x="5651" y="87384"/>
                      <a:pt x="2620" y="82695"/>
                    </a:cubicBezTo>
                    <a:cubicBezTo>
                      <a:pt x="-410" y="78005"/>
                      <a:pt x="-840" y="72103"/>
                      <a:pt x="1477" y="67026"/>
                    </a:cubicBezTo>
                    <a:lnTo>
                      <a:pt x="27684" y="9613"/>
                    </a:lnTo>
                    <a:cubicBezTo>
                      <a:pt x="30357" y="3760"/>
                      <a:pt x="36217" y="2"/>
                      <a:pt x="42673" y="0"/>
                    </a:cubicBezTo>
                    <a:lnTo>
                      <a:pt x="56772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513;p2">
                <a:extLst>
                  <a:ext uri="{FF2B5EF4-FFF2-40B4-BE49-F238E27FC236}">
                    <a16:creationId xmlns:a16="http://schemas.microsoft.com/office/drawing/2014/main" id="{A197CF4C-5A82-3B40-8797-34C7A3163FD6}"/>
                  </a:ext>
                </a:extLst>
              </p:cNvPr>
              <p:cNvSpPr/>
              <p:nvPr/>
            </p:nvSpPr>
            <p:spPr>
              <a:xfrm>
                <a:off x="5538467" y="227930"/>
                <a:ext cx="12696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2696" h="344478" extrusionOk="0">
                    <a:moveTo>
                      <a:pt x="0" y="0"/>
                    </a:moveTo>
                    <a:lnTo>
                      <a:pt x="0" y="344479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514;p2">
                <a:extLst>
                  <a:ext uri="{FF2B5EF4-FFF2-40B4-BE49-F238E27FC236}">
                    <a16:creationId xmlns:a16="http://schemas.microsoft.com/office/drawing/2014/main" id="{485C9866-3FFD-D99B-5B4E-466B77F9D4C5}"/>
                  </a:ext>
                </a:extLst>
              </p:cNvPr>
              <p:cNvSpPr/>
              <p:nvPr/>
            </p:nvSpPr>
            <p:spPr>
              <a:xfrm>
                <a:off x="5583764" y="486289"/>
                <a:ext cx="8235" cy="8201"/>
              </a:xfrm>
              <a:custGeom>
                <a:avLst/>
                <a:gdLst/>
                <a:ahLst/>
                <a:cxnLst/>
                <a:rect l="l" t="t" r="r" b="b"/>
                <a:pathLst>
                  <a:path w="8235" h="8201" extrusionOk="0">
                    <a:moveTo>
                      <a:pt x="4118" y="0"/>
                    </a:moveTo>
                    <a:cubicBezTo>
                      <a:pt x="6393" y="0"/>
                      <a:pt x="8236" y="1835"/>
                      <a:pt x="8236" y="4101"/>
                    </a:cubicBezTo>
                    <a:cubicBezTo>
                      <a:pt x="8236" y="6366"/>
                      <a:pt x="6393" y="8202"/>
                      <a:pt x="4118" y="8202"/>
                    </a:cubicBezTo>
                    <a:cubicBezTo>
                      <a:pt x="1843" y="8202"/>
                      <a:pt x="0" y="6366"/>
                      <a:pt x="0" y="4101"/>
                    </a:cubicBezTo>
                    <a:cubicBezTo>
                      <a:pt x="0" y="1835"/>
                      <a:pt x="1843" y="0"/>
                      <a:pt x="4118" y="0"/>
                    </a:cubicBez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515;p2">
                <a:extLst>
                  <a:ext uri="{FF2B5EF4-FFF2-40B4-BE49-F238E27FC236}">
                    <a16:creationId xmlns:a16="http://schemas.microsoft.com/office/drawing/2014/main" id="{12984103-CC9E-6303-0B15-57FB552A8637}"/>
                  </a:ext>
                </a:extLst>
              </p:cNvPr>
              <p:cNvSpPr/>
              <p:nvPr/>
            </p:nvSpPr>
            <p:spPr>
              <a:xfrm>
                <a:off x="5538467" y="277141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516;p2">
                <a:extLst>
                  <a:ext uri="{FF2B5EF4-FFF2-40B4-BE49-F238E27FC236}">
                    <a16:creationId xmlns:a16="http://schemas.microsoft.com/office/drawing/2014/main" id="{2FFEB5D9-3B4A-1EA0-174C-043B5F3FFE15}"/>
                  </a:ext>
                </a:extLst>
              </p:cNvPr>
              <p:cNvSpPr/>
              <p:nvPr/>
            </p:nvSpPr>
            <p:spPr>
              <a:xfrm>
                <a:off x="5538467" y="326352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517;p2">
                <a:extLst>
                  <a:ext uri="{FF2B5EF4-FFF2-40B4-BE49-F238E27FC236}">
                    <a16:creationId xmlns:a16="http://schemas.microsoft.com/office/drawing/2014/main" id="{6AF0D891-191A-14C3-6092-9EA86A2348AA}"/>
                  </a:ext>
                </a:extLst>
              </p:cNvPr>
              <p:cNvSpPr/>
              <p:nvPr/>
            </p:nvSpPr>
            <p:spPr>
              <a:xfrm>
                <a:off x="5538467" y="375564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5" name="Gruppo 374">
            <a:extLst>
              <a:ext uri="{FF2B5EF4-FFF2-40B4-BE49-F238E27FC236}">
                <a16:creationId xmlns:a16="http://schemas.microsoft.com/office/drawing/2014/main" id="{C292513A-AA46-DD1C-9D69-EBE991DB6422}"/>
              </a:ext>
            </a:extLst>
          </p:cNvPr>
          <p:cNvGrpSpPr/>
          <p:nvPr/>
        </p:nvGrpSpPr>
        <p:grpSpPr>
          <a:xfrm>
            <a:off x="10968321" y="1824361"/>
            <a:ext cx="630784" cy="363881"/>
            <a:chOff x="8600187" y="2519609"/>
            <a:chExt cx="1168494" cy="674070"/>
          </a:xfrm>
        </p:grpSpPr>
        <p:grpSp>
          <p:nvGrpSpPr>
            <p:cNvPr id="390" name="Google Shape;457;p2">
              <a:extLst>
                <a:ext uri="{FF2B5EF4-FFF2-40B4-BE49-F238E27FC236}">
                  <a16:creationId xmlns:a16="http://schemas.microsoft.com/office/drawing/2014/main" id="{2B366691-FD16-1211-CF2E-DBD0C481707B}"/>
                </a:ext>
              </a:extLst>
            </p:cNvPr>
            <p:cNvGrpSpPr/>
            <p:nvPr/>
          </p:nvGrpSpPr>
          <p:grpSpPr>
            <a:xfrm>
              <a:off x="8600187" y="2645611"/>
              <a:ext cx="704088" cy="539495"/>
              <a:chOff x="3792486" y="1429866"/>
              <a:chExt cx="378844" cy="360881"/>
            </a:xfrm>
          </p:grpSpPr>
          <p:sp>
            <p:nvSpPr>
              <p:cNvPr id="399" name="Google Shape;458;p2">
                <a:extLst>
                  <a:ext uri="{FF2B5EF4-FFF2-40B4-BE49-F238E27FC236}">
                    <a16:creationId xmlns:a16="http://schemas.microsoft.com/office/drawing/2014/main" id="{85E5A33A-C2DB-7AF9-B744-3806CA51E13A}"/>
                  </a:ext>
                </a:extLst>
              </p:cNvPr>
              <p:cNvSpPr/>
              <p:nvPr/>
            </p:nvSpPr>
            <p:spPr>
              <a:xfrm>
                <a:off x="3792486" y="1429866"/>
                <a:ext cx="378844" cy="262459"/>
              </a:xfrm>
              <a:custGeom>
                <a:avLst/>
                <a:gdLst/>
                <a:ahLst/>
                <a:cxnLst/>
                <a:rect l="l" t="t" r="r" b="b"/>
                <a:pathLst>
                  <a:path w="378844" h="262459" extrusionOk="0">
                    <a:moveTo>
                      <a:pt x="0" y="16404"/>
                    </a:moveTo>
                    <a:cubicBezTo>
                      <a:pt x="0" y="7344"/>
                      <a:pt x="7374" y="0"/>
                      <a:pt x="16472" y="0"/>
                    </a:cubicBezTo>
                    <a:lnTo>
                      <a:pt x="362374" y="0"/>
                    </a:lnTo>
                    <a:cubicBezTo>
                      <a:pt x="371470" y="0"/>
                      <a:pt x="378845" y="7344"/>
                      <a:pt x="378845" y="16404"/>
                    </a:cubicBezTo>
                    <a:lnTo>
                      <a:pt x="378845" y="246056"/>
                    </a:lnTo>
                    <a:cubicBezTo>
                      <a:pt x="378845" y="255116"/>
                      <a:pt x="371470" y="262460"/>
                      <a:pt x="362374" y="262460"/>
                    </a:cubicBezTo>
                    <a:lnTo>
                      <a:pt x="16472" y="262460"/>
                    </a:lnTo>
                    <a:cubicBezTo>
                      <a:pt x="7374" y="262460"/>
                      <a:pt x="0" y="255116"/>
                      <a:pt x="0" y="246056"/>
                    </a:cubicBezTo>
                    <a:lnTo>
                      <a:pt x="0" y="16404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00" name="Google Shape;459;p2">
                <a:extLst>
                  <a:ext uri="{FF2B5EF4-FFF2-40B4-BE49-F238E27FC236}">
                    <a16:creationId xmlns:a16="http://schemas.microsoft.com/office/drawing/2014/main" id="{1D9CF156-8824-666F-D919-D53B282F6FA2}"/>
                  </a:ext>
                </a:extLst>
              </p:cNvPr>
              <p:cNvSpPr/>
              <p:nvPr/>
            </p:nvSpPr>
            <p:spPr>
              <a:xfrm>
                <a:off x="3949575" y="1692325"/>
                <a:ext cx="64667" cy="60693"/>
              </a:xfrm>
              <a:custGeom>
                <a:avLst/>
                <a:gdLst/>
                <a:ahLst/>
                <a:cxnLst/>
                <a:rect l="l" t="t" r="r" b="b"/>
                <a:pathLst>
                  <a:path w="64667" h="60693" extrusionOk="0">
                    <a:moveTo>
                      <a:pt x="32333" y="57413"/>
                    </a:moveTo>
                    <a:cubicBezTo>
                      <a:pt x="43196" y="57377"/>
                      <a:pt x="54035" y="58478"/>
                      <a:pt x="64667" y="60694"/>
                    </a:cubicBezTo>
                    <a:lnTo>
                      <a:pt x="57041" y="0"/>
                    </a:lnTo>
                    <a:lnTo>
                      <a:pt x="7626" y="0"/>
                    </a:lnTo>
                    <a:lnTo>
                      <a:pt x="0" y="60694"/>
                    </a:lnTo>
                    <a:cubicBezTo>
                      <a:pt x="10632" y="58478"/>
                      <a:pt x="21470" y="57377"/>
                      <a:pt x="32333" y="57413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01" name="Google Shape;460;p2">
                <a:extLst>
                  <a:ext uri="{FF2B5EF4-FFF2-40B4-BE49-F238E27FC236}">
                    <a16:creationId xmlns:a16="http://schemas.microsoft.com/office/drawing/2014/main" id="{AF306206-DC04-AFAD-E6D5-B2075FD7B5A6}"/>
                  </a:ext>
                </a:extLst>
              </p:cNvPr>
              <p:cNvSpPr/>
              <p:nvPr/>
            </p:nvSpPr>
            <p:spPr>
              <a:xfrm>
                <a:off x="3899550" y="1749738"/>
                <a:ext cx="164715" cy="41009"/>
              </a:xfrm>
              <a:custGeom>
                <a:avLst/>
                <a:gdLst/>
                <a:ahLst/>
                <a:cxnLst/>
                <a:rect l="l" t="t" r="r" b="b"/>
                <a:pathLst>
                  <a:path w="164715" h="41009" extrusionOk="0">
                    <a:moveTo>
                      <a:pt x="0" y="41009"/>
                    </a:moveTo>
                    <a:cubicBezTo>
                      <a:pt x="0" y="18356"/>
                      <a:pt x="36880" y="0"/>
                      <a:pt x="82358" y="0"/>
                    </a:cubicBezTo>
                    <a:cubicBezTo>
                      <a:pt x="127836" y="0"/>
                      <a:pt x="164715" y="18356"/>
                      <a:pt x="164715" y="41009"/>
                    </a:cubicBezTo>
                    <a:lnTo>
                      <a:pt x="0" y="41009"/>
                    </a:ln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lang="en-US" sz="1200" b="0" i="0" u="none" strike="noStrike" cap="none" noProof="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391" name="Google Shape;510;p2">
              <a:extLst>
                <a:ext uri="{FF2B5EF4-FFF2-40B4-BE49-F238E27FC236}">
                  <a16:creationId xmlns:a16="http://schemas.microsoft.com/office/drawing/2014/main" id="{20066102-6E69-17C5-CE1C-342B94945FAA}"/>
                </a:ext>
              </a:extLst>
            </p:cNvPr>
            <p:cNvGrpSpPr/>
            <p:nvPr/>
          </p:nvGrpSpPr>
          <p:grpSpPr>
            <a:xfrm>
              <a:off x="9282973" y="2519609"/>
              <a:ext cx="485708" cy="674070"/>
              <a:chOff x="5432275" y="227930"/>
              <a:chExt cx="261789" cy="377285"/>
            </a:xfrm>
          </p:grpSpPr>
          <p:sp>
            <p:nvSpPr>
              <p:cNvPr id="392" name="Google Shape;511;p2">
                <a:extLst>
                  <a:ext uri="{FF2B5EF4-FFF2-40B4-BE49-F238E27FC236}">
                    <a16:creationId xmlns:a16="http://schemas.microsoft.com/office/drawing/2014/main" id="{E9348A17-385A-5773-59AC-5C7C648F05E3}"/>
                  </a:ext>
                </a:extLst>
              </p:cNvPr>
              <p:cNvSpPr/>
              <p:nvPr/>
            </p:nvSpPr>
            <p:spPr>
              <a:xfrm>
                <a:off x="5489052" y="227930"/>
                <a:ext cx="148243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48243" h="344478" extrusionOk="0">
                    <a:moveTo>
                      <a:pt x="16472" y="0"/>
                    </a:moveTo>
                    <a:lnTo>
                      <a:pt x="131772" y="0"/>
                    </a:lnTo>
                    <a:cubicBezTo>
                      <a:pt x="140869" y="0"/>
                      <a:pt x="148244" y="7344"/>
                      <a:pt x="148244" y="16404"/>
                    </a:cubicBezTo>
                    <a:lnTo>
                      <a:pt x="148244" y="344478"/>
                    </a:lnTo>
                    <a:lnTo>
                      <a:pt x="0" y="344478"/>
                    </a:lnTo>
                    <a:lnTo>
                      <a:pt x="0" y="16404"/>
                    </a:lnTo>
                    <a:cubicBezTo>
                      <a:pt x="0" y="7344"/>
                      <a:pt x="7374" y="0"/>
                      <a:pt x="16472" y="0"/>
                    </a:cubicBezTo>
                    <a:close/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512;p2">
                <a:extLst>
                  <a:ext uri="{FF2B5EF4-FFF2-40B4-BE49-F238E27FC236}">
                    <a16:creationId xmlns:a16="http://schemas.microsoft.com/office/drawing/2014/main" id="{A08A9730-887E-FE94-AF62-8535A9620C4C}"/>
                  </a:ext>
                </a:extLst>
              </p:cNvPr>
              <p:cNvSpPr/>
              <p:nvPr/>
            </p:nvSpPr>
            <p:spPr>
              <a:xfrm>
                <a:off x="5432275" y="514995"/>
                <a:ext cx="261789" cy="90220"/>
              </a:xfrm>
              <a:custGeom>
                <a:avLst/>
                <a:gdLst/>
                <a:ahLst/>
                <a:cxnLst/>
                <a:rect l="l" t="t" r="r" b="b"/>
                <a:pathLst>
                  <a:path w="261789" h="90220" extrusionOk="0">
                    <a:moveTo>
                      <a:pt x="205016" y="0"/>
                    </a:moveTo>
                    <a:lnTo>
                      <a:pt x="219116" y="0"/>
                    </a:lnTo>
                    <a:cubicBezTo>
                      <a:pt x="225572" y="2"/>
                      <a:pt x="231433" y="3760"/>
                      <a:pt x="234105" y="9613"/>
                    </a:cubicBezTo>
                    <a:lnTo>
                      <a:pt x="260311" y="67026"/>
                    </a:lnTo>
                    <a:cubicBezTo>
                      <a:pt x="262630" y="72103"/>
                      <a:pt x="262200" y="78005"/>
                      <a:pt x="259169" y="82695"/>
                    </a:cubicBezTo>
                    <a:cubicBezTo>
                      <a:pt x="256139" y="87384"/>
                      <a:pt x="250922" y="90219"/>
                      <a:pt x="245322" y="90221"/>
                    </a:cubicBezTo>
                    <a:lnTo>
                      <a:pt x="16467" y="90221"/>
                    </a:lnTo>
                    <a:cubicBezTo>
                      <a:pt x="10866" y="90219"/>
                      <a:pt x="5651" y="87384"/>
                      <a:pt x="2620" y="82695"/>
                    </a:cubicBezTo>
                    <a:cubicBezTo>
                      <a:pt x="-410" y="78005"/>
                      <a:pt x="-840" y="72103"/>
                      <a:pt x="1477" y="67026"/>
                    </a:cubicBezTo>
                    <a:lnTo>
                      <a:pt x="27684" y="9613"/>
                    </a:lnTo>
                    <a:cubicBezTo>
                      <a:pt x="30357" y="3760"/>
                      <a:pt x="36217" y="2"/>
                      <a:pt x="42673" y="0"/>
                    </a:cubicBezTo>
                    <a:lnTo>
                      <a:pt x="56772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513;p2">
                <a:extLst>
                  <a:ext uri="{FF2B5EF4-FFF2-40B4-BE49-F238E27FC236}">
                    <a16:creationId xmlns:a16="http://schemas.microsoft.com/office/drawing/2014/main" id="{E15C95FE-8383-C66C-1129-BDC88716D720}"/>
                  </a:ext>
                </a:extLst>
              </p:cNvPr>
              <p:cNvSpPr/>
              <p:nvPr/>
            </p:nvSpPr>
            <p:spPr>
              <a:xfrm>
                <a:off x="5538467" y="227930"/>
                <a:ext cx="12696" cy="344478"/>
              </a:xfrm>
              <a:custGeom>
                <a:avLst/>
                <a:gdLst/>
                <a:ahLst/>
                <a:cxnLst/>
                <a:rect l="l" t="t" r="r" b="b"/>
                <a:pathLst>
                  <a:path w="12696" h="344478" extrusionOk="0">
                    <a:moveTo>
                      <a:pt x="0" y="0"/>
                    </a:moveTo>
                    <a:lnTo>
                      <a:pt x="0" y="344479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514;p2">
                <a:extLst>
                  <a:ext uri="{FF2B5EF4-FFF2-40B4-BE49-F238E27FC236}">
                    <a16:creationId xmlns:a16="http://schemas.microsoft.com/office/drawing/2014/main" id="{E21C16A9-B79F-03B8-03F9-DFA27BB918DA}"/>
                  </a:ext>
                </a:extLst>
              </p:cNvPr>
              <p:cNvSpPr/>
              <p:nvPr/>
            </p:nvSpPr>
            <p:spPr>
              <a:xfrm>
                <a:off x="5583764" y="486289"/>
                <a:ext cx="8235" cy="8201"/>
              </a:xfrm>
              <a:custGeom>
                <a:avLst/>
                <a:gdLst/>
                <a:ahLst/>
                <a:cxnLst/>
                <a:rect l="l" t="t" r="r" b="b"/>
                <a:pathLst>
                  <a:path w="8235" h="8201" extrusionOk="0">
                    <a:moveTo>
                      <a:pt x="4118" y="0"/>
                    </a:moveTo>
                    <a:cubicBezTo>
                      <a:pt x="6393" y="0"/>
                      <a:pt x="8236" y="1835"/>
                      <a:pt x="8236" y="4101"/>
                    </a:cubicBezTo>
                    <a:cubicBezTo>
                      <a:pt x="8236" y="6366"/>
                      <a:pt x="6393" y="8202"/>
                      <a:pt x="4118" y="8202"/>
                    </a:cubicBezTo>
                    <a:cubicBezTo>
                      <a:pt x="1843" y="8202"/>
                      <a:pt x="0" y="6366"/>
                      <a:pt x="0" y="4101"/>
                    </a:cubicBezTo>
                    <a:cubicBezTo>
                      <a:pt x="0" y="1835"/>
                      <a:pt x="1843" y="0"/>
                      <a:pt x="4118" y="0"/>
                    </a:cubicBez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515;p2">
                <a:extLst>
                  <a:ext uri="{FF2B5EF4-FFF2-40B4-BE49-F238E27FC236}">
                    <a16:creationId xmlns:a16="http://schemas.microsoft.com/office/drawing/2014/main" id="{4A5401B4-D470-2C11-FF11-F51CEC34F0A8}"/>
                  </a:ext>
                </a:extLst>
              </p:cNvPr>
              <p:cNvSpPr/>
              <p:nvPr/>
            </p:nvSpPr>
            <p:spPr>
              <a:xfrm>
                <a:off x="5538467" y="277141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516;p2">
                <a:extLst>
                  <a:ext uri="{FF2B5EF4-FFF2-40B4-BE49-F238E27FC236}">
                    <a16:creationId xmlns:a16="http://schemas.microsoft.com/office/drawing/2014/main" id="{F41EDC07-C3C2-F424-CF98-D20BB0C03F27}"/>
                  </a:ext>
                </a:extLst>
              </p:cNvPr>
              <p:cNvSpPr/>
              <p:nvPr/>
            </p:nvSpPr>
            <p:spPr>
              <a:xfrm>
                <a:off x="5538467" y="326352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517;p2">
                <a:extLst>
                  <a:ext uri="{FF2B5EF4-FFF2-40B4-BE49-F238E27FC236}">
                    <a16:creationId xmlns:a16="http://schemas.microsoft.com/office/drawing/2014/main" id="{721230F7-D662-3262-B55F-A71B439615AF}"/>
                  </a:ext>
                </a:extLst>
              </p:cNvPr>
              <p:cNvSpPr/>
              <p:nvPr/>
            </p:nvSpPr>
            <p:spPr>
              <a:xfrm>
                <a:off x="5538467" y="375564"/>
                <a:ext cx="98829" cy="12644"/>
              </a:xfrm>
              <a:custGeom>
                <a:avLst/>
                <a:gdLst/>
                <a:ahLst/>
                <a:cxnLst/>
                <a:rect l="l" t="t" r="r" b="b"/>
                <a:pathLst>
                  <a:path w="98829" h="12644" extrusionOk="0">
                    <a:moveTo>
                      <a:pt x="0" y="0"/>
                    </a:moveTo>
                    <a:lnTo>
                      <a:pt x="98829" y="0"/>
                    </a:lnTo>
                  </a:path>
                </a:pathLst>
              </a:custGeom>
              <a:noFill/>
              <a:ln w="164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6" name="Google Shape;1604;p10">
            <a:extLst>
              <a:ext uri="{FF2B5EF4-FFF2-40B4-BE49-F238E27FC236}">
                <a16:creationId xmlns:a16="http://schemas.microsoft.com/office/drawing/2014/main" id="{33F062FA-E1E2-A116-8AEF-0177FD54E467}"/>
              </a:ext>
            </a:extLst>
          </p:cNvPr>
          <p:cNvGrpSpPr/>
          <p:nvPr/>
        </p:nvGrpSpPr>
        <p:grpSpPr>
          <a:xfrm>
            <a:off x="10281420" y="1625009"/>
            <a:ext cx="449341" cy="364878"/>
            <a:chOff x="4352056" y="0"/>
            <a:chExt cx="675640" cy="548640"/>
          </a:xfrm>
        </p:grpSpPr>
        <p:grpSp>
          <p:nvGrpSpPr>
            <p:cNvPr id="379" name="Google Shape;1606;p10">
              <a:extLst>
                <a:ext uri="{FF2B5EF4-FFF2-40B4-BE49-F238E27FC236}">
                  <a16:creationId xmlns:a16="http://schemas.microsoft.com/office/drawing/2014/main" id="{DA27B22E-95F9-B4BA-D308-9829D161ECCA}"/>
                </a:ext>
              </a:extLst>
            </p:cNvPr>
            <p:cNvGrpSpPr/>
            <p:nvPr/>
          </p:nvGrpSpPr>
          <p:grpSpPr>
            <a:xfrm>
              <a:off x="4415556" y="0"/>
              <a:ext cx="548640" cy="548640"/>
              <a:chOff x="960438" y="55563"/>
              <a:chExt cx="7424737" cy="7424737"/>
            </a:xfrm>
          </p:grpSpPr>
          <p:cxnSp>
            <p:nvCxnSpPr>
              <p:cNvPr id="381" name="Google Shape;1607;p10">
                <a:extLst>
                  <a:ext uri="{FF2B5EF4-FFF2-40B4-BE49-F238E27FC236}">
                    <a16:creationId xmlns:a16="http://schemas.microsoft.com/office/drawing/2014/main" id="{D60C3430-A890-3639-2E5C-0EB0246A36D5}"/>
                  </a:ext>
                </a:extLst>
              </p:cNvPr>
              <p:cNvCxnSpPr/>
              <p:nvPr/>
            </p:nvCxnSpPr>
            <p:spPr>
              <a:xfrm>
                <a:off x="4660895" y="4294994"/>
                <a:ext cx="1586" cy="194627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82" name="Google Shape;1608;p10">
                <a:extLst>
                  <a:ext uri="{FF2B5EF4-FFF2-40B4-BE49-F238E27FC236}">
                    <a16:creationId xmlns:a16="http://schemas.microsoft.com/office/drawing/2014/main" id="{E1C75DD4-613D-0768-4227-BE3414D7BB29}"/>
                  </a:ext>
                </a:extLst>
              </p:cNvPr>
              <p:cNvSpPr/>
              <p:nvPr/>
            </p:nvSpPr>
            <p:spPr>
              <a:xfrm>
                <a:off x="4348163" y="6283325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1" extrusionOk="0">
                    <a:moveTo>
                      <a:pt x="0" y="0"/>
                    </a:moveTo>
                    <a:lnTo>
                      <a:pt x="870" y="1490"/>
                    </a:lnTo>
                    <a:lnTo>
                      <a:pt x="1739" y="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3" name="Google Shape;1609;p10">
                <a:extLst>
                  <a:ext uri="{FF2B5EF4-FFF2-40B4-BE49-F238E27FC236}">
                    <a16:creationId xmlns:a16="http://schemas.microsoft.com/office/drawing/2014/main" id="{04DFA295-A178-1A0B-866D-C74DE3FF7C96}"/>
                  </a:ext>
                </a:extLst>
              </p:cNvPr>
              <p:cNvCxnSpPr/>
              <p:nvPr/>
            </p:nvCxnSpPr>
            <p:spPr>
              <a:xfrm rot="10800000" flipH="1">
                <a:off x="4660895" y="1361265"/>
                <a:ext cx="1586" cy="207169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84" name="Google Shape;1610;p10">
                <a:extLst>
                  <a:ext uri="{FF2B5EF4-FFF2-40B4-BE49-F238E27FC236}">
                    <a16:creationId xmlns:a16="http://schemas.microsoft.com/office/drawing/2014/main" id="{1AF6A31E-56D2-F47E-F11B-03323481F0F3}"/>
                  </a:ext>
                </a:extLst>
              </p:cNvPr>
              <p:cNvSpPr/>
              <p:nvPr/>
            </p:nvSpPr>
            <p:spPr>
              <a:xfrm>
                <a:off x="4348163" y="782638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2" extrusionOk="0">
                    <a:moveTo>
                      <a:pt x="1739" y="1491"/>
                    </a:moveTo>
                    <a:lnTo>
                      <a:pt x="870" y="0"/>
                    </a:lnTo>
                    <a:lnTo>
                      <a:pt x="0" y="1491"/>
                    </a:lnTo>
                    <a:lnTo>
                      <a:pt x="1739" y="1491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5" name="Google Shape;1611;p10">
                <a:extLst>
                  <a:ext uri="{FF2B5EF4-FFF2-40B4-BE49-F238E27FC236}">
                    <a16:creationId xmlns:a16="http://schemas.microsoft.com/office/drawing/2014/main" id="{A9BCDE11-222F-E466-41DB-7B23A0B39167}"/>
                  </a:ext>
                </a:extLst>
              </p:cNvPr>
              <p:cNvCxnSpPr/>
              <p:nvPr/>
            </p:nvCxnSpPr>
            <p:spPr>
              <a:xfrm>
                <a:off x="5822141" y="3890958"/>
                <a:ext cx="2068506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86" name="Google Shape;1612;p10">
                <a:extLst>
                  <a:ext uri="{FF2B5EF4-FFF2-40B4-BE49-F238E27FC236}">
                    <a16:creationId xmlns:a16="http://schemas.microsoft.com/office/drawing/2014/main" id="{04B1278F-7F2E-AFEC-348A-D3F591791C06}"/>
                  </a:ext>
                </a:extLst>
              </p:cNvPr>
              <p:cNvSpPr/>
              <p:nvPr/>
            </p:nvSpPr>
            <p:spPr>
              <a:xfrm>
                <a:off x="52419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1492" y="1770"/>
                    </a:moveTo>
                    <a:lnTo>
                      <a:pt x="0" y="869"/>
                    </a:lnTo>
                    <a:lnTo>
                      <a:pt x="1492" y="0"/>
                    </a:lnTo>
                    <a:lnTo>
                      <a:pt x="1492" y="177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7" name="Google Shape;1613;p10">
                <a:extLst>
                  <a:ext uri="{FF2B5EF4-FFF2-40B4-BE49-F238E27FC236}">
                    <a16:creationId xmlns:a16="http://schemas.microsoft.com/office/drawing/2014/main" id="{BD2616AE-0263-C56D-8C24-F5374A85028D}"/>
                  </a:ext>
                </a:extLst>
              </p:cNvPr>
              <p:cNvCxnSpPr/>
              <p:nvPr/>
            </p:nvCxnSpPr>
            <p:spPr>
              <a:xfrm flipH="1">
                <a:off x="1451779" y="3890958"/>
                <a:ext cx="2071693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88" name="Google Shape;1614;p10">
                <a:extLst>
                  <a:ext uri="{FF2B5EF4-FFF2-40B4-BE49-F238E27FC236}">
                    <a16:creationId xmlns:a16="http://schemas.microsoft.com/office/drawing/2014/main" id="{8BB23D1C-BA42-1B46-737F-AB033270BC16}"/>
                  </a:ext>
                </a:extLst>
              </p:cNvPr>
              <p:cNvSpPr/>
              <p:nvPr/>
            </p:nvSpPr>
            <p:spPr>
              <a:xfrm>
                <a:off x="35655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0" y="0"/>
                    </a:moveTo>
                    <a:lnTo>
                      <a:pt x="1492" y="869"/>
                    </a:lnTo>
                    <a:lnTo>
                      <a:pt x="0" y="177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1615;p10">
                <a:extLst>
                  <a:ext uri="{FF2B5EF4-FFF2-40B4-BE49-F238E27FC236}">
                    <a16:creationId xmlns:a16="http://schemas.microsoft.com/office/drawing/2014/main" id="{1493D758-BC13-7091-A174-B8DCF61526A6}"/>
                  </a:ext>
                </a:extLst>
              </p:cNvPr>
              <p:cNvSpPr/>
              <p:nvPr/>
            </p:nvSpPr>
            <p:spPr>
              <a:xfrm>
                <a:off x="960438" y="55563"/>
                <a:ext cx="7424737" cy="7424737"/>
              </a:xfrm>
              <a:custGeom>
                <a:avLst/>
                <a:gdLst/>
                <a:ahLst/>
                <a:cxnLst/>
                <a:rect l="l" t="t" r="r" b="b"/>
                <a:pathLst>
                  <a:path w="20626" h="20626" extrusionOk="0">
                    <a:moveTo>
                      <a:pt x="0" y="10313"/>
                    </a:moveTo>
                    <a:lnTo>
                      <a:pt x="0" y="10313"/>
                    </a:lnTo>
                    <a:cubicBezTo>
                      <a:pt x="0" y="16028"/>
                      <a:pt x="4628" y="20625"/>
                      <a:pt x="10313" y="20625"/>
                    </a:cubicBezTo>
                    <a:cubicBezTo>
                      <a:pt x="15997" y="20625"/>
                      <a:pt x="20625" y="16028"/>
                      <a:pt x="20625" y="10313"/>
                    </a:cubicBezTo>
                    <a:cubicBezTo>
                      <a:pt x="20625" y="4629"/>
                      <a:pt x="15997" y="0"/>
                      <a:pt x="10313" y="0"/>
                    </a:cubicBezTo>
                    <a:cubicBezTo>
                      <a:pt x="4628" y="0"/>
                      <a:pt x="0" y="4629"/>
                      <a:pt x="0" y="1031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0" name="Google Shape;1617;p10">
              <a:extLst>
                <a:ext uri="{FF2B5EF4-FFF2-40B4-BE49-F238E27FC236}">
                  <a16:creationId xmlns:a16="http://schemas.microsoft.com/office/drawing/2014/main" id="{9435FCC8-93BE-E360-F240-71523E75484E}"/>
                </a:ext>
              </a:extLst>
            </p:cNvPr>
            <p:cNvSpPr/>
            <p:nvPr/>
          </p:nvSpPr>
          <p:spPr>
            <a:xfrm>
              <a:off x="4352056" y="0"/>
              <a:ext cx="675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7" name="Connettore diritto 376">
            <a:extLst>
              <a:ext uri="{FF2B5EF4-FFF2-40B4-BE49-F238E27FC236}">
                <a16:creationId xmlns:a16="http://schemas.microsoft.com/office/drawing/2014/main" id="{421E2E93-7C86-2855-C7B2-44A7F2AD4E9E}"/>
              </a:ext>
            </a:extLst>
          </p:cNvPr>
          <p:cNvCxnSpPr>
            <a:cxnSpLocks/>
          </p:cNvCxnSpPr>
          <p:nvPr/>
        </p:nvCxnSpPr>
        <p:spPr>
          <a:xfrm flipV="1">
            <a:off x="10668369" y="1550619"/>
            <a:ext cx="299952" cy="18952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8" name="Connettore diritto 377">
            <a:extLst>
              <a:ext uri="{FF2B5EF4-FFF2-40B4-BE49-F238E27FC236}">
                <a16:creationId xmlns:a16="http://schemas.microsoft.com/office/drawing/2014/main" id="{DEEB97C5-E5C6-9F2B-74B3-E54BE37286EC}"/>
              </a:ext>
            </a:extLst>
          </p:cNvPr>
          <p:cNvCxnSpPr>
            <a:cxnSpLocks/>
          </p:cNvCxnSpPr>
          <p:nvPr/>
        </p:nvCxnSpPr>
        <p:spPr>
          <a:xfrm>
            <a:off x="10672993" y="1865955"/>
            <a:ext cx="295328" cy="16354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14" name="Google Shape;1604;p10">
            <a:extLst>
              <a:ext uri="{FF2B5EF4-FFF2-40B4-BE49-F238E27FC236}">
                <a16:creationId xmlns:a16="http://schemas.microsoft.com/office/drawing/2014/main" id="{6400A717-D357-341A-9FBB-890A6A251DF6}"/>
              </a:ext>
            </a:extLst>
          </p:cNvPr>
          <p:cNvGrpSpPr/>
          <p:nvPr/>
        </p:nvGrpSpPr>
        <p:grpSpPr>
          <a:xfrm>
            <a:off x="8235514" y="2155750"/>
            <a:ext cx="449341" cy="364878"/>
            <a:chOff x="4352056" y="0"/>
            <a:chExt cx="675640" cy="548640"/>
          </a:xfrm>
        </p:grpSpPr>
        <p:grpSp>
          <p:nvGrpSpPr>
            <p:cNvPr id="415" name="Google Shape;1606;p10">
              <a:extLst>
                <a:ext uri="{FF2B5EF4-FFF2-40B4-BE49-F238E27FC236}">
                  <a16:creationId xmlns:a16="http://schemas.microsoft.com/office/drawing/2014/main" id="{6C217DC5-BBB9-8BD8-DA36-408011E25D82}"/>
                </a:ext>
              </a:extLst>
            </p:cNvPr>
            <p:cNvGrpSpPr/>
            <p:nvPr/>
          </p:nvGrpSpPr>
          <p:grpSpPr>
            <a:xfrm>
              <a:off x="4415556" y="0"/>
              <a:ext cx="548640" cy="548640"/>
              <a:chOff x="960438" y="55563"/>
              <a:chExt cx="7424737" cy="7424737"/>
            </a:xfrm>
          </p:grpSpPr>
          <p:cxnSp>
            <p:nvCxnSpPr>
              <p:cNvPr id="417" name="Google Shape;1607;p10">
                <a:extLst>
                  <a:ext uri="{FF2B5EF4-FFF2-40B4-BE49-F238E27FC236}">
                    <a16:creationId xmlns:a16="http://schemas.microsoft.com/office/drawing/2014/main" id="{2A31C8B1-DAF7-67D6-C80E-ADBC5C3276E4}"/>
                  </a:ext>
                </a:extLst>
              </p:cNvPr>
              <p:cNvCxnSpPr/>
              <p:nvPr/>
            </p:nvCxnSpPr>
            <p:spPr>
              <a:xfrm>
                <a:off x="4660895" y="4294994"/>
                <a:ext cx="1586" cy="194627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18" name="Google Shape;1608;p10">
                <a:extLst>
                  <a:ext uri="{FF2B5EF4-FFF2-40B4-BE49-F238E27FC236}">
                    <a16:creationId xmlns:a16="http://schemas.microsoft.com/office/drawing/2014/main" id="{77A4F64F-347A-B376-30F9-C890858F204D}"/>
                  </a:ext>
                </a:extLst>
              </p:cNvPr>
              <p:cNvSpPr/>
              <p:nvPr/>
            </p:nvSpPr>
            <p:spPr>
              <a:xfrm>
                <a:off x="4348163" y="6283325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1" extrusionOk="0">
                    <a:moveTo>
                      <a:pt x="0" y="0"/>
                    </a:moveTo>
                    <a:lnTo>
                      <a:pt x="870" y="1490"/>
                    </a:lnTo>
                    <a:lnTo>
                      <a:pt x="1739" y="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9" name="Google Shape;1609;p10">
                <a:extLst>
                  <a:ext uri="{FF2B5EF4-FFF2-40B4-BE49-F238E27FC236}">
                    <a16:creationId xmlns:a16="http://schemas.microsoft.com/office/drawing/2014/main" id="{2B78F6B4-8D4E-4B0D-52A4-02FB9426558D}"/>
                  </a:ext>
                </a:extLst>
              </p:cNvPr>
              <p:cNvCxnSpPr/>
              <p:nvPr/>
            </p:nvCxnSpPr>
            <p:spPr>
              <a:xfrm rot="10800000" flipH="1">
                <a:off x="4660895" y="1361265"/>
                <a:ext cx="1586" cy="2071693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20" name="Google Shape;1610;p10">
                <a:extLst>
                  <a:ext uri="{FF2B5EF4-FFF2-40B4-BE49-F238E27FC236}">
                    <a16:creationId xmlns:a16="http://schemas.microsoft.com/office/drawing/2014/main" id="{D6E7EC6C-61A6-F453-1722-012CFB5970DD}"/>
                  </a:ext>
                </a:extLst>
              </p:cNvPr>
              <p:cNvSpPr/>
              <p:nvPr/>
            </p:nvSpPr>
            <p:spPr>
              <a:xfrm>
                <a:off x="4348163" y="782638"/>
                <a:ext cx="627062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492" extrusionOk="0">
                    <a:moveTo>
                      <a:pt x="1739" y="1491"/>
                    </a:moveTo>
                    <a:lnTo>
                      <a:pt x="870" y="0"/>
                    </a:lnTo>
                    <a:lnTo>
                      <a:pt x="0" y="1491"/>
                    </a:lnTo>
                    <a:lnTo>
                      <a:pt x="1739" y="1491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21" name="Google Shape;1611;p10">
                <a:extLst>
                  <a:ext uri="{FF2B5EF4-FFF2-40B4-BE49-F238E27FC236}">
                    <a16:creationId xmlns:a16="http://schemas.microsoft.com/office/drawing/2014/main" id="{09AAE9DD-60A3-51C2-847D-331B9403D5E7}"/>
                  </a:ext>
                </a:extLst>
              </p:cNvPr>
              <p:cNvCxnSpPr/>
              <p:nvPr/>
            </p:nvCxnSpPr>
            <p:spPr>
              <a:xfrm>
                <a:off x="5822141" y="3890958"/>
                <a:ext cx="2068506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22" name="Google Shape;1612;p10">
                <a:extLst>
                  <a:ext uri="{FF2B5EF4-FFF2-40B4-BE49-F238E27FC236}">
                    <a16:creationId xmlns:a16="http://schemas.microsoft.com/office/drawing/2014/main" id="{5A4D46E5-857A-FF74-8C25-B1447C2F7B08}"/>
                  </a:ext>
                </a:extLst>
              </p:cNvPr>
              <p:cNvSpPr/>
              <p:nvPr/>
            </p:nvSpPr>
            <p:spPr>
              <a:xfrm>
                <a:off x="52419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1492" y="1770"/>
                    </a:moveTo>
                    <a:lnTo>
                      <a:pt x="0" y="869"/>
                    </a:lnTo>
                    <a:lnTo>
                      <a:pt x="1492" y="0"/>
                    </a:lnTo>
                    <a:lnTo>
                      <a:pt x="1492" y="177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23" name="Google Shape;1613;p10">
                <a:extLst>
                  <a:ext uri="{FF2B5EF4-FFF2-40B4-BE49-F238E27FC236}">
                    <a16:creationId xmlns:a16="http://schemas.microsoft.com/office/drawing/2014/main" id="{06A30559-8ABB-9970-F861-9188E6B6C028}"/>
                  </a:ext>
                </a:extLst>
              </p:cNvPr>
              <p:cNvCxnSpPr/>
              <p:nvPr/>
            </p:nvCxnSpPr>
            <p:spPr>
              <a:xfrm flipH="1">
                <a:off x="1451779" y="3890958"/>
                <a:ext cx="2071693" cy="1586"/>
              </a:xfrm>
              <a:prstGeom prst="straightConnector1">
                <a:avLst/>
              </a:pr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24" name="Google Shape;1614;p10">
                <a:extLst>
                  <a:ext uri="{FF2B5EF4-FFF2-40B4-BE49-F238E27FC236}">
                    <a16:creationId xmlns:a16="http://schemas.microsoft.com/office/drawing/2014/main" id="{93B3E4F2-4649-A66D-2FB2-B879A72E0A7F}"/>
                  </a:ext>
                </a:extLst>
              </p:cNvPr>
              <p:cNvSpPr/>
              <p:nvPr/>
            </p:nvSpPr>
            <p:spPr>
              <a:xfrm>
                <a:off x="3565525" y="3578225"/>
                <a:ext cx="5381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771" extrusionOk="0">
                    <a:moveTo>
                      <a:pt x="0" y="0"/>
                    </a:moveTo>
                    <a:lnTo>
                      <a:pt x="1492" y="869"/>
                    </a:lnTo>
                    <a:lnTo>
                      <a:pt x="0" y="1770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1615;p10">
                <a:extLst>
                  <a:ext uri="{FF2B5EF4-FFF2-40B4-BE49-F238E27FC236}">
                    <a16:creationId xmlns:a16="http://schemas.microsoft.com/office/drawing/2014/main" id="{27567756-8EF3-361C-83BC-CD3C0D650702}"/>
                  </a:ext>
                </a:extLst>
              </p:cNvPr>
              <p:cNvSpPr/>
              <p:nvPr/>
            </p:nvSpPr>
            <p:spPr>
              <a:xfrm>
                <a:off x="960438" y="55563"/>
                <a:ext cx="7424737" cy="7424737"/>
              </a:xfrm>
              <a:custGeom>
                <a:avLst/>
                <a:gdLst/>
                <a:ahLst/>
                <a:cxnLst/>
                <a:rect l="l" t="t" r="r" b="b"/>
                <a:pathLst>
                  <a:path w="20626" h="20626" extrusionOk="0">
                    <a:moveTo>
                      <a:pt x="0" y="10313"/>
                    </a:moveTo>
                    <a:lnTo>
                      <a:pt x="0" y="10313"/>
                    </a:lnTo>
                    <a:cubicBezTo>
                      <a:pt x="0" y="16028"/>
                      <a:pt x="4628" y="20625"/>
                      <a:pt x="10313" y="20625"/>
                    </a:cubicBezTo>
                    <a:cubicBezTo>
                      <a:pt x="15997" y="20625"/>
                      <a:pt x="20625" y="16028"/>
                      <a:pt x="20625" y="10313"/>
                    </a:cubicBezTo>
                    <a:cubicBezTo>
                      <a:pt x="20625" y="4629"/>
                      <a:pt x="15997" y="0"/>
                      <a:pt x="10313" y="0"/>
                    </a:cubicBezTo>
                    <a:cubicBezTo>
                      <a:pt x="4628" y="0"/>
                      <a:pt x="0" y="4629"/>
                      <a:pt x="0" y="1031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" name="Google Shape;1617;p10">
              <a:extLst>
                <a:ext uri="{FF2B5EF4-FFF2-40B4-BE49-F238E27FC236}">
                  <a16:creationId xmlns:a16="http://schemas.microsoft.com/office/drawing/2014/main" id="{D75A6208-49F5-B42A-791C-65AA5CDE4177}"/>
                </a:ext>
              </a:extLst>
            </p:cNvPr>
            <p:cNvSpPr/>
            <p:nvPr/>
          </p:nvSpPr>
          <p:spPr>
            <a:xfrm>
              <a:off x="4352056" y="0"/>
              <a:ext cx="6756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7" name="Connettore diritto 436">
            <a:extLst>
              <a:ext uri="{FF2B5EF4-FFF2-40B4-BE49-F238E27FC236}">
                <a16:creationId xmlns:a16="http://schemas.microsoft.com/office/drawing/2014/main" id="{8D94A4D7-0D75-4D04-B20A-13214B389BCE}"/>
              </a:ext>
            </a:extLst>
          </p:cNvPr>
          <p:cNvCxnSpPr>
            <a:cxnSpLocks/>
          </p:cNvCxnSpPr>
          <p:nvPr/>
        </p:nvCxnSpPr>
        <p:spPr>
          <a:xfrm>
            <a:off x="2043006" y="1792824"/>
            <a:ext cx="803849" cy="813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3" name="Connettore diritto 442">
            <a:extLst>
              <a:ext uri="{FF2B5EF4-FFF2-40B4-BE49-F238E27FC236}">
                <a16:creationId xmlns:a16="http://schemas.microsoft.com/office/drawing/2014/main" id="{3EE774D8-29DF-2D2F-EABD-305292F6B42A}"/>
              </a:ext>
            </a:extLst>
          </p:cNvPr>
          <p:cNvCxnSpPr>
            <a:cxnSpLocks/>
            <a:endCxn id="262" idx="0"/>
          </p:cNvCxnSpPr>
          <p:nvPr/>
        </p:nvCxnSpPr>
        <p:spPr>
          <a:xfrm>
            <a:off x="3015997" y="2002949"/>
            <a:ext cx="1" cy="57461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5" name="Connettore diritto 444">
            <a:extLst>
              <a:ext uri="{FF2B5EF4-FFF2-40B4-BE49-F238E27FC236}">
                <a16:creationId xmlns:a16="http://schemas.microsoft.com/office/drawing/2014/main" id="{DF0319B4-7CBE-77D2-A799-8825098AB935}"/>
              </a:ext>
            </a:extLst>
          </p:cNvPr>
          <p:cNvCxnSpPr>
            <a:cxnSpLocks/>
          </p:cNvCxnSpPr>
          <p:nvPr/>
        </p:nvCxnSpPr>
        <p:spPr>
          <a:xfrm>
            <a:off x="3030150" y="2794161"/>
            <a:ext cx="1" cy="57461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6" name="Connettore diritto 445">
            <a:extLst>
              <a:ext uri="{FF2B5EF4-FFF2-40B4-BE49-F238E27FC236}">
                <a16:creationId xmlns:a16="http://schemas.microsoft.com/office/drawing/2014/main" id="{8987B073-40A8-7F1D-5E11-6F33285B6BCB}"/>
              </a:ext>
            </a:extLst>
          </p:cNvPr>
          <p:cNvCxnSpPr>
            <a:cxnSpLocks/>
          </p:cNvCxnSpPr>
          <p:nvPr/>
        </p:nvCxnSpPr>
        <p:spPr>
          <a:xfrm>
            <a:off x="2069981" y="3565250"/>
            <a:ext cx="803849" cy="813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8" name="Connettore diritto 447">
            <a:extLst>
              <a:ext uri="{FF2B5EF4-FFF2-40B4-BE49-F238E27FC236}">
                <a16:creationId xmlns:a16="http://schemas.microsoft.com/office/drawing/2014/main" id="{016D2316-042E-CEF1-4A80-0D7797B6B7F4}"/>
              </a:ext>
            </a:extLst>
          </p:cNvPr>
          <p:cNvCxnSpPr>
            <a:cxnSpLocks/>
          </p:cNvCxnSpPr>
          <p:nvPr/>
        </p:nvCxnSpPr>
        <p:spPr>
          <a:xfrm>
            <a:off x="2374381" y="2678943"/>
            <a:ext cx="446741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1" name="Connettore diritto 450">
            <a:extLst>
              <a:ext uri="{FF2B5EF4-FFF2-40B4-BE49-F238E27FC236}">
                <a16:creationId xmlns:a16="http://schemas.microsoft.com/office/drawing/2014/main" id="{0A8984EF-18AF-CB59-3585-EB9F5AA2F6EC}"/>
              </a:ext>
            </a:extLst>
          </p:cNvPr>
          <p:cNvCxnSpPr>
            <a:cxnSpLocks/>
          </p:cNvCxnSpPr>
          <p:nvPr/>
        </p:nvCxnSpPr>
        <p:spPr>
          <a:xfrm>
            <a:off x="3206496" y="1807448"/>
            <a:ext cx="139804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5" name="Connettore diritto 454">
            <a:extLst>
              <a:ext uri="{FF2B5EF4-FFF2-40B4-BE49-F238E27FC236}">
                <a16:creationId xmlns:a16="http://schemas.microsoft.com/office/drawing/2014/main" id="{6AD3CB7C-85AB-91D2-8AB9-CE617D1117C8}"/>
              </a:ext>
            </a:extLst>
          </p:cNvPr>
          <p:cNvCxnSpPr>
            <a:cxnSpLocks/>
          </p:cNvCxnSpPr>
          <p:nvPr/>
        </p:nvCxnSpPr>
        <p:spPr>
          <a:xfrm>
            <a:off x="5012746" y="1808879"/>
            <a:ext cx="974034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8" name="Connettore a gomito 457">
            <a:extLst>
              <a:ext uri="{FF2B5EF4-FFF2-40B4-BE49-F238E27FC236}">
                <a16:creationId xmlns:a16="http://schemas.microsoft.com/office/drawing/2014/main" id="{FC0C01A5-F2BD-F2A4-BEA4-FF639E7E3500}"/>
              </a:ext>
            </a:extLst>
          </p:cNvPr>
          <p:cNvCxnSpPr>
            <a:cxnSpLocks/>
            <a:stCxn id="282" idx="0"/>
          </p:cNvCxnSpPr>
          <p:nvPr/>
        </p:nvCxnSpPr>
        <p:spPr>
          <a:xfrm rot="5400000" flipH="1" flipV="1">
            <a:off x="6612957" y="827493"/>
            <a:ext cx="339756" cy="1242294"/>
          </a:xfrm>
          <a:prstGeom prst="bentConnector2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Connettore a gomito 459">
            <a:extLst>
              <a:ext uri="{FF2B5EF4-FFF2-40B4-BE49-F238E27FC236}">
                <a16:creationId xmlns:a16="http://schemas.microsoft.com/office/drawing/2014/main" id="{71D473FE-5C8D-A7E1-7FD4-D88D12D76C58}"/>
              </a:ext>
            </a:extLst>
          </p:cNvPr>
          <p:cNvCxnSpPr>
            <a:cxnSpLocks/>
          </p:cNvCxnSpPr>
          <p:nvPr/>
        </p:nvCxnSpPr>
        <p:spPr>
          <a:xfrm>
            <a:off x="6350835" y="1805835"/>
            <a:ext cx="1890772" cy="523274"/>
          </a:xfrm>
          <a:prstGeom prst="bentConnector3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Connettore a gomito 461">
            <a:extLst>
              <a:ext uri="{FF2B5EF4-FFF2-40B4-BE49-F238E27FC236}">
                <a16:creationId xmlns:a16="http://schemas.microsoft.com/office/drawing/2014/main" id="{91324660-99BC-D15A-5CCE-801D36E9AD2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261516" y="1478187"/>
            <a:ext cx="869873" cy="471025"/>
          </a:xfrm>
          <a:prstGeom prst="bentConnector3">
            <a:avLst>
              <a:gd name="adj1" fmla="val 97989"/>
            </a:avLst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7" name="Google Shape;1572;p10">
            <a:extLst>
              <a:ext uri="{FF2B5EF4-FFF2-40B4-BE49-F238E27FC236}">
                <a16:creationId xmlns:a16="http://schemas.microsoft.com/office/drawing/2014/main" id="{996EE68E-FE8A-942D-9B27-12CF7951D869}"/>
              </a:ext>
            </a:extLst>
          </p:cNvPr>
          <p:cNvGrpSpPr/>
          <p:nvPr/>
        </p:nvGrpSpPr>
        <p:grpSpPr>
          <a:xfrm>
            <a:off x="9434270" y="2475993"/>
            <a:ext cx="468000" cy="203137"/>
            <a:chOff x="2531314" y="0"/>
            <a:chExt cx="949960" cy="438913"/>
          </a:xfrm>
        </p:grpSpPr>
        <p:grpSp>
          <p:nvGrpSpPr>
            <p:cNvPr id="468" name="Google Shape;1574;p10">
              <a:extLst>
                <a:ext uri="{FF2B5EF4-FFF2-40B4-BE49-F238E27FC236}">
                  <a16:creationId xmlns:a16="http://schemas.microsoft.com/office/drawing/2014/main" id="{00E512A3-30C4-6D77-9131-6E3380EBC379}"/>
                </a:ext>
              </a:extLst>
            </p:cNvPr>
            <p:cNvGrpSpPr/>
            <p:nvPr/>
          </p:nvGrpSpPr>
          <p:grpSpPr>
            <a:xfrm>
              <a:off x="2594814" y="0"/>
              <a:ext cx="822960" cy="438913"/>
              <a:chOff x="4211638" y="4495800"/>
              <a:chExt cx="1547812" cy="825500"/>
            </a:xfrm>
          </p:grpSpPr>
          <p:sp>
            <p:nvSpPr>
              <p:cNvPr id="470" name="Google Shape;1575;p10">
                <a:extLst>
                  <a:ext uri="{FF2B5EF4-FFF2-40B4-BE49-F238E27FC236}">
                    <a16:creationId xmlns:a16="http://schemas.microsoft.com/office/drawing/2014/main" id="{5856B01E-9DBC-DD76-AADA-9FD8779FAFB9}"/>
                  </a:ext>
                </a:extLst>
              </p:cNvPr>
              <p:cNvSpPr/>
              <p:nvPr/>
            </p:nvSpPr>
            <p:spPr>
              <a:xfrm>
                <a:off x="4211638" y="4495800"/>
                <a:ext cx="1547812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2294" extrusionOk="0">
                    <a:moveTo>
                      <a:pt x="4097" y="2293"/>
                    </a:moveTo>
                    <a:lnTo>
                      <a:pt x="4097" y="2293"/>
                    </a:lnTo>
                    <a:cubicBezTo>
                      <a:pt x="201" y="2293"/>
                      <a:pt x="201" y="2293"/>
                      <a:pt x="201" y="2293"/>
                    </a:cubicBezTo>
                    <a:cubicBezTo>
                      <a:pt x="86" y="2293"/>
                      <a:pt x="0" y="2207"/>
                      <a:pt x="0" y="2092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87"/>
                      <a:pt x="86" y="0"/>
                      <a:pt x="201" y="0"/>
                    </a:cubicBezTo>
                    <a:cubicBezTo>
                      <a:pt x="4097" y="0"/>
                      <a:pt x="4097" y="0"/>
                      <a:pt x="4097" y="0"/>
                    </a:cubicBezTo>
                    <a:cubicBezTo>
                      <a:pt x="4212" y="0"/>
                      <a:pt x="4298" y="87"/>
                      <a:pt x="4298" y="172"/>
                    </a:cubicBezTo>
                    <a:cubicBezTo>
                      <a:pt x="4298" y="2092"/>
                      <a:pt x="4298" y="2092"/>
                      <a:pt x="4298" y="2092"/>
                    </a:cubicBezTo>
                    <a:cubicBezTo>
                      <a:pt x="4298" y="2207"/>
                      <a:pt x="4212" y="2293"/>
                      <a:pt x="4097" y="2293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1576;p10">
                <a:extLst>
                  <a:ext uri="{FF2B5EF4-FFF2-40B4-BE49-F238E27FC236}">
                    <a16:creationId xmlns:a16="http://schemas.microsoft.com/office/drawing/2014/main" id="{C755A406-8439-95F9-003B-5B2B1599E1A6}"/>
                  </a:ext>
                </a:extLst>
              </p:cNvPr>
              <p:cNvSpPr/>
              <p:nvPr/>
            </p:nvSpPr>
            <p:spPr>
              <a:xfrm>
                <a:off x="4541838" y="4773613"/>
                <a:ext cx="908050" cy="258762"/>
              </a:xfrm>
              <a:custGeom>
                <a:avLst/>
                <a:gdLst/>
                <a:ahLst/>
                <a:cxnLst/>
                <a:rect l="l" t="t" r="r" b="b"/>
                <a:pathLst>
                  <a:path w="2522" h="718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0" y="0"/>
                      <a:pt x="860" y="0"/>
                      <a:pt x="860" y="0"/>
                    </a:cubicBezTo>
                    <a:cubicBezTo>
                      <a:pt x="888" y="0"/>
                      <a:pt x="917" y="0"/>
                      <a:pt x="917" y="29"/>
                    </a:cubicBezTo>
                    <a:cubicBezTo>
                      <a:pt x="1547" y="688"/>
                      <a:pt x="1547" y="688"/>
                      <a:pt x="1547" y="688"/>
                    </a:cubicBezTo>
                    <a:cubicBezTo>
                      <a:pt x="1547" y="717"/>
                      <a:pt x="1575" y="717"/>
                      <a:pt x="1604" y="717"/>
                    </a:cubicBezTo>
                    <a:cubicBezTo>
                      <a:pt x="2521" y="717"/>
                      <a:pt x="2521" y="717"/>
                      <a:pt x="2521" y="717"/>
                    </a:cubicBezTo>
                  </a:path>
                </a:pathLst>
              </a:custGeom>
              <a:noFill/>
              <a:ln w="12700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1577;p10">
                <a:extLst>
                  <a:ext uri="{FF2B5EF4-FFF2-40B4-BE49-F238E27FC236}">
                    <a16:creationId xmlns:a16="http://schemas.microsoft.com/office/drawing/2014/main" id="{3CFF60ED-9BF6-33DB-3A3C-DF07C4830392}"/>
                  </a:ext>
                </a:extLst>
              </p:cNvPr>
              <p:cNvSpPr/>
              <p:nvPr/>
            </p:nvSpPr>
            <p:spPr>
              <a:xfrm>
                <a:off x="4436746" y="4722813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88" extrusionOk="0">
                    <a:moveTo>
                      <a:pt x="286" y="287"/>
                    </a:moveTo>
                    <a:lnTo>
                      <a:pt x="0" y="144"/>
                    </a:lnTo>
                    <a:lnTo>
                      <a:pt x="286" y="0"/>
                    </a:lnTo>
                    <a:lnTo>
                      <a:pt x="286" y="287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1578;p10">
                <a:extLst>
                  <a:ext uri="{FF2B5EF4-FFF2-40B4-BE49-F238E27FC236}">
                    <a16:creationId xmlns:a16="http://schemas.microsoft.com/office/drawing/2014/main" id="{04B35D9A-B6F5-A4D1-A1AA-88711356D81F}"/>
                  </a:ext>
                </a:extLst>
              </p:cNvPr>
              <p:cNvSpPr/>
              <p:nvPr/>
            </p:nvSpPr>
            <p:spPr>
              <a:xfrm>
                <a:off x="5451794" y="4979987"/>
                <a:ext cx="93662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59" h="288" extrusionOk="0">
                    <a:moveTo>
                      <a:pt x="0" y="287"/>
                    </a:moveTo>
                    <a:lnTo>
                      <a:pt x="258" y="144"/>
                    </a:lnTo>
                    <a:lnTo>
                      <a:pt x="0" y="0"/>
                    </a:lnTo>
                    <a:lnTo>
                      <a:pt x="0" y="287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1579;p10">
                <a:extLst>
                  <a:ext uri="{FF2B5EF4-FFF2-40B4-BE49-F238E27FC236}">
                    <a16:creationId xmlns:a16="http://schemas.microsoft.com/office/drawing/2014/main" id="{551EF5A3-F1F8-40FE-0BC2-907DA5D8E283}"/>
                  </a:ext>
                </a:extLst>
              </p:cNvPr>
              <p:cNvSpPr/>
              <p:nvPr/>
            </p:nvSpPr>
            <p:spPr>
              <a:xfrm>
                <a:off x="4541838" y="4773613"/>
                <a:ext cx="908050" cy="258762"/>
              </a:xfrm>
              <a:custGeom>
                <a:avLst/>
                <a:gdLst/>
                <a:ahLst/>
                <a:cxnLst/>
                <a:rect l="l" t="t" r="r" b="b"/>
                <a:pathLst>
                  <a:path w="2522" h="718" extrusionOk="0">
                    <a:moveTo>
                      <a:pt x="2521" y="0"/>
                    </a:moveTo>
                    <a:lnTo>
                      <a:pt x="2521" y="0"/>
                    </a:lnTo>
                    <a:cubicBezTo>
                      <a:pt x="1604" y="0"/>
                      <a:pt x="1604" y="0"/>
                      <a:pt x="1604" y="0"/>
                    </a:cubicBezTo>
                    <a:cubicBezTo>
                      <a:pt x="1575" y="0"/>
                      <a:pt x="1547" y="0"/>
                      <a:pt x="1547" y="29"/>
                    </a:cubicBezTo>
                    <a:cubicBezTo>
                      <a:pt x="917" y="688"/>
                      <a:pt x="917" y="688"/>
                      <a:pt x="917" y="688"/>
                    </a:cubicBezTo>
                    <a:cubicBezTo>
                      <a:pt x="917" y="717"/>
                      <a:pt x="888" y="717"/>
                      <a:pt x="860" y="717"/>
                    </a:cubicBezTo>
                    <a:cubicBezTo>
                      <a:pt x="0" y="717"/>
                      <a:pt x="0" y="717"/>
                      <a:pt x="0" y="717"/>
                    </a:cubicBez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1580;p10">
                <a:extLst>
                  <a:ext uri="{FF2B5EF4-FFF2-40B4-BE49-F238E27FC236}">
                    <a16:creationId xmlns:a16="http://schemas.microsoft.com/office/drawing/2014/main" id="{40EAB4CB-A1C5-0A52-5917-FB12292D7975}"/>
                  </a:ext>
                </a:extLst>
              </p:cNvPr>
              <p:cNvSpPr/>
              <p:nvPr/>
            </p:nvSpPr>
            <p:spPr>
              <a:xfrm>
                <a:off x="5451794" y="4722813"/>
                <a:ext cx="93662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59" h="288" extrusionOk="0">
                    <a:moveTo>
                      <a:pt x="0" y="0"/>
                    </a:moveTo>
                    <a:lnTo>
                      <a:pt x="258" y="144"/>
                    </a:lnTo>
                    <a:lnTo>
                      <a:pt x="0" y="287"/>
                    </a:lnTo>
                    <a:lnTo>
                      <a:pt x="0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1581;p10">
                <a:extLst>
                  <a:ext uri="{FF2B5EF4-FFF2-40B4-BE49-F238E27FC236}">
                    <a16:creationId xmlns:a16="http://schemas.microsoft.com/office/drawing/2014/main" id="{1268105A-1CEB-9B31-A2BC-6A4F76B7090E}"/>
                  </a:ext>
                </a:extLst>
              </p:cNvPr>
              <p:cNvSpPr/>
              <p:nvPr/>
            </p:nvSpPr>
            <p:spPr>
              <a:xfrm>
                <a:off x="4436746" y="4979987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88" extrusionOk="0">
                    <a:moveTo>
                      <a:pt x="286" y="0"/>
                    </a:moveTo>
                    <a:lnTo>
                      <a:pt x="0" y="144"/>
                    </a:lnTo>
                    <a:lnTo>
                      <a:pt x="286" y="287"/>
                    </a:lnTo>
                    <a:lnTo>
                      <a:pt x="286" y="0"/>
                    </a:lnTo>
                  </a:path>
                </a:pathLst>
              </a:custGeom>
              <a:noFill/>
              <a:ln w="15875" cap="rnd" cmpd="sng">
                <a:solidFill>
                  <a:srgbClr val="01010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9" name="Google Shape;1583;p10">
              <a:extLst>
                <a:ext uri="{FF2B5EF4-FFF2-40B4-BE49-F238E27FC236}">
                  <a16:creationId xmlns:a16="http://schemas.microsoft.com/office/drawing/2014/main" id="{DE3972F3-93E7-448B-0520-D49ADB8D3643}"/>
                </a:ext>
              </a:extLst>
            </p:cNvPr>
            <p:cNvSpPr/>
            <p:nvPr/>
          </p:nvSpPr>
          <p:spPr>
            <a:xfrm>
              <a:off x="2531314" y="0"/>
              <a:ext cx="949960" cy="438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7" name="Connettore a gomito 476">
            <a:extLst>
              <a:ext uri="{FF2B5EF4-FFF2-40B4-BE49-F238E27FC236}">
                <a16:creationId xmlns:a16="http://schemas.microsoft.com/office/drawing/2014/main" id="{8364892D-F84D-B7E1-202C-8ABE9FDC2A7A}"/>
              </a:ext>
            </a:extLst>
          </p:cNvPr>
          <p:cNvCxnSpPr>
            <a:cxnSpLocks/>
            <a:endCxn id="469" idx="1"/>
          </p:cNvCxnSpPr>
          <p:nvPr/>
        </p:nvCxnSpPr>
        <p:spPr>
          <a:xfrm>
            <a:off x="8654107" y="2352383"/>
            <a:ext cx="780163" cy="225179"/>
          </a:xfrm>
          <a:prstGeom prst="bentConnector3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Connettore a gomito 478">
            <a:extLst>
              <a:ext uri="{FF2B5EF4-FFF2-40B4-BE49-F238E27FC236}">
                <a16:creationId xmlns:a16="http://schemas.microsoft.com/office/drawing/2014/main" id="{B193FFD0-541C-7005-DB30-A13B62ECACF7}"/>
              </a:ext>
            </a:extLst>
          </p:cNvPr>
          <p:cNvCxnSpPr>
            <a:cxnSpLocks/>
            <a:endCxn id="380" idx="1"/>
          </p:cNvCxnSpPr>
          <p:nvPr/>
        </p:nvCxnSpPr>
        <p:spPr>
          <a:xfrm rot="5400000" flipH="1" flipV="1">
            <a:off x="9636226" y="1819778"/>
            <a:ext cx="657524" cy="632864"/>
          </a:xfrm>
          <a:prstGeom prst="bentConnector2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Connettore a gomito 480">
            <a:extLst>
              <a:ext uri="{FF2B5EF4-FFF2-40B4-BE49-F238E27FC236}">
                <a16:creationId xmlns:a16="http://schemas.microsoft.com/office/drawing/2014/main" id="{A40F47D0-8A8B-1880-DDAF-BD4E9AB467AA}"/>
              </a:ext>
            </a:extLst>
          </p:cNvPr>
          <p:cNvCxnSpPr>
            <a:cxnSpLocks/>
          </p:cNvCxnSpPr>
          <p:nvPr/>
        </p:nvCxnSpPr>
        <p:spPr>
          <a:xfrm>
            <a:off x="9860987" y="2558193"/>
            <a:ext cx="456493" cy="278489"/>
          </a:xfrm>
          <a:prstGeom prst="bentConnector3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onnettore a gomito 484">
            <a:extLst>
              <a:ext uri="{FF2B5EF4-FFF2-40B4-BE49-F238E27FC236}">
                <a16:creationId xmlns:a16="http://schemas.microsoft.com/office/drawing/2014/main" id="{3D397B41-0EA1-426E-7A46-9B0F04FF78FA}"/>
              </a:ext>
            </a:extLst>
          </p:cNvPr>
          <p:cNvCxnSpPr>
            <a:cxnSpLocks/>
            <a:stCxn id="469" idx="2"/>
            <a:endCxn id="169" idx="1"/>
          </p:cNvCxnSpPr>
          <p:nvPr/>
        </p:nvCxnSpPr>
        <p:spPr>
          <a:xfrm rot="16200000" flipH="1">
            <a:off x="9469372" y="2878027"/>
            <a:ext cx="966678" cy="568883"/>
          </a:xfrm>
          <a:prstGeom prst="bentConnector2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Connettore a gomito 487">
            <a:extLst>
              <a:ext uri="{FF2B5EF4-FFF2-40B4-BE49-F238E27FC236}">
                <a16:creationId xmlns:a16="http://schemas.microsoft.com/office/drawing/2014/main" id="{3FDA46E5-0678-0BD1-E05D-F9C5E2DDF54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84000" y="2770946"/>
            <a:ext cx="567297" cy="383293"/>
          </a:xfrm>
          <a:prstGeom prst="bentConnector3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Connettore diritto 491">
            <a:extLst>
              <a:ext uri="{FF2B5EF4-FFF2-40B4-BE49-F238E27FC236}">
                <a16:creationId xmlns:a16="http://schemas.microsoft.com/office/drawing/2014/main" id="{EF57CA70-951E-613E-C6BE-1822555410D0}"/>
              </a:ext>
            </a:extLst>
          </p:cNvPr>
          <p:cNvCxnSpPr>
            <a:cxnSpLocks/>
            <a:stCxn id="272" idx="2"/>
            <a:endCxn id="103" idx="0"/>
          </p:cNvCxnSpPr>
          <p:nvPr/>
        </p:nvCxnSpPr>
        <p:spPr>
          <a:xfrm>
            <a:off x="4823869" y="1909016"/>
            <a:ext cx="0" cy="1020004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TextBox 9">
            <a:extLst>
              <a:ext uri="{FF2B5EF4-FFF2-40B4-BE49-F238E27FC236}">
                <a16:creationId xmlns:a16="http://schemas.microsoft.com/office/drawing/2014/main" id="{95B9C1F6-47B5-C756-AA42-5FC1D3C05790}"/>
              </a:ext>
            </a:extLst>
          </p:cNvPr>
          <p:cNvSpPr txBox="1"/>
          <p:nvPr/>
        </p:nvSpPr>
        <p:spPr>
          <a:xfrm>
            <a:off x="1204047" y="4993050"/>
            <a:ext cx="7936704" cy="983752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/>
            </a:lvl1pPr>
          </a:lstStyle>
          <a:p>
            <a:r>
              <a:rPr lang="en-US" noProof="0" dirty="0"/>
              <a:t>Traditional manual configuration is now </a:t>
            </a:r>
          </a:p>
          <a:p>
            <a:r>
              <a:rPr lang="en-US" noProof="0" dirty="0"/>
              <a:t>error-prone, unoptimized, time consuming.</a:t>
            </a:r>
          </a:p>
        </p:txBody>
      </p:sp>
      <p:pic>
        <p:nvPicPr>
          <p:cNvPr id="517" name="Immagine 516">
            <a:extLst>
              <a:ext uri="{FF2B5EF4-FFF2-40B4-BE49-F238E27FC236}">
                <a16:creationId xmlns:a16="http://schemas.microsoft.com/office/drawing/2014/main" id="{421D2942-CED7-D9A8-F188-B568FCCF5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640" y="5032333"/>
            <a:ext cx="905186" cy="90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9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0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1939-3FE0-0F90-83A3-AB15DC74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E951D0-FD59-6FC3-6B2E-E67C86023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Evidence from Real-World Studies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7CA75C-22B4-177F-8178-CABBEE0C97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108" y="5471171"/>
            <a:ext cx="5298636" cy="605294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sz="1200" noProof="0" dirty="0"/>
              <a:t>D. Álvarez, P. Nuño, F. G. Bulnes, and J. C. Granda, “Network security misconfigurations in Spanish </a:t>
            </a:r>
            <a:r>
              <a:rPr lang="en-US" sz="1200" noProof="0" dirty="0" err="1"/>
              <a:t>organisations</a:t>
            </a:r>
            <a:r>
              <a:rPr lang="en-US" sz="1200" noProof="0" dirty="0"/>
              <a:t>: An empirical study,” Computer Networks, vol. 288, art. no. 112631, 2026, </a:t>
            </a:r>
            <a:r>
              <a:rPr lang="en-US" sz="1200" noProof="0" dirty="0" err="1"/>
              <a:t>doi</a:t>
            </a:r>
            <a:r>
              <a:rPr lang="en-US" sz="1200" noProof="0" dirty="0"/>
              <a:t>: 10.1016/j.comnet.2026.112631.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94F4BB1-27FA-C30B-CAEE-0D6A2AE93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08" y="1442150"/>
            <a:ext cx="5375938" cy="211421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8F85335-87D8-4ABB-0748-770CDF859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7" y="3845667"/>
            <a:ext cx="6288111" cy="133156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49198AF6-D158-C633-E1FA-5CA88E3B6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131" y="785531"/>
            <a:ext cx="5162052" cy="277083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1DC57F6-FA6D-B2F3-94A1-5AA3CB6CF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708" y="3620631"/>
            <a:ext cx="3164898" cy="1850540"/>
          </a:xfrm>
          <a:prstGeom prst="rect">
            <a:avLst/>
          </a:prstGeom>
        </p:spPr>
      </p:pic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C7688579-8CE8-8703-855E-D9B3D6E70ADA}"/>
              </a:ext>
            </a:extLst>
          </p:cNvPr>
          <p:cNvSpPr txBox="1">
            <a:spLocks/>
          </p:cNvSpPr>
          <p:nvPr/>
        </p:nvSpPr>
        <p:spPr>
          <a:xfrm>
            <a:off x="6453801" y="5471171"/>
            <a:ext cx="5650712" cy="6052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200" noProof="0" dirty="0"/>
              <a:t>S. I. Hashmi, S. Kashif, L. Gröber, K. </a:t>
            </a:r>
            <a:r>
              <a:rPr lang="en-US" sz="1200" noProof="0" dirty="0" err="1"/>
              <a:t>Krombholz</a:t>
            </a:r>
            <a:r>
              <a:rPr lang="en-US" sz="1200" noProof="0" dirty="0"/>
              <a:t>, and M. Javed, “Mapping the Cloud: A Mixed-Methods Study of Cloud Security and Privacy Configuration Challenges,” in Proc. of the Network and Distributed System Security Symposium (NDSS), 2026, </a:t>
            </a:r>
            <a:r>
              <a:rPr lang="en-US" sz="1200" noProof="0" dirty="0" err="1"/>
              <a:t>doi</a:t>
            </a:r>
            <a:r>
              <a:rPr lang="en-US" sz="1200" noProof="0" dirty="0"/>
              <a:t>: 10.14722/ndss.2026.241302</a:t>
            </a:r>
          </a:p>
        </p:txBody>
      </p:sp>
    </p:spTree>
    <p:extLst>
      <p:ext uri="{BB962C8B-B14F-4D97-AF65-F5344CB8AC3E}">
        <p14:creationId xmlns:p14="http://schemas.microsoft.com/office/powerpoint/2010/main" val="2801857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9BE2-3535-6575-7C4D-BBBF8266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FA37F7-AA9B-3F95-BA29-C8364CD0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Network Security Configuration Automation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BC413EA-A425-4F1C-751E-CCE13C72F7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844" y="1168997"/>
            <a:ext cx="10362500" cy="4680000"/>
          </a:xfrm>
        </p:spPr>
        <p:txBody>
          <a:bodyPr/>
          <a:lstStyle/>
          <a:p>
            <a:r>
              <a:rPr lang="en-US" noProof="0" dirty="0"/>
              <a:t>Automated approaches may </a:t>
            </a:r>
            <a:r>
              <a:rPr lang="en-US" b="1" noProof="0" dirty="0"/>
              <a:t>derive</a:t>
            </a:r>
            <a:r>
              <a:rPr lang="en-US" noProof="0" dirty="0"/>
              <a:t> security configurations </a:t>
            </a:r>
          </a:p>
          <a:p>
            <a:r>
              <a:rPr lang="en-US" noProof="0" dirty="0"/>
              <a:t>from security requirements, avoiding manual trial-and-error.</a:t>
            </a:r>
          </a:p>
          <a:p>
            <a:endParaRPr lang="en-US" sz="1800" noProof="0" dirty="0"/>
          </a:p>
          <a:p>
            <a:r>
              <a:rPr lang="en-US" b="1" i="1" noProof="0" dirty="0"/>
              <a:t>Why is security automation more suitable </a:t>
            </a:r>
            <a:r>
              <a:rPr lang="en-US" b="1" i="1" u="sng" noProof="0" dirty="0"/>
              <a:t>now</a:t>
            </a:r>
            <a:r>
              <a:rPr lang="en-US" b="1" i="1" noProof="0" dirty="0"/>
              <a:t>?</a:t>
            </a:r>
          </a:p>
          <a:p>
            <a:r>
              <a:rPr lang="en-US" noProof="0" dirty="0"/>
              <a:t>NFV/SDN networks are already designed to be software-controlled: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noProof="0" dirty="0"/>
              <a:t>SDN Controller → already programs traffic forwarding.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noProof="0" dirty="0"/>
              <a:t>NFV MANO → already manages the lifecycle of virtual functions.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noProof="0" dirty="0"/>
              <a:t>APIs → provide integration points for embedding security-configuration logic.</a:t>
            </a:r>
          </a:p>
          <a:p>
            <a:endParaRPr lang="en-US" noProof="0" dirty="0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C41AD1C-07C4-B3D6-5F6F-56368F27EF33}"/>
              </a:ext>
            </a:extLst>
          </p:cNvPr>
          <p:cNvSpPr txBox="1"/>
          <p:nvPr/>
        </p:nvSpPr>
        <p:spPr>
          <a:xfrm>
            <a:off x="603854" y="4919898"/>
            <a:ext cx="10362499" cy="983752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/>
            </a:lvl1pPr>
          </a:lstStyle>
          <a:p>
            <a:r>
              <a:rPr lang="en-US" noProof="0" dirty="0"/>
              <a:t>In virtualized networks, security automation is not an external </a:t>
            </a:r>
          </a:p>
          <a:p>
            <a:r>
              <a:rPr lang="en-US" noProof="0" dirty="0"/>
              <a:t>add-on, but it is part of the existing orchestration stack.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5209E7F-0E64-9174-5EF2-D6401F12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8794" y="1168997"/>
            <a:ext cx="929099" cy="92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2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E59A2-E09F-4CC5-8094-030E7A15E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4D76C7-875A-F39F-1299-97F256BB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What Automation Can Add for Network Security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18B4E-C2DE-3D32-2D30-FD6F14DB7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844" y="1168997"/>
            <a:ext cx="9643172" cy="46800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Abstraction for the user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Administrators can specify what security properties are required, without manually writing every device-level rule.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endParaRPr lang="en-US" sz="300" b="1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Repeatable configuration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The same reasoning process can be applied consistently whenever topology, services, or requirements change.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endParaRPr lang="en-US" sz="400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Formal verification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The computed configuration can be checked against the intended security requirements before deployment.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endParaRPr lang="en-US" sz="400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Optimization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Automation can search for solutions with lower cost, resource usage, rule-set size, or performance overhead.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EF2F882-E6C3-0A5D-0270-856BFF6D8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092" y="1178230"/>
            <a:ext cx="1021080" cy="102108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CCB1CEF-50BD-0E73-CF23-1CE271D94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390" y="2545425"/>
            <a:ext cx="993648" cy="993648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7840B535-0D9D-6852-EAB5-8C2CCC1A8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0256" y="3959352"/>
            <a:ext cx="909916" cy="909916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3B3273FB-4D1C-5693-13AC-018A71B03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0256" y="5234045"/>
            <a:ext cx="909916" cy="90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2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E004E-BA40-AC35-5915-2C986939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C475B2-D5C4-0CA0-69E6-FE80DA839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Intent/Policy-Based Networking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93189B-C9F8-C723-14F4-B9DF4876D0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844" y="1168997"/>
            <a:ext cx="11197302" cy="4680000"/>
          </a:xfrm>
        </p:spPr>
        <p:txBody>
          <a:bodyPr/>
          <a:lstStyle/>
          <a:p>
            <a:r>
              <a:rPr lang="en-US" noProof="0" dirty="0"/>
              <a:t>Two well-established paradigms for network management can be adopted and customized for network security:</a:t>
            </a:r>
          </a:p>
          <a:p>
            <a:endParaRPr lang="en-US" sz="1800" noProof="0" dirty="0"/>
          </a:p>
          <a:p>
            <a:endParaRPr lang="en-US" noProof="0" dirty="0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E1E060E-1FE4-0176-F58B-01E5AEB1D822}"/>
              </a:ext>
            </a:extLst>
          </p:cNvPr>
          <p:cNvGrpSpPr/>
          <p:nvPr/>
        </p:nvGrpSpPr>
        <p:grpSpPr>
          <a:xfrm>
            <a:off x="538856" y="2596846"/>
            <a:ext cx="10883523" cy="1235768"/>
            <a:chOff x="5413954" y="2591070"/>
            <a:chExt cx="10883523" cy="1235768"/>
          </a:xfrm>
        </p:grpSpPr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E6EE4A3F-A1D9-B1BE-B49E-D1D0734B5B13}"/>
                </a:ext>
              </a:extLst>
            </p:cNvPr>
            <p:cNvSpPr/>
            <p:nvPr/>
          </p:nvSpPr>
          <p:spPr>
            <a:xfrm>
              <a:off x="5413954" y="2591072"/>
              <a:ext cx="10883523" cy="123576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0884976E-D3C4-F8C8-E680-5F995E3048CB}"/>
                </a:ext>
              </a:extLst>
            </p:cNvPr>
            <p:cNvSpPr txBox="1"/>
            <p:nvPr/>
          </p:nvSpPr>
          <p:spPr>
            <a:xfrm>
              <a:off x="8624138" y="2631746"/>
              <a:ext cx="5349240" cy="483989"/>
            </a:xfrm>
            <a:prstGeom prst="snipRound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noProof="0" dirty="0"/>
                <a:t>Intent-Based Networking (IBN)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4D4552EF-41D3-4088-4BA0-96DDAAEBAD54}"/>
                </a:ext>
              </a:extLst>
            </p:cNvPr>
            <p:cNvSpPr txBox="1"/>
            <p:nvPr/>
          </p:nvSpPr>
          <p:spPr>
            <a:xfrm>
              <a:off x="6600881" y="3156408"/>
              <a:ext cx="957234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noProof="0" dirty="0"/>
                <a:t>A. </a:t>
              </a:r>
              <a:r>
                <a:rPr lang="en-US" sz="1600" noProof="0" dirty="0" err="1"/>
                <a:t>Leivadeas</a:t>
              </a:r>
              <a:r>
                <a:rPr lang="en-US" sz="1600" noProof="0" dirty="0"/>
                <a:t> and M. Falkner, “A survey on intent-based networking,” IEEE Communications Surveys &amp; Tutorials, vol. 25, no. 1, pp. 625–655, 2023, </a:t>
              </a:r>
              <a:r>
                <a:rPr lang="en-US" sz="1600" noProof="0" dirty="0" err="1"/>
                <a:t>doi</a:t>
              </a:r>
              <a:r>
                <a:rPr lang="en-US" sz="1600" noProof="0" dirty="0"/>
                <a:t>: 10.1109/COMST.2022.3215919.</a:t>
              </a:r>
            </a:p>
          </p:txBody>
        </p: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FB28B40B-B40A-A423-B796-A26CE586CF06}"/>
                </a:ext>
              </a:extLst>
            </p:cNvPr>
            <p:cNvSpPr/>
            <p:nvPr/>
          </p:nvSpPr>
          <p:spPr>
            <a:xfrm>
              <a:off x="5413956" y="2591070"/>
              <a:ext cx="896902" cy="1235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789ACFE7-6B87-2BCB-38B1-E2979FF7AC50}"/>
              </a:ext>
            </a:extLst>
          </p:cNvPr>
          <p:cNvGrpSpPr/>
          <p:nvPr/>
        </p:nvGrpSpPr>
        <p:grpSpPr>
          <a:xfrm>
            <a:off x="538856" y="4246078"/>
            <a:ext cx="10883522" cy="1235768"/>
            <a:chOff x="5413954" y="2591070"/>
            <a:chExt cx="11500420" cy="1235768"/>
          </a:xfrm>
        </p:grpSpPr>
        <p:sp>
          <p:nvSpPr>
            <p:cNvPr id="13" name="Rettangolo con angoli arrotondati 12">
              <a:extLst>
                <a:ext uri="{FF2B5EF4-FFF2-40B4-BE49-F238E27FC236}">
                  <a16:creationId xmlns:a16="http://schemas.microsoft.com/office/drawing/2014/main" id="{ACF97470-97FC-50DD-68C7-6F4F67123074}"/>
                </a:ext>
              </a:extLst>
            </p:cNvPr>
            <p:cNvSpPr/>
            <p:nvPr/>
          </p:nvSpPr>
          <p:spPr>
            <a:xfrm>
              <a:off x="5413954" y="2591072"/>
              <a:ext cx="11500420" cy="123576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" name="Rettangolo con angoli arrotondati 14">
              <a:extLst>
                <a:ext uri="{FF2B5EF4-FFF2-40B4-BE49-F238E27FC236}">
                  <a16:creationId xmlns:a16="http://schemas.microsoft.com/office/drawing/2014/main" id="{2BD2A8E1-C5EA-8A21-AEEF-FA6A0B2B5625}"/>
                </a:ext>
              </a:extLst>
            </p:cNvPr>
            <p:cNvSpPr/>
            <p:nvPr/>
          </p:nvSpPr>
          <p:spPr>
            <a:xfrm>
              <a:off x="5413956" y="2591070"/>
              <a:ext cx="992959" cy="1235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17" name="Immagine 16">
            <a:extLst>
              <a:ext uri="{FF2B5EF4-FFF2-40B4-BE49-F238E27FC236}">
                <a16:creationId xmlns:a16="http://schemas.microsoft.com/office/drawing/2014/main" id="{14BE3C43-3B05-2EFE-A8FF-A46D1450E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52" y="2942661"/>
            <a:ext cx="566335" cy="56633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C97BF4A4-3A1A-C857-4039-0880066FA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52" y="4521310"/>
            <a:ext cx="646331" cy="646331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03051F3-A86B-DAC4-C974-2FE4123C7CC2}"/>
              </a:ext>
            </a:extLst>
          </p:cNvPr>
          <p:cNvSpPr txBox="1"/>
          <p:nvPr/>
        </p:nvSpPr>
        <p:spPr>
          <a:xfrm>
            <a:off x="2919298" y="4279315"/>
            <a:ext cx="7228103" cy="483989"/>
          </a:xfrm>
          <a:prstGeom prst="snipRound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 noProof="0" dirty="0"/>
              <a:t>Policy-Based Network Management (PBNM)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F0BE53A5-8CF0-919E-4CDB-320DD3A0DA3F}"/>
              </a:ext>
            </a:extLst>
          </p:cNvPr>
          <p:cNvSpPr txBox="1"/>
          <p:nvPr/>
        </p:nvSpPr>
        <p:spPr>
          <a:xfrm>
            <a:off x="1689634" y="4822419"/>
            <a:ext cx="98031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/>
              <a:t>R. </a:t>
            </a:r>
            <a:r>
              <a:rPr lang="en-US" sz="1600" noProof="0" dirty="0" err="1"/>
              <a:t>Boutaba</a:t>
            </a:r>
            <a:r>
              <a:rPr lang="en-US" sz="1600" noProof="0" dirty="0"/>
              <a:t> and I. </a:t>
            </a:r>
            <a:r>
              <a:rPr lang="en-US" sz="1600" noProof="0" dirty="0" err="1"/>
              <a:t>Aib</a:t>
            </a:r>
            <a:r>
              <a:rPr lang="en-US" sz="1600" noProof="0" dirty="0"/>
              <a:t>, “Policy-based management: A historical perspective,” Journal of Network and Systems Management, vol. 15, no. 4, pp. 447–480, 2007, </a:t>
            </a:r>
            <a:r>
              <a:rPr lang="en-US" sz="1600" noProof="0" dirty="0" err="1"/>
              <a:t>doi</a:t>
            </a:r>
            <a:r>
              <a:rPr lang="en-US" sz="1600" noProof="0" dirty="0"/>
              <a:t>: 10.1007/s10922-007-9083-8.</a:t>
            </a:r>
          </a:p>
        </p:txBody>
      </p:sp>
    </p:spTree>
    <p:extLst>
      <p:ext uri="{BB962C8B-B14F-4D97-AF65-F5344CB8AC3E}">
        <p14:creationId xmlns:p14="http://schemas.microsoft.com/office/powerpoint/2010/main" val="2855585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02F1-F7FF-3542-E020-D1A59224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tangolo con angoli in alto arrotondati 199">
            <a:extLst>
              <a:ext uri="{FF2B5EF4-FFF2-40B4-BE49-F238E27FC236}">
                <a16:creationId xmlns:a16="http://schemas.microsoft.com/office/drawing/2014/main" id="{BED3D094-4D09-66BF-B9CD-70861A9E3E4B}"/>
              </a:ext>
            </a:extLst>
          </p:cNvPr>
          <p:cNvSpPr/>
          <p:nvPr/>
        </p:nvSpPr>
        <p:spPr>
          <a:xfrm>
            <a:off x="896247" y="4396354"/>
            <a:ext cx="3194304" cy="1568138"/>
          </a:xfrm>
          <a:prstGeom prst="round2Same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BD83B12-DC97-E798-7D9D-83A3D1C2C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Intent/Policy-based Network Security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D39426AA-25F8-A7A5-0A3B-6D419401B570}"/>
              </a:ext>
            </a:extLst>
          </p:cNvPr>
          <p:cNvSpPr/>
          <p:nvPr/>
        </p:nvSpPr>
        <p:spPr>
          <a:xfrm>
            <a:off x="1017431" y="2027835"/>
            <a:ext cx="2807595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Intent Enrichment </a:t>
            </a:r>
          </a:p>
          <a:p>
            <a:pPr algn="ctr"/>
            <a:r>
              <a:rPr lang="en-US" noProof="0" dirty="0"/>
              <a:t>and Translation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D158C1EA-963D-853F-3DCD-BF8EDEBFAE92}"/>
              </a:ext>
            </a:extLst>
          </p:cNvPr>
          <p:cNvSpPr/>
          <p:nvPr/>
        </p:nvSpPr>
        <p:spPr>
          <a:xfrm>
            <a:off x="122772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Refinement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74126276-05B6-CECF-0324-48A819DB3A88}"/>
              </a:ext>
            </a:extLst>
          </p:cNvPr>
          <p:cNvSpPr/>
          <p:nvPr/>
        </p:nvSpPr>
        <p:spPr>
          <a:xfrm>
            <a:off x="2632744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Assurance</a:t>
            </a:r>
          </a:p>
        </p:txBody>
      </p:sp>
      <p:grpSp>
        <p:nvGrpSpPr>
          <p:cNvPr id="199" name="Gruppo 198">
            <a:extLst>
              <a:ext uri="{FF2B5EF4-FFF2-40B4-BE49-F238E27FC236}">
                <a16:creationId xmlns:a16="http://schemas.microsoft.com/office/drawing/2014/main" id="{9DC5BC3C-C2CD-C8CE-C8AC-C980387670E6}"/>
              </a:ext>
            </a:extLst>
          </p:cNvPr>
          <p:cNvGrpSpPr/>
          <p:nvPr/>
        </p:nvGrpSpPr>
        <p:grpSpPr>
          <a:xfrm>
            <a:off x="1267236" y="4551095"/>
            <a:ext cx="2431042" cy="939394"/>
            <a:chOff x="1179754" y="4668926"/>
            <a:chExt cx="2807595" cy="1084900"/>
          </a:xfrm>
        </p:grpSpPr>
        <p:grpSp>
          <p:nvGrpSpPr>
            <p:cNvPr id="11" name="Google Shape;1604;p10">
              <a:extLst>
                <a:ext uri="{FF2B5EF4-FFF2-40B4-BE49-F238E27FC236}">
                  <a16:creationId xmlns:a16="http://schemas.microsoft.com/office/drawing/2014/main" id="{58791AF8-3F99-0F0C-D717-77C743301D1E}"/>
                </a:ext>
              </a:extLst>
            </p:cNvPr>
            <p:cNvGrpSpPr/>
            <p:nvPr/>
          </p:nvGrpSpPr>
          <p:grpSpPr>
            <a:xfrm>
              <a:off x="2477159" y="4893755"/>
              <a:ext cx="316605" cy="257092"/>
              <a:chOff x="4352056" y="0"/>
              <a:chExt cx="675640" cy="548640"/>
            </a:xfrm>
          </p:grpSpPr>
          <p:grpSp>
            <p:nvGrpSpPr>
              <p:cNvPr id="72" name="Google Shape;1606;p10">
                <a:extLst>
                  <a:ext uri="{FF2B5EF4-FFF2-40B4-BE49-F238E27FC236}">
                    <a16:creationId xmlns:a16="http://schemas.microsoft.com/office/drawing/2014/main" id="{99BFE813-923A-AD14-2E9D-5598AF3BA379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74" name="Google Shape;1607;p10">
                  <a:extLst>
                    <a:ext uri="{FF2B5EF4-FFF2-40B4-BE49-F238E27FC236}">
                      <a16:creationId xmlns:a16="http://schemas.microsoft.com/office/drawing/2014/main" id="{B2135651-5C54-2382-9FAA-49852B501024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5" name="Google Shape;1608;p10">
                  <a:extLst>
                    <a:ext uri="{FF2B5EF4-FFF2-40B4-BE49-F238E27FC236}">
                      <a16:creationId xmlns:a16="http://schemas.microsoft.com/office/drawing/2014/main" id="{BD34AD0D-92CA-3FB8-8931-638538BBDAFC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" name="Google Shape;1609;p10">
                  <a:extLst>
                    <a:ext uri="{FF2B5EF4-FFF2-40B4-BE49-F238E27FC236}">
                      <a16:creationId xmlns:a16="http://schemas.microsoft.com/office/drawing/2014/main" id="{C42E90FE-CCFD-16CD-7BE1-90C6C614A82B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7" name="Google Shape;1610;p10">
                  <a:extLst>
                    <a:ext uri="{FF2B5EF4-FFF2-40B4-BE49-F238E27FC236}">
                      <a16:creationId xmlns:a16="http://schemas.microsoft.com/office/drawing/2014/main" id="{C4D40037-6AD8-5320-E724-36A009A96D2D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" name="Google Shape;1611;p10">
                  <a:extLst>
                    <a:ext uri="{FF2B5EF4-FFF2-40B4-BE49-F238E27FC236}">
                      <a16:creationId xmlns:a16="http://schemas.microsoft.com/office/drawing/2014/main" id="{BEAACFCC-6F20-5E3E-284B-7D3F274C4911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9" name="Google Shape;1612;p10">
                  <a:extLst>
                    <a:ext uri="{FF2B5EF4-FFF2-40B4-BE49-F238E27FC236}">
                      <a16:creationId xmlns:a16="http://schemas.microsoft.com/office/drawing/2014/main" id="{EAFA02F8-1A05-CAB2-2067-A96F9A9947FA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0" name="Google Shape;1613;p10">
                  <a:extLst>
                    <a:ext uri="{FF2B5EF4-FFF2-40B4-BE49-F238E27FC236}">
                      <a16:creationId xmlns:a16="http://schemas.microsoft.com/office/drawing/2014/main" id="{F6829E2C-E1E6-041D-CCD8-AE9DDB02D767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1" name="Google Shape;1614;p10">
                  <a:extLst>
                    <a:ext uri="{FF2B5EF4-FFF2-40B4-BE49-F238E27FC236}">
                      <a16:creationId xmlns:a16="http://schemas.microsoft.com/office/drawing/2014/main" id="{B41C28C9-DD48-3F89-5748-3CA16D614291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1615;p10">
                  <a:extLst>
                    <a:ext uri="{FF2B5EF4-FFF2-40B4-BE49-F238E27FC236}">
                      <a16:creationId xmlns:a16="http://schemas.microsoft.com/office/drawing/2014/main" id="{82ADA95C-4DAC-A900-EABD-20018D180DC2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" name="Google Shape;1617;p10">
                <a:extLst>
                  <a:ext uri="{FF2B5EF4-FFF2-40B4-BE49-F238E27FC236}">
                    <a16:creationId xmlns:a16="http://schemas.microsoft.com/office/drawing/2014/main" id="{07A9AF55-3D50-A507-44BA-0B9A02002958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" name="Google Shape;1415;p7">
              <a:extLst>
                <a:ext uri="{FF2B5EF4-FFF2-40B4-BE49-F238E27FC236}">
                  <a16:creationId xmlns:a16="http://schemas.microsoft.com/office/drawing/2014/main" id="{64B31A62-959D-FB3E-B405-DD45D28C5CE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4726806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415;p7">
              <a:extLst>
                <a:ext uri="{FF2B5EF4-FFF2-40B4-BE49-F238E27FC236}">
                  <a16:creationId xmlns:a16="http://schemas.microsoft.com/office/drawing/2014/main" id="{7566C6B9-3E47-E49C-85F9-F177AE7182E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79754" y="5091622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15;p7">
              <a:extLst>
                <a:ext uri="{FF2B5EF4-FFF2-40B4-BE49-F238E27FC236}">
                  <a16:creationId xmlns:a16="http://schemas.microsoft.com/office/drawing/2014/main" id="{C4C2346A-519A-092E-7B78-F9ED49DB7A2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5485565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80;p1">
              <a:extLst>
                <a:ext uri="{FF2B5EF4-FFF2-40B4-BE49-F238E27FC236}">
                  <a16:creationId xmlns:a16="http://schemas.microsoft.com/office/drawing/2014/main" id="{7FEE8699-D5E3-7D0E-F229-586A48C81EF6}"/>
                </a:ext>
              </a:extLst>
            </p:cNvPr>
            <p:cNvSpPr/>
            <p:nvPr/>
          </p:nvSpPr>
          <p:spPr>
            <a:xfrm>
              <a:off x="3170275" y="4668926"/>
              <a:ext cx="478223" cy="26988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80;p1">
              <a:extLst>
                <a:ext uri="{FF2B5EF4-FFF2-40B4-BE49-F238E27FC236}">
                  <a16:creationId xmlns:a16="http://schemas.microsoft.com/office/drawing/2014/main" id="{7CF71283-D362-09D0-CAB4-432116D539E0}"/>
                </a:ext>
              </a:extLst>
            </p:cNvPr>
            <p:cNvSpPr/>
            <p:nvPr/>
          </p:nvSpPr>
          <p:spPr>
            <a:xfrm>
              <a:off x="2296411" y="5399345"/>
              <a:ext cx="498139" cy="28112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239FBA3C-2A8B-ED7B-408B-9A58E86AB9B2}"/>
                </a:ext>
              </a:extLst>
            </p:cNvPr>
            <p:cNvGrpSpPr/>
            <p:nvPr/>
          </p:nvGrpSpPr>
          <p:grpSpPr>
            <a:xfrm>
              <a:off x="3542900" y="5177446"/>
              <a:ext cx="444449" cy="256390"/>
              <a:chOff x="8600187" y="2519609"/>
              <a:chExt cx="1168494" cy="674070"/>
            </a:xfrm>
          </p:grpSpPr>
          <p:grpSp>
            <p:nvGrpSpPr>
              <p:cNvPr id="60" name="Google Shape;457;p2">
                <a:extLst>
                  <a:ext uri="{FF2B5EF4-FFF2-40B4-BE49-F238E27FC236}">
                    <a16:creationId xmlns:a16="http://schemas.microsoft.com/office/drawing/2014/main" id="{58FA7F47-5CEF-96DD-1B6C-89EF0D7F6211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69" name="Google Shape;458;p2">
                  <a:extLst>
                    <a:ext uri="{FF2B5EF4-FFF2-40B4-BE49-F238E27FC236}">
                      <a16:creationId xmlns:a16="http://schemas.microsoft.com/office/drawing/2014/main" id="{1B26DACB-5C9A-1C23-B83A-B75ECA7CC3A7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0" name="Google Shape;459;p2">
                  <a:extLst>
                    <a:ext uri="{FF2B5EF4-FFF2-40B4-BE49-F238E27FC236}">
                      <a16:creationId xmlns:a16="http://schemas.microsoft.com/office/drawing/2014/main" id="{92D2B8AB-2023-31A1-D694-466AB82EA4C3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1" name="Google Shape;460;p2">
                  <a:extLst>
                    <a:ext uri="{FF2B5EF4-FFF2-40B4-BE49-F238E27FC236}">
                      <a16:creationId xmlns:a16="http://schemas.microsoft.com/office/drawing/2014/main" id="{44AA5D5F-F5A7-A7D5-8727-D8A628C12F41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61" name="Google Shape;510;p2">
                <a:extLst>
                  <a:ext uri="{FF2B5EF4-FFF2-40B4-BE49-F238E27FC236}">
                    <a16:creationId xmlns:a16="http://schemas.microsoft.com/office/drawing/2014/main" id="{CACD4F46-2DF9-7C82-DB2A-1B8705A7E6B9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62" name="Google Shape;511;p2">
                  <a:extLst>
                    <a:ext uri="{FF2B5EF4-FFF2-40B4-BE49-F238E27FC236}">
                      <a16:creationId xmlns:a16="http://schemas.microsoft.com/office/drawing/2014/main" id="{1B407538-4324-0249-ECE7-BE789F85EBCD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512;p2">
                  <a:extLst>
                    <a:ext uri="{FF2B5EF4-FFF2-40B4-BE49-F238E27FC236}">
                      <a16:creationId xmlns:a16="http://schemas.microsoft.com/office/drawing/2014/main" id="{AC07943B-C27E-C147-B0A8-3DE6E5064C69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Google Shape;513;p2">
                  <a:extLst>
                    <a:ext uri="{FF2B5EF4-FFF2-40B4-BE49-F238E27FC236}">
                      <a16:creationId xmlns:a16="http://schemas.microsoft.com/office/drawing/2014/main" id="{DFD8121C-DF83-0572-CBD0-DB8DF997AE22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" name="Google Shape;514;p2">
                  <a:extLst>
                    <a:ext uri="{FF2B5EF4-FFF2-40B4-BE49-F238E27FC236}">
                      <a16:creationId xmlns:a16="http://schemas.microsoft.com/office/drawing/2014/main" id="{745C5C73-45F0-307E-92FE-9867CC238BBE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Google Shape;515;p2">
                  <a:extLst>
                    <a:ext uri="{FF2B5EF4-FFF2-40B4-BE49-F238E27FC236}">
                      <a16:creationId xmlns:a16="http://schemas.microsoft.com/office/drawing/2014/main" id="{F3A70A8B-87BF-95B2-7FB9-E25D2C84B4F1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516;p2">
                  <a:extLst>
                    <a:ext uri="{FF2B5EF4-FFF2-40B4-BE49-F238E27FC236}">
                      <a16:creationId xmlns:a16="http://schemas.microsoft.com/office/drawing/2014/main" id="{C4A05298-EDB3-5267-1BA2-961F23C9AC1E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517;p2">
                  <a:extLst>
                    <a:ext uri="{FF2B5EF4-FFF2-40B4-BE49-F238E27FC236}">
                      <a16:creationId xmlns:a16="http://schemas.microsoft.com/office/drawing/2014/main" id="{4A6034FE-E621-0A07-6111-102CA5AFD632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D4662FD2-106B-5C0D-8137-A7E86EB16B22}"/>
                </a:ext>
              </a:extLst>
            </p:cNvPr>
            <p:cNvGrpSpPr/>
            <p:nvPr/>
          </p:nvGrpSpPr>
          <p:grpSpPr>
            <a:xfrm>
              <a:off x="3542900" y="5497436"/>
              <a:ext cx="444449" cy="256390"/>
              <a:chOff x="8600187" y="2519609"/>
              <a:chExt cx="1168494" cy="674070"/>
            </a:xfrm>
          </p:grpSpPr>
          <p:grpSp>
            <p:nvGrpSpPr>
              <p:cNvPr id="48" name="Google Shape;457;p2">
                <a:extLst>
                  <a:ext uri="{FF2B5EF4-FFF2-40B4-BE49-F238E27FC236}">
                    <a16:creationId xmlns:a16="http://schemas.microsoft.com/office/drawing/2014/main" id="{BB25E42F-E95C-FB24-86FD-E3B80D918BBE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57" name="Google Shape;458;p2">
                  <a:extLst>
                    <a:ext uri="{FF2B5EF4-FFF2-40B4-BE49-F238E27FC236}">
                      <a16:creationId xmlns:a16="http://schemas.microsoft.com/office/drawing/2014/main" id="{20266F6B-853C-3931-8F6B-CFAEE1FAEED3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8" name="Google Shape;459;p2">
                  <a:extLst>
                    <a:ext uri="{FF2B5EF4-FFF2-40B4-BE49-F238E27FC236}">
                      <a16:creationId xmlns:a16="http://schemas.microsoft.com/office/drawing/2014/main" id="{5728AB40-FF0A-450B-B4C4-06E92CCDB3B8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9" name="Google Shape;460;p2">
                  <a:extLst>
                    <a:ext uri="{FF2B5EF4-FFF2-40B4-BE49-F238E27FC236}">
                      <a16:creationId xmlns:a16="http://schemas.microsoft.com/office/drawing/2014/main" id="{CE59FC50-AD5D-C9B8-1013-FCEF93B16527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49" name="Google Shape;510;p2">
                <a:extLst>
                  <a:ext uri="{FF2B5EF4-FFF2-40B4-BE49-F238E27FC236}">
                    <a16:creationId xmlns:a16="http://schemas.microsoft.com/office/drawing/2014/main" id="{83E20A69-F74F-A1A7-668C-7D41666601C1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50" name="Google Shape;511;p2">
                  <a:extLst>
                    <a:ext uri="{FF2B5EF4-FFF2-40B4-BE49-F238E27FC236}">
                      <a16:creationId xmlns:a16="http://schemas.microsoft.com/office/drawing/2014/main" id="{40E62876-4F6C-DB9E-FFAF-6D3068D48AE6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" name="Google Shape;512;p2">
                  <a:extLst>
                    <a:ext uri="{FF2B5EF4-FFF2-40B4-BE49-F238E27FC236}">
                      <a16:creationId xmlns:a16="http://schemas.microsoft.com/office/drawing/2014/main" id="{A82AEDCA-A4FF-0DC1-87F9-7F25E41F77CB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" name="Google Shape;513;p2">
                  <a:extLst>
                    <a:ext uri="{FF2B5EF4-FFF2-40B4-BE49-F238E27FC236}">
                      <a16:creationId xmlns:a16="http://schemas.microsoft.com/office/drawing/2014/main" id="{012B89BD-1093-A28B-74AB-C6CC70E7EABF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514;p2">
                  <a:extLst>
                    <a:ext uri="{FF2B5EF4-FFF2-40B4-BE49-F238E27FC236}">
                      <a16:creationId xmlns:a16="http://schemas.microsoft.com/office/drawing/2014/main" id="{B641A6BA-2419-B751-310E-DA0CC63F1D30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515;p2">
                  <a:extLst>
                    <a:ext uri="{FF2B5EF4-FFF2-40B4-BE49-F238E27FC236}">
                      <a16:creationId xmlns:a16="http://schemas.microsoft.com/office/drawing/2014/main" id="{A03AFADE-4A76-35F0-F69C-09168B01C7F5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16;p2">
                  <a:extLst>
                    <a:ext uri="{FF2B5EF4-FFF2-40B4-BE49-F238E27FC236}">
                      <a16:creationId xmlns:a16="http://schemas.microsoft.com/office/drawing/2014/main" id="{B13B8F2A-8F53-4436-5ED3-14CBEE3D5FA9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17;p2">
                  <a:extLst>
                    <a:ext uri="{FF2B5EF4-FFF2-40B4-BE49-F238E27FC236}">
                      <a16:creationId xmlns:a16="http://schemas.microsoft.com/office/drawing/2014/main" id="{54462759-6AB3-1334-CCA1-F54063F48B1A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C432A3C6-AB5F-485C-0C48-B93301209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0460" y="5091622"/>
              <a:ext cx="412080" cy="274720"/>
            </a:xfrm>
            <a:prstGeom prst="rect">
              <a:avLst/>
            </a:prstGeom>
          </p:spPr>
        </p:pic>
        <p:grpSp>
          <p:nvGrpSpPr>
            <p:cNvPr id="20" name="Google Shape;1604;p10">
              <a:extLst>
                <a:ext uri="{FF2B5EF4-FFF2-40B4-BE49-F238E27FC236}">
                  <a16:creationId xmlns:a16="http://schemas.microsoft.com/office/drawing/2014/main" id="{F913BDC7-5703-5E39-86DA-EBB586BD60BB}"/>
                </a:ext>
              </a:extLst>
            </p:cNvPr>
            <p:cNvGrpSpPr/>
            <p:nvPr/>
          </p:nvGrpSpPr>
          <p:grpSpPr>
            <a:xfrm>
              <a:off x="3047964" y="5357019"/>
              <a:ext cx="316605" cy="257092"/>
              <a:chOff x="4352056" y="0"/>
              <a:chExt cx="675640" cy="548640"/>
            </a:xfrm>
          </p:grpSpPr>
          <p:grpSp>
            <p:nvGrpSpPr>
              <p:cNvPr id="37" name="Google Shape;1606;p10">
                <a:extLst>
                  <a:ext uri="{FF2B5EF4-FFF2-40B4-BE49-F238E27FC236}">
                    <a16:creationId xmlns:a16="http://schemas.microsoft.com/office/drawing/2014/main" id="{7914DD92-8AFF-58F0-E185-F6CF0BB0107C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39" name="Google Shape;1607;p10">
                  <a:extLst>
                    <a:ext uri="{FF2B5EF4-FFF2-40B4-BE49-F238E27FC236}">
                      <a16:creationId xmlns:a16="http://schemas.microsoft.com/office/drawing/2014/main" id="{295CCC56-1785-E2F0-C56C-91C83F8308B4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" name="Google Shape;1608;p10">
                  <a:extLst>
                    <a:ext uri="{FF2B5EF4-FFF2-40B4-BE49-F238E27FC236}">
                      <a16:creationId xmlns:a16="http://schemas.microsoft.com/office/drawing/2014/main" id="{61224301-208B-1864-C65C-2C2B2CF9F8F8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" name="Google Shape;1609;p10">
                  <a:extLst>
                    <a:ext uri="{FF2B5EF4-FFF2-40B4-BE49-F238E27FC236}">
                      <a16:creationId xmlns:a16="http://schemas.microsoft.com/office/drawing/2014/main" id="{36D2209F-E8DC-D5FD-B723-AAE2F5CF8CAF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2" name="Google Shape;1610;p10">
                  <a:extLst>
                    <a:ext uri="{FF2B5EF4-FFF2-40B4-BE49-F238E27FC236}">
                      <a16:creationId xmlns:a16="http://schemas.microsoft.com/office/drawing/2014/main" id="{A019C65B-22AB-B792-7FEE-DA2BD64C4A14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" name="Google Shape;1611;p10">
                  <a:extLst>
                    <a:ext uri="{FF2B5EF4-FFF2-40B4-BE49-F238E27FC236}">
                      <a16:creationId xmlns:a16="http://schemas.microsoft.com/office/drawing/2014/main" id="{93AB9A29-21E8-C3BC-7DB9-E0C31E9F065E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4" name="Google Shape;1612;p10">
                  <a:extLst>
                    <a:ext uri="{FF2B5EF4-FFF2-40B4-BE49-F238E27FC236}">
                      <a16:creationId xmlns:a16="http://schemas.microsoft.com/office/drawing/2014/main" id="{ACB19D03-F10F-CBE5-E9A9-5067AF1F5DBA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" name="Google Shape;1613;p10">
                  <a:extLst>
                    <a:ext uri="{FF2B5EF4-FFF2-40B4-BE49-F238E27FC236}">
                      <a16:creationId xmlns:a16="http://schemas.microsoft.com/office/drawing/2014/main" id="{566E681E-4946-E885-3750-4EA710F54EAE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14;p10">
                  <a:extLst>
                    <a:ext uri="{FF2B5EF4-FFF2-40B4-BE49-F238E27FC236}">
                      <a16:creationId xmlns:a16="http://schemas.microsoft.com/office/drawing/2014/main" id="{00F7BA00-69D2-8F4A-2C43-A6631CBD87EE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1615;p10">
                  <a:extLst>
                    <a:ext uri="{FF2B5EF4-FFF2-40B4-BE49-F238E27FC236}">
                      <a16:creationId xmlns:a16="http://schemas.microsoft.com/office/drawing/2014/main" id="{C9585BC5-F806-CF21-0EC7-ED6FBA43479E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" name="Google Shape;1617;p10">
                <a:extLst>
                  <a:ext uri="{FF2B5EF4-FFF2-40B4-BE49-F238E27FC236}">
                    <a16:creationId xmlns:a16="http://schemas.microsoft.com/office/drawing/2014/main" id="{338CD0C8-3CAD-6433-BBBE-8804F3220EB0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DF47CCED-988F-2C7B-FC4F-12AE572F40AF}"/>
                </a:ext>
              </a:extLst>
            </p:cNvPr>
            <p:cNvCxnSpPr>
              <a:cxnSpLocks/>
            </p:cNvCxnSpPr>
            <p:nvPr/>
          </p:nvCxnSpPr>
          <p:spPr>
            <a:xfrm>
              <a:off x="1488916" y="4849145"/>
              <a:ext cx="310279" cy="311854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66D0DD08-A3C4-2970-BBD3-A0FFA5789D0B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484422" y="5219817"/>
              <a:ext cx="314773" cy="585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45CFC35E-CCAE-6712-16EB-9A51144AD996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1488916" y="5315134"/>
              <a:ext cx="332136" cy="298626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FD85732F-9AE4-D2AE-F846-CE5F746D36CC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>
              <a:off x="2635461" y="5150847"/>
              <a:ext cx="0" cy="24685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ttore a gomito 24">
              <a:extLst>
                <a:ext uri="{FF2B5EF4-FFF2-40B4-BE49-F238E27FC236}">
                  <a16:creationId xmlns:a16="http://schemas.microsoft.com/office/drawing/2014/main" id="{A219A102-E829-3F6B-DA1D-544D85825CA0}"/>
                </a:ext>
              </a:extLst>
            </p:cNvPr>
            <p:cNvCxnSpPr>
              <a:cxnSpLocks/>
              <a:stCxn id="158" idx="0"/>
            </p:cNvCxnSpPr>
            <p:nvPr/>
          </p:nvCxnSpPr>
          <p:spPr>
            <a:xfrm rot="5400000" flipH="1" flipV="1">
              <a:off x="2378902" y="4960870"/>
              <a:ext cx="59280" cy="179207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a gomito 25">
              <a:extLst>
                <a:ext uri="{FF2B5EF4-FFF2-40B4-BE49-F238E27FC236}">
                  <a16:creationId xmlns:a16="http://schemas.microsoft.com/office/drawing/2014/main" id="{1757A82A-FA78-EAE6-4876-C4E21361AF59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rot="5400000" flipH="1" flipV="1">
              <a:off x="2866560" y="4587831"/>
              <a:ext cx="74826" cy="5370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E079D855-E989-ACFC-5982-44004AABD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1554" y="5304558"/>
              <a:ext cx="211346" cy="13354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5F2C238A-0EC3-DD6D-55D3-FD12A0A60DCE}"/>
                </a:ext>
              </a:extLst>
            </p:cNvPr>
            <p:cNvCxnSpPr>
              <a:cxnSpLocks/>
            </p:cNvCxnSpPr>
            <p:nvPr/>
          </p:nvCxnSpPr>
          <p:spPr>
            <a:xfrm>
              <a:off x="3334812" y="5526743"/>
              <a:ext cx="208088" cy="115232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9" name="Google Shape;1620;p10">
              <a:extLst>
                <a:ext uri="{FF2B5EF4-FFF2-40B4-BE49-F238E27FC236}">
                  <a16:creationId xmlns:a16="http://schemas.microsoft.com/office/drawing/2014/main" id="{92EB5B3D-E0BA-1F26-F0E6-C3980F01B9BA}"/>
                </a:ext>
              </a:extLst>
            </p:cNvPr>
            <p:cNvGrpSpPr/>
            <p:nvPr/>
          </p:nvGrpSpPr>
          <p:grpSpPr>
            <a:xfrm>
              <a:off x="2211213" y="5080113"/>
              <a:ext cx="215452" cy="246850"/>
              <a:chOff x="7744332" y="687002"/>
              <a:chExt cx="378942" cy="377737"/>
            </a:xfrm>
          </p:grpSpPr>
          <p:sp>
            <p:nvSpPr>
              <p:cNvPr id="161" name="Google Shape;1621;p10">
                <a:extLst>
                  <a:ext uri="{FF2B5EF4-FFF2-40B4-BE49-F238E27FC236}">
                    <a16:creationId xmlns:a16="http://schemas.microsoft.com/office/drawing/2014/main" id="{15D19D67-AADA-A03F-3100-DEB3D2F41334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2;p10">
                <a:extLst>
                  <a:ext uri="{FF2B5EF4-FFF2-40B4-BE49-F238E27FC236}">
                    <a16:creationId xmlns:a16="http://schemas.microsoft.com/office/drawing/2014/main" id="{3B463CF1-E73B-8822-6204-93FFD4BAE018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23;p10">
                <a:extLst>
                  <a:ext uri="{FF2B5EF4-FFF2-40B4-BE49-F238E27FC236}">
                    <a16:creationId xmlns:a16="http://schemas.microsoft.com/office/drawing/2014/main" id="{331564D2-1DD7-457E-0614-0F8C4EEFB016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24;p10">
                <a:extLst>
                  <a:ext uri="{FF2B5EF4-FFF2-40B4-BE49-F238E27FC236}">
                    <a16:creationId xmlns:a16="http://schemas.microsoft.com/office/drawing/2014/main" id="{87DFF292-046E-AB24-A280-011B9A10984B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25;p10">
                <a:extLst>
                  <a:ext uri="{FF2B5EF4-FFF2-40B4-BE49-F238E27FC236}">
                    <a16:creationId xmlns:a16="http://schemas.microsoft.com/office/drawing/2014/main" id="{70700CAC-DC20-99C6-0415-1C52463311C1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26;p10">
                <a:extLst>
                  <a:ext uri="{FF2B5EF4-FFF2-40B4-BE49-F238E27FC236}">
                    <a16:creationId xmlns:a16="http://schemas.microsoft.com/office/drawing/2014/main" id="{8692B73A-40C4-4A88-63AD-3E1AA521FAD7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27;p10">
                <a:extLst>
                  <a:ext uri="{FF2B5EF4-FFF2-40B4-BE49-F238E27FC236}">
                    <a16:creationId xmlns:a16="http://schemas.microsoft.com/office/drawing/2014/main" id="{CF297B8D-A47D-27FD-1808-734F81011FEA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28;p10">
                <a:extLst>
                  <a:ext uri="{FF2B5EF4-FFF2-40B4-BE49-F238E27FC236}">
                    <a16:creationId xmlns:a16="http://schemas.microsoft.com/office/drawing/2014/main" id="{E379EAF5-C73B-89F1-D6A7-72851489A47D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29;p10">
                <a:extLst>
                  <a:ext uri="{FF2B5EF4-FFF2-40B4-BE49-F238E27FC236}">
                    <a16:creationId xmlns:a16="http://schemas.microsoft.com/office/drawing/2014/main" id="{A7800D2B-BFD1-462D-4335-63BBF9157A8D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630;p10">
                <a:extLst>
                  <a:ext uri="{FF2B5EF4-FFF2-40B4-BE49-F238E27FC236}">
                    <a16:creationId xmlns:a16="http://schemas.microsoft.com/office/drawing/2014/main" id="{4E5B1F89-12B8-421F-DF8A-0A0F98D11C53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" name="Google Shape;1632;p10">
              <a:extLst>
                <a:ext uri="{FF2B5EF4-FFF2-40B4-BE49-F238E27FC236}">
                  <a16:creationId xmlns:a16="http://schemas.microsoft.com/office/drawing/2014/main" id="{8924B128-8E16-0F7B-3FE8-FCFD04527D09}"/>
                </a:ext>
              </a:extLst>
            </p:cNvPr>
            <p:cNvSpPr/>
            <p:nvPr/>
          </p:nvSpPr>
          <p:spPr>
            <a:xfrm>
              <a:off x="2186356" y="5080113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" name="Google Shape;1620;p10">
              <a:extLst>
                <a:ext uri="{FF2B5EF4-FFF2-40B4-BE49-F238E27FC236}">
                  <a16:creationId xmlns:a16="http://schemas.microsoft.com/office/drawing/2014/main" id="{D1D52949-E71C-A096-60E5-A0532444C2FA}"/>
                </a:ext>
              </a:extLst>
            </p:cNvPr>
            <p:cNvGrpSpPr/>
            <p:nvPr/>
          </p:nvGrpSpPr>
          <p:grpSpPr>
            <a:xfrm>
              <a:off x="2855937" y="5098955"/>
              <a:ext cx="215452" cy="246850"/>
              <a:chOff x="7744332" y="687002"/>
              <a:chExt cx="378942" cy="377737"/>
            </a:xfrm>
          </p:grpSpPr>
          <p:sp>
            <p:nvSpPr>
              <p:cNvPr id="174" name="Google Shape;1621;p10">
                <a:extLst>
                  <a:ext uri="{FF2B5EF4-FFF2-40B4-BE49-F238E27FC236}">
                    <a16:creationId xmlns:a16="http://schemas.microsoft.com/office/drawing/2014/main" id="{A897B9BF-60E9-DDF4-2D6B-29A46FD51950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622;p10">
                <a:extLst>
                  <a:ext uri="{FF2B5EF4-FFF2-40B4-BE49-F238E27FC236}">
                    <a16:creationId xmlns:a16="http://schemas.microsoft.com/office/drawing/2014/main" id="{1C918B1A-B033-6234-E221-911D77CD5A77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623;p10">
                <a:extLst>
                  <a:ext uri="{FF2B5EF4-FFF2-40B4-BE49-F238E27FC236}">
                    <a16:creationId xmlns:a16="http://schemas.microsoft.com/office/drawing/2014/main" id="{B1273489-ECBE-D85E-A34F-E4C9963B08C9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624;p10">
                <a:extLst>
                  <a:ext uri="{FF2B5EF4-FFF2-40B4-BE49-F238E27FC236}">
                    <a16:creationId xmlns:a16="http://schemas.microsoft.com/office/drawing/2014/main" id="{357B38D6-FAD0-A6EF-7373-1CF4F0DED8C9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625;p10">
                <a:extLst>
                  <a:ext uri="{FF2B5EF4-FFF2-40B4-BE49-F238E27FC236}">
                    <a16:creationId xmlns:a16="http://schemas.microsoft.com/office/drawing/2014/main" id="{DC3E9D86-A73F-0DA8-8064-94DD4A4AE7E6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626;p10">
                <a:extLst>
                  <a:ext uri="{FF2B5EF4-FFF2-40B4-BE49-F238E27FC236}">
                    <a16:creationId xmlns:a16="http://schemas.microsoft.com/office/drawing/2014/main" id="{BF84B33D-5B52-616A-853D-DEBD8470E349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627;p10">
                <a:extLst>
                  <a:ext uri="{FF2B5EF4-FFF2-40B4-BE49-F238E27FC236}">
                    <a16:creationId xmlns:a16="http://schemas.microsoft.com/office/drawing/2014/main" id="{E89F9BC4-06C3-E32D-A934-2F06AC76D89B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628;p10">
                <a:extLst>
                  <a:ext uri="{FF2B5EF4-FFF2-40B4-BE49-F238E27FC236}">
                    <a16:creationId xmlns:a16="http://schemas.microsoft.com/office/drawing/2014/main" id="{2FC18202-AC17-A8EE-6D1A-17D25F531F6B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629;p10">
                <a:extLst>
                  <a:ext uri="{FF2B5EF4-FFF2-40B4-BE49-F238E27FC236}">
                    <a16:creationId xmlns:a16="http://schemas.microsoft.com/office/drawing/2014/main" id="{F00D06F9-2174-0232-B8BC-3B12DFB6A9A0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630;p10">
                <a:extLst>
                  <a:ext uri="{FF2B5EF4-FFF2-40B4-BE49-F238E27FC236}">
                    <a16:creationId xmlns:a16="http://schemas.microsoft.com/office/drawing/2014/main" id="{3060831B-A6E2-26E1-DF3E-0C0F3794FBC8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632;p10">
              <a:extLst>
                <a:ext uri="{FF2B5EF4-FFF2-40B4-BE49-F238E27FC236}">
                  <a16:creationId xmlns:a16="http://schemas.microsoft.com/office/drawing/2014/main" id="{7A235CD5-B47F-9C2F-3DE9-8DEF97D13FF3}"/>
                </a:ext>
              </a:extLst>
            </p:cNvPr>
            <p:cNvSpPr/>
            <p:nvPr/>
          </p:nvSpPr>
          <p:spPr>
            <a:xfrm>
              <a:off x="2831080" y="5098955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2659AFB5-A2DB-7554-F22F-8FF55CCC1DC3}"/>
                </a:ext>
              </a:extLst>
            </p:cNvPr>
            <p:cNvCxnSpPr>
              <a:cxnSpLocks/>
            </p:cNvCxnSpPr>
            <p:nvPr/>
          </p:nvCxnSpPr>
          <p:spPr>
            <a:xfrm>
              <a:off x="2039442" y="5231905"/>
              <a:ext cx="166196" cy="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Connettore a gomito 191">
              <a:extLst>
                <a:ext uri="{FF2B5EF4-FFF2-40B4-BE49-F238E27FC236}">
                  <a16:creationId xmlns:a16="http://schemas.microsoft.com/office/drawing/2014/main" id="{F85DCFE0-43C7-1109-6AB2-9E19FA904B91}"/>
                </a:ext>
              </a:extLst>
            </p:cNvPr>
            <p:cNvCxnSpPr>
              <a:cxnSpLocks/>
              <a:endCxn id="173" idx="0"/>
            </p:cNvCxnSpPr>
            <p:nvPr/>
          </p:nvCxnSpPr>
          <p:spPr>
            <a:xfrm>
              <a:off x="2765771" y="5020833"/>
              <a:ext cx="197892" cy="781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a gomito 195">
              <a:extLst>
                <a:ext uri="{FF2B5EF4-FFF2-40B4-BE49-F238E27FC236}">
                  <a16:creationId xmlns:a16="http://schemas.microsoft.com/office/drawing/2014/main" id="{AD89D95A-4465-7BE6-A487-882E3455D6DC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3070312" y="5245007"/>
              <a:ext cx="135955" cy="11201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03832C45-ECBE-6961-0C7A-B55F22E9757B}"/>
              </a:ext>
            </a:extLst>
          </p:cNvPr>
          <p:cNvSpPr txBox="1"/>
          <p:nvPr/>
        </p:nvSpPr>
        <p:spPr>
          <a:xfrm>
            <a:off x="1060839" y="5569070"/>
            <a:ext cx="286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/>
              <a:t>Virtual Network</a:t>
            </a:r>
          </a:p>
        </p:txBody>
      </p:sp>
      <p:pic>
        <p:nvPicPr>
          <p:cNvPr id="204" name="Immagine 203">
            <a:extLst>
              <a:ext uri="{FF2B5EF4-FFF2-40B4-BE49-F238E27FC236}">
                <a16:creationId xmlns:a16="http://schemas.microsoft.com/office/drawing/2014/main" id="{161F2A5D-A7C8-9DAD-A0F1-C9D9D8D62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436" y="1087382"/>
            <a:ext cx="578906" cy="578906"/>
          </a:xfrm>
          <a:prstGeom prst="rect">
            <a:avLst/>
          </a:prstGeom>
        </p:spPr>
      </p:pic>
      <p:cxnSp>
        <p:nvCxnSpPr>
          <p:cNvPr id="206" name="Connettore 2 205">
            <a:extLst>
              <a:ext uri="{FF2B5EF4-FFF2-40B4-BE49-F238E27FC236}">
                <a16:creationId xmlns:a16="http://schemas.microsoft.com/office/drawing/2014/main" id="{520B0584-00AD-59DC-36B7-6458214981BD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421229" y="1668618"/>
            <a:ext cx="0" cy="359217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0" name="CasellaDiTesto 209">
            <a:extLst>
              <a:ext uri="{FF2B5EF4-FFF2-40B4-BE49-F238E27FC236}">
                <a16:creationId xmlns:a16="http://schemas.microsoft.com/office/drawing/2014/main" id="{2B3C9569-57A9-981F-3A2F-CB362C847A1C}"/>
              </a:ext>
            </a:extLst>
          </p:cNvPr>
          <p:cNvSpPr txBox="1"/>
          <p:nvPr/>
        </p:nvSpPr>
        <p:spPr>
          <a:xfrm>
            <a:off x="1410488" y="1626607"/>
            <a:ext cx="8996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Intents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2" name="Connettore a gomito 211">
            <a:extLst>
              <a:ext uri="{FF2B5EF4-FFF2-40B4-BE49-F238E27FC236}">
                <a16:creationId xmlns:a16="http://schemas.microsoft.com/office/drawing/2014/main" id="{ECFD786A-D794-C9CC-3DBD-115870C5E333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712805" y="2330481"/>
            <a:ext cx="304627" cy="802105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CasellaDiTesto 213">
            <a:extLst>
              <a:ext uri="{FF2B5EF4-FFF2-40B4-BE49-F238E27FC236}">
                <a16:creationId xmlns:a16="http://schemas.microsoft.com/office/drawing/2014/main" id="{BE0E8187-7C65-7ABC-0317-29A678BED9EE}"/>
              </a:ext>
            </a:extLst>
          </p:cNvPr>
          <p:cNvSpPr txBox="1"/>
          <p:nvPr/>
        </p:nvSpPr>
        <p:spPr>
          <a:xfrm>
            <a:off x="728671" y="2746976"/>
            <a:ext cx="1000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Policies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5" name="Connettore a gomito 214">
            <a:extLst>
              <a:ext uri="{FF2B5EF4-FFF2-40B4-BE49-F238E27FC236}">
                <a16:creationId xmlns:a16="http://schemas.microsoft.com/office/drawing/2014/main" id="{58315FEE-107F-9235-3141-73A42E8CEDF0}"/>
              </a:ext>
            </a:extLst>
          </p:cNvPr>
          <p:cNvCxnSpPr>
            <a:cxnSpLocks/>
            <a:endCxn id="5" idx="3"/>
          </p:cNvCxnSpPr>
          <p:nvPr/>
        </p:nvCxnSpPr>
        <p:spPr>
          <a:xfrm rot="16200000" flipV="1">
            <a:off x="3620198" y="2535310"/>
            <a:ext cx="830740" cy="421083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CasellaDiTesto 218">
            <a:extLst>
              <a:ext uri="{FF2B5EF4-FFF2-40B4-BE49-F238E27FC236}">
                <a16:creationId xmlns:a16="http://schemas.microsoft.com/office/drawing/2014/main" id="{F33AA4C5-3760-7480-987D-C07CAEC17EEE}"/>
              </a:ext>
            </a:extLst>
          </p:cNvPr>
          <p:cNvSpPr txBox="1"/>
          <p:nvPr/>
        </p:nvSpPr>
        <p:spPr>
          <a:xfrm>
            <a:off x="3065323" y="2741107"/>
            <a:ext cx="1204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Feedback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0" name="Connettore a gomito 219">
            <a:extLst>
              <a:ext uri="{FF2B5EF4-FFF2-40B4-BE49-F238E27FC236}">
                <a16:creationId xmlns:a16="http://schemas.microsoft.com/office/drawing/2014/main" id="{4F873480-0D53-0380-5A16-2EA1DA3AFD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8648" y="3861079"/>
            <a:ext cx="662907" cy="437457"/>
          </a:xfrm>
          <a:prstGeom prst="bentConnector3">
            <a:avLst>
              <a:gd name="adj1" fmla="val 67625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ttore a gomito 223">
            <a:extLst>
              <a:ext uri="{FF2B5EF4-FFF2-40B4-BE49-F238E27FC236}">
                <a16:creationId xmlns:a16="http://schemas.microsoft.com/office/drawing/2014/main" id="{2E216947-E780-283B-155B-1831BCD141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94918" y="3845165"/>
            <a:ext cx="638245" cy="464136"/>
          </a:xfrm>
          <a:prstGeom prst="bentConnector3">
            <a:avLst>
              <a:gd name="adj1" fmla="val 30897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CasellaDiTesto 234">
            <a:extLst>
              <a:ext uri="{FF2B5EF4-FFF2-40B4-BE49-F238E27FC236}">
                <a16:creationId xmlns:a16="http://schemas.microsoft.com/office/drawing/2014/main" id="{71177588-CCC9-C27C-D3DC-FD0AFF4FE25D}"/>
              </a:ext>
            </a:extLst>
          </p:cNvPr>
          <p:cNvSpPr txBox="1"/>
          <p:nvPr/>
        </p:nvSpPr>
        <p:spPr>
          <a:xfrm>
            <a:off x="746274" y="3828266"/>
            <a:ext cx="15638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Configuration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9" name="CasellaDiTesto 238">
            <a:extLst>
              <a:ext uri="{FF2B5EF4-FFF2-40B4-BE49-F238E27FC236}">
                <a16:creationId xmlns:a16="http://schemas.microsoft.com/office/drawing/2014/main" id="{A85627BC-B0B5-CCC3-AEB7-82A65EDEC7D7}"/>
              </a:ext>
            </a:extLst>
          </p:cNvPr>
          <p:cNvSpPr txBox="1"/>
          <p:nvPr/>
        </p:nvSpPr>
        <p:spPr>
          <a:xfrm>
            <a:off x="2385870" y="3823763"/>
            <a:ext cx="1963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Monitoring</a:t>
            </a:r>
            <a:r>
              <a:rPr lang="en-US" sz="1600" noProof="0" dirty="0">
                <a:solidFill>
                  <a:schemeClr val="accent2"/>
                </a:solidFill>
              </a:rPr>
              <a:t>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42" name="Immagine 241">
            <a:extLst>
              <a:ext uri="{FF2B5EF4-FFF2-40B4-BE49-F238E27FC236}">
                <a16:creationId xmlns:a16="http://schemas.microsoft.com/office/drawing/2014/main" id="{59812C8A-481D-33CA-3D9F-E461FD6F6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59" y="2610540"/>
            <a:ext cx="430705" cy="430705"/>
          </a:xfrm>
          <a:prstGeom prst="rect">
            <a:avLst/>
          </a:prstGeom>
        </p:spPr>
      </p:pic>
      <p:pic>
        <p:nvPicPr>
          <p:cNvPr id="244" name="Immagine 243">
            <a:extLst>
              <a:ext uri="{FF2B5EF4-FFF2-40B4-BE49-F238E27FC236}">
                <a16:creationId xmlns:a16="http://schemas.microsoft.com/office/drawing/2014/main" id="{D67F2CA9-F3CA-F6BC-CC20-E8EE48E00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88" y="3803269"/>
            <a:ext cx="395383" cy="395383"/>
          </a:xfrm>
          <a:prstGeom prst="rect">
            <a:avLst/>
          </a:prstGeom>
        </p:spPr>
      </p:pic>
      <p:pic>
        <p:nvPicPr>
          <p:cNvPr id="246" name="Immagine 245">
            <a:extLst>
              <a:ext uri="{FF2B5EF4-FFF2-40B4-BE49-F238E27FC236}">
                <a16:creationId xmlns:a16="http://schemas.microsoft.com/office/drawing/2014/main" id="{F1EE0B53-ABBF-BAF3-7B47-4534A039DD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3983" y="3820963"/>
            <a:ext cx="395383" cy="395383"/>
          </a:xfrm>
          <a:prstGeom prst="rect">
            <a:avLst/>
          </a:prstGeom>
        </p:spPr>
      </p:pic>
      <p:pic>
        <p:nvPicPr>
          <p:cNvPr id="253" name="Immagine 252">
            <a:extLst>
              <a:ext uri="{FF2B5EF4-FFF2-40B4-BE49-F238E27FC236}">
                <a16:creationId xmlns:a16="http://schemas.microsoft.com/office/drawing/2014/main" id="{88EA3CDE-E04D-9C45-B47C-D23D4809ED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734" y="2625448"/>
            <a:ext cx="421080" cy="4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28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EB2B1-5817-9822-FFFC-DEE1F8D8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tangolo con angoli in alto arrotondati 199">
            <a:extLst>
              <a:ext uri="{FF2B5EF4-FFF2-40B4-BE49-F238E27FC236}">
                <a16:creationId xmlns:a16="http://schemas.microsoft.com/office/drawing/2014/main" id="{42A313E4-ECD4-E249-3693-021197CF9AB2}"/>
              </a:ext>
            </a:extLst>
          </p:cNvPr>
          <p:cNvSpPr/>
          <p:nvPr/>
        </p:nvSpPr>
        <p:spPr>
          <a:xfrm>
            <a:off x="896247" y="4396354"/>
            <a:ext cx="3194304" cy="1568138"/>
          </a:xfrm>
          <a:prstGeom prst="round2Same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83213E1-7228-AF4F-33FB-51B5B0A5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Intent/Policy-based Network Security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178ECCA-2616-9752-A002-5CBB97703E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6028" y="1284492"/>
            <a:ext cx="6752447" cy="4680000"/>
          </a:xfrm>
        </p:spPr>
        <p:txBody>
          <a:bodyPr/>
          <a:lstStyle/>
          <a:p>
            <a:r>
              <a:rPr lang="en-US" i="1" noProof="0" dirty="0"/>
              <a:t>RFC 9315:</a:t>
            </a:r>
          </a:p>
          <a:p>
            <a:r>
              <a:rPr lang="en-US" sz="2200" b="1" noProof="0" dirty="0"/>
              <a:t>Intent</a:t>
            </a:r>
            <a:r>
              <a:rPr lang="en-US" sz="2200" noProof="0" dirty="0"/>
              <a:t> defines goals and outcomes in a manner that is purely </a:t>
            </a:r>
            <a:r>
              <a:rPr lang="en-US" sz="2200" u="sng" noProof="0" dirty="0"/>
              <a:t>declarative</a:t>
            </a:r>
            <a:r>
              <a:rPr lang="en-US" sz="2200" noProof="0" dirty="0"/>
              <a:t>, specifying what to accomplish, not how to achieve it. </a:t>
            </a:r>
          </a:p>
          <a:p>
            <a:endParaRPr lang="en-US" noProof="0" dirty="0"/>
          </a:p>
          <a:p>
            <a:r>
              <a:rPr lang="en-US" i="1" noProof="0" dirty="0"/>
              <a:t>Example: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“Isolate the guest network from critical corporate services.”</a:t>
            </a:r>
          </a:p>
          <a:p>
            <a:endParaRPr lang="en-US" sz="700" noProof="0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B6AB995-5718-ECFE-55B2-BE8852FC8F7F}"/>
              </a:ext>
            </a:extLst>
          </p:cNvPr>
          <p:cNvSpPr/>
          <p:nvPr/>
        </p:nvSpPr>
        <p:spPr>
          <a:xfrm>
            <a:off x="1017431" y="2027835"/>
            <a:ext cx="2807595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Intent Enrichment </a:t>
            </a:r>
          </a:p>
          <a:p>
            <a:pPr algn="ctr"/>
            <a:r>
              <a:rPr lang="en-US" noProof="0" dirty="0"/>
              <a:t>and Translation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90CE4B9-7191-3472-6B36-FDBB5985202F}"/>
              </a:ext>
            </a:extLst>
          </p:cNvPr>
          <p:cNvSpPr/>
          <p:nvPr/>
        </p:nvSpPr>
        <p:spPr>
          <a:xfrm>
            <a:off x="122772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Refinement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DBE8160-FA94-C44E-D048-D2CA21F2A536}"/>
              </a:ext>
            </a:extLst>
          </p:cNvPr>
          <p:cNvSpPr/>
          <p:nvPr/>
        </p:nvSpPr>
        <p:spPr>
          <a:xfrm>
            <a:off x="2632744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Assurance</a:t>
            </a:r>
          </a:p>
        </p:txBody>
      </p:sp>
      <p:grpSp>
        <p:nvGrpSpPr>
          <p:cNvPr id="199" name="Gruppo 198">
            <a:extLst>
              <a:ext uri="{FF2B5EF4-FFF2-40B4-BE49-F238E27FC236}">
                <a16:creationId xmlns:a16="http://schemas.microsoft.com/office/drawing/2014/main" id="{A7C319F3-31A3-D143-433D-584004934B5B}"/>
              </a:ext>
            </a:extLst>
          </p:cNvPr>
          <p:cNvGrpSpPr/>
          <p:nvPr/>
        </p:nvGrpSpPr>
        <p:grpSpPr>
          <a:xfrm>
            <a:off x="1267236" y="4551095"/>
            <a:ext cx="2431042" cy="939394"/>
            <a:chOff x="1179754" y="4668926"/>
            <a:chExt cx="2807595" cy="1084900"/>
          </a:xfrm>
        </p:grpSpPr>
        <p:grpSp>
          <p:nvGrpSpPr>
            <p:cNvPr id="11" name="Google Shape;1604;p10">
              <a:extLst>
                <a:ext uri="{FF2B5EF4-FFF2-40B4-BE49-F238E27FC236}">
                  <a16:creationId xmlns:a16="http://schemas.microsoft.com/office/drawing/2014/main" id="{E9858308-E2BC-F235-70D9-9425AD18F73F}"/>
                </a:ext>
              </a:extLst>
            </p:cNvPr>
            <p:cNvGrpSpPr/>
            <p:nvPr/>
          </p:nvGrpSpPr>
          <p:grpSpPr>
            <a:xfrm>
              <a:off x="2477159" y="4893755"/>
              <a:ext cx="316605" cy="257092"/>
              <a:chOff x="4352056" y="0"/>
              <a:chExt cx="675640" cy="548640"/>
            </a:xfrm>
          </p:grpSpPr>
          <p:grpSp>
            <p:nvGrpSpPr>
              <p:cNvPr id="72" name="Google Shape;1606;p10">
                <a:extLst>
                  <a:ext uri="{FF2B5EF4-FFF2-40B4-BE49-F238E27FC236}">
                    <a16:creationId xmlns:a16="http://schemas.microsoft.com/office/drawing/2014/main" id="{07D6C63E-9777-9AC7-58EF-D2492E170935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74" name="Google Shape;1607;p10">
                  <a:extLst>
                    <a:ext uri="{FF2B5EF4-FFF2-40B4-BE49-F238E27FC236}">
                      <a16:creationId xmlns:a16="http://schemas.microsoft.com/office/drawing/2014/main" id="{0AAFF828-9577-E209-1D56-0BF85A0ADCFD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5" name="Google Shape;1608;p10">
                  <a:extLst>
                    <a:ext uri="{FF2B5EF4-FFF2-40B4-BE49-F238E27FC236}">
                      <a16:creationId xmlns:a16="http://schemas.microsoft.com/office/drawing/2014/main" id="{D7C0B7EA-DCC8-3D0C-2346-C3AF15A0D62E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" name="Google Shape;1609;p10">
                  <a:extLst>
                    <a:ext uri="{FF2B5EF4-FFF2-40B4-BE49-F238E27FC236}">
                      <a16:creationId xmlns:a16="http://schemas.microsoft.com/office/drawing/2014/main" id="{387FAABA-4F78-EFED-2555-C89206817216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7" name="Google Shape;1610;p10">
                  <a:extLst>
                    <a:ext uri="{FF2B5EF4-FFF2-40B4-BE49-F238E27FC236}">
                      <a16:creationId xmlns:a16="http://schemas.microsoft.com/office/drawing/2014/main" id="{4A60B69F-0003-01F6-6385-3B218D2992A5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" name="Google Shape;1611;p10">
                  <a:extLst>
                    <a:ext uri="{FF2B5EF4-FFF2-40B4-BE49-F238E27FC236}">
                      <a16:creationId xmlns:a16="http://schemas.microsoft.com/office/drawing/2014/main" id="{B99E7381-722B-322A-AF0C-D592C7DDB663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9" name="Google Shape;1612;p10">
                  <a:extLst>
                    <a:ext uri="{FF2B5EF4-FFF2-40B4-BE49-F238E27FC236}">
                      <a16:creationId xmlns:a16="http://schemas.microsoft.com/office/drawing/2014/main" id="{2862064F-4E73-FB67-13AD-48A8B0AE1476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0" name="Google Shape;1613;p10">
                  <a:extLst>
                    <a:ext uri="{FF2B5EF4-FFF2-40B4-BE49-F238E27FC236}">
                      <a16:creationId xmlns:a16="http://schemas.microsoft.com/office/drawing/2014/main" id="{65AB29E0-9425-057D-E931-85E8AA07FA7D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1" name="Google Shape;1614;p10">
                  <a:extLst>
                    <a:ext uri="{FF2B5EF4-FFF2-40B4-BE49-F238E27FC236}">
                      <a16:creationId xmlns:a16="http://schemas.microsoft.com/office/drawing/2014/main" id="{54DF691F-4225-39D9-201D-4859D13DECD0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1615;p10">
                  <a:extLst>
                    <a:ext uri="{FF2B5EF4-FFF2-40B4-BE49-F238E27FC236}">
                      <a16:creationId xmlns:a16="http://schemas.microsoft.com/office/drawing/2014/main" id="{DA1BFA08-B48B-7726-DBEE-EE7D79AF13E2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" name="Google Shape;1617;p10">
                <a:extLst>
                  <a:ext uri="{FF2B5EF4-FFF2-40B4-BE49-F238E27FC236}">
                    <a16:creationId xmlns:a16="http://schemas.microsoft.com/office/drawing/2014/main" id="{0FAADC01-E21A-A252-F062-FC75D4EDD9BD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" name="Google Shape;1415;p7">
              <a:extLst>
                <a:ext uri="{FF2B5EF4-FFF2-40B4-BE49-F238E27FC236}">
                  <a16:creationId xmlns:a16="http://schemas.microsoft.com/office/drawing/2014/main" id="{B9FCDB74-BE0F-B675-6F70-75B0A45B9EC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4726806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415;p7">
              <a:extLst>
                <a:ext uri="{FF2B5EF4-FFF2-40B4-BE49-F238E27FC236}">
                  <a16:creationId xmlns:a16="http://schemas.microsoft.com/office/drawing/2014/main" id="{106FE6E4-B3CE-0239-0F80-75C24912A5B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79754" y="5091622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15;p7">
              <a:extLst>
                <a:ext uri="{FF2B5EF4-FFF2-40B4-BE49-F238E27FC236}">
                  <a16:creationId xmlns:a16="http://schemas.microsoft.com/office/drawing/2014/main" id="{E2800E36-2EC7-667B-2CCE-6EF6642F12B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5485565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80;p1">
              <a:extLst>
                <a:ext uri="{FF2B5EF4-FFF2-40B4-BE49-F238E27FC236}">
                  <a16:creationId xmlns:a16="http://schemas.microsoft.com/office/drawing/2014/main" id="{262FDD08-28DC-FA5E-ABF0-486AA843B872}"/>
                </a:ext>
              </a:extLst>
            </p:cNvPr>
            <p:cNvSpPr/>
            <p:nvPr/>
          </p:nvSpPr>
          <p:spPr>
            <a:xfrm>
              <a:off x="3170275" y="4668926"/>
              <a:ext cx="478223" cy="26988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80;p1">
              <a:extLst>
                <a:ext uri="{FF2B5EF4-FFF2-40B4-BE49-F238E27FC236}">
                  <a16:creationId xmlns:a16="http://schemas.microsoft.com/office/drawing/2014/main" id="{93464085-7C18-337F-CD62-EC0E079D73A2}"/>
                </a:ext>
              </a:extLst>
            </p:cNvPr>
            <p:cNvSpPr/>
            <p:nvPr/>
          </p:nvSpPr>
          <p:spPr>
            <a:xfrm>
              <a:off x="2296411" y="5399345"/>
              <a:ext cx="498139" cy="28112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E70BA41E-AE37-8467-BA02-B8D8EF8ABB47}"/>
                </a:ext>
              </a:extLst>
            </p:cNvPr>
            <p:cNvGrpSpPr/>
            <p:nvPr/>
          </p:nvGrpSpPr>
          <p:grpSpPr>
            <a:xfrm>
              <a:off x="3542900" y="5177446"/>
              <a:ext cx="444449" cy="256390"/>
              <a:chOff x="8600187" y="2519609"/>
              <a:chExt cx="1168494" cy="674070"/>
            </a:xfrm>
          </p:grpSpPr>
          <p:grpSp>
            <p:nvGrpSpPr>
              <p:cNvPr id="60" name="Google Shape;457;p2">
                <a:extLst>
                  <a:ext uri="{FF2B5EF4-FFF2-40B4-BE49-F238E27FC236}">
                    <a16:creationId xmlns:a16="http://schemas.microsoft.com/office/drawing/2014/main" id="{288F4261-BE15-52FD-ECE7-51F0BB8608C5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69" name="Google Shape;458;p2">
                  <a:extLst>
                    <a:ext uri="{FF2B5EF4-FFF2-40B4-BE49-F238E27FC236}">
                      <a16:creationId xmlns:a16="http://schemas.microsoft.com/office/drawing/2014/main" id="{A77194F5-E461-D6EE-2A25-306C56686903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0" name="Google Shape;459;p2">
                  <a:extLst>
                    <a:ext uri="{FF2B5EF4-FFF2-40B4-BE49-F238E27FC236}">
                      <a16:creationId xmlns:a16="http://schemas.microsoft.com/office/drawing/2014/main" id="{7FB51763-776F-E5E0-0BAE-3039A1E87654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1" name="Google Shape;460;p2">
                  <a:extLst>
                    <a:ext uri="{FF2B5EF4-FFF2-40B4-BE49-F238E27FC236}">
                      <a16:creationId xmlns:a16="http://schemas.microsoft.com/office/drawing/2014/main" id="{3EF57130-A1D7-3818-0E29-E93C6676A26F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61" name="Google Shape;510;p2">
                <a:extLst>
                  <a:ext uri="{FF2B5EF4-FFF2-40B4-BE49-F238E27FC236}">
                    <a16:creationId xmlns:a16="http://schemas.microsoft.com/office/drawing/2014/main" id="{E4FE36C3-46CB-37BA-A59E-AA6EC9124BD0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62" name="Google Shape;511;p2">
                  <a:extLst>
                    <a:ext uri="{FF2B5EF4-FFF2-40B4-BE49-F238E27FC236}">
                      <a16:creationId xmlns:a16="http://schemas.microsoft.com/office/drawing/2014/main" id="{ECB335C2-8EBC-DFD0-1624-BFBAD32C5763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512;p2">
                  <a:extLst>
                    <a:ext uri="{FF2B5EF4-FFF2-40B4-BE49-F238E27FC236}">
                      <a16:creationId xmlns:a16="http://schemas.microsoft.com/office/drawing/2014/main" id="{31DB8647-46E2-8F68-0A64-781B757327CD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Google Shape;513;p2">
                  <a:extLst>
                    <a:ext uri="{FF2B5EF4-FFF2-40B4-BE49-F238E27FC236}">
                      <a16:creationId xmlns:a16="http://schemas.microsoft.com/office/drawing/2014/main" id="{097F73A7-70A2-6D48-EDE0-CF60D75D9B72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" name="Google Shape;514;p2">
                  <a:extLst>
                    <a:ext uri="{FF2B5EF4-FFF2-40B4-BE49-F238E27FC236}">
                      <a16:creationId xmlns:a16="http://schemas.microsoft.com/office/drawing/2014/main" id="{B3F61656-316C-FEED-D607-D344D35BA55E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Google Shape;515;p2">
                  <a:extLst>
                    <a:ext uri="{FF2B5EF4-FFF2-40B4-BE49-F238E27FC236}">
                      <a16:creationId xmlns:a16="http://schemas.microsoft.com/office/drawing/2014/main" id="{850008F0-D116-88F8-8930-5CE5D9C4CC95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516;p2">
                  <a:extLst>
                    <a:ext uri="{FF2B5EF4-FFF2-40B4-BE49-F238E27FC236}">
                      <a16:creationId xmlns:a16="http://schemas.microsoft.com/office/drawing/2014/main" id="{68BFEBAC-0618-893C-7E3B-20858B2D7CD2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517;p2">
                  <a:extLst>
                    <a:ext uri="{FF2B5EF4-FFF2-40B4-BE49-F238E27FC236}">
                      <a16:creationId xmlns:a16="http://schemas.microsoft.com/office/drawing/2014/main" id="{641D4487-B620-2E21-CD5A-FDF576AF9C5E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6536816A-2983-C98E-B177-FB1C732BC03F}"/>
                </a:ext>
              </a:extLst>
            </p:cNvPr>
            <p:cNvGrpSpPr/>
            <p:nvPr/>
          </p:nvGrpSpPr>
          <p:grpSpPr>
            <a:xfrm>
              <a:off x="3542900" y="5497436"/>
              <a:ext cx="444449" cy="256390"/>
              <a:chOff x="8600187" y="2519609"/>
              <a:chExt cx="1168494" cy="674070"/>
            </a:xfrm>
          </p:grpSpPr>
          <p:grpSp>
            <p:nvGrpSpPr>
              <p:cNvPr id="48" name="Google Shape;457;p2">
                <a:extLst>
                  <a:ext uri="{FF2B5EF4-FFF2-40B4-BE49-F238E27FC236}">
                    <a16:creationId xmlns:a16="http://schemas.microsoft.com/office/drawing/2014/main" id="{039DC50A-966D-1F2A-48BC-490E91618E0D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57" name="Google Shape;458;p2">
                  <a:extLst>
                    <a:ext uri="{FF2B5EF4-FFF2-40B4-BE49-F238E27FC236}">
                      <a16:creationId xmlns:a16="http://schemas.microsoft.com/office/drawing/2014/main" id="{41E2BE03-60AE-BC5A-D247-155DDADA4E12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8" name="Google Shape;459;p2">
                  <a:extLst>
                    <a:ext uri="{FF2B5EF4-FFF2-40B4-BE49-F238E27FC236}">
                      <a16:creationId xmlns:a16="http://schemas.microsoft.com/office/drawing/2014/main" id="{BC467F36-B107-AA3D-2AAB-6D8255773277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9" name="Google Shape;460;p2">
                  <a:extLst>
                    <a:ext uri="{FF2B5EF4-FFF2-40B4-BE49-F238E27FC236}">
                      <a16:creationId xmlns:a16="http://schemas.microsoft.com/office/drawing/2014/main" id="{6366E628-C7E0-4386-0ACC-985587DD2974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49" name="Google Shape;510;p2">
                <a:extLst>
                  <a:ext uri="{FF2B5EF4-FFF2-40B4-BE49-F238E27FC236}">
                    <a16:creationId xmlns:a16="http://schemas.microsoft.com/office/drawing/2014/main" id="{95F5B2A1-4F64-63FE-9B48-0FFED104D7BA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50" name="Google Shape;511;p2">
                  <a:extLst>
                    <a:ext uri="{FF2B5EF4-FFF2-40B4-BE49-F238E27FC236}">
                      <a16:creationId xmlns:a16="http://schemas.microsoft.com/office/drawing/2014/main" id="{E1289702-5428-5251-F0FE-82A0A2D8BD65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" name="Google Shape;512;p2">
                  <a:extLst>
                    <a:ext uri="{FF2B5EF4-FFF2-40B4-BE49-F238E27FC236}">
                      <a16:creationId xmlns:a16="http://schemas.microsoft.com/office/drawing/2014/main" id="{06910154-1D0D-3CC4-8BAB-F96F67177010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" name="Google Shape;513;p2">
                  <a:extLst>
                    <a:ext uri="{FF2B5EF4-FFF2-40B4-BE49-F238E27FC236}">
                      <a16:creationId xmlns:a16="http://schemas.microsoft.com/office/drawing/2014/main" id="{7DE5FB39-AC48-B52E-1BBD-9C70ED3786F0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514;p2">
                  <a:extLst>
                    <a:ext uri="{FF2B5EF4-FFF2-40B4-BE49-F238E27FC236}">
                      <a16:creationId xmlns:a16="http://schemas.microsoft.com/office/drawing/2014/main" id="{D8A9A046-6824-179B-06B7-5AD15B2734B2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515;p2">
                  <a:extLst>
                    <a:ext uri="{FF2B5EF4-FFF2-40B4-BE49-F238E27FC236}">
                      <a16:creationId xmlns:a16="http://schemas.microsoft.com/office/drawing/2014/main" id="{5326A396-3226-3163-1CF2-2D98DF50EA20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16;p2">
                  <a:extLst>
                    <a:ext uri="{FF2B5EF4-FFF2-40B4-BE49-F238E27FC236}">
                      <a16:creationId xmlns:a16="http://schemas.microsoft.com/office/drawing/2014/main" id="{EEAB84D4-BB9D-1A33-B107-5C903A5BF27D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17;p2">
                  <a:extLst>
                    <a:ext uri="{FF2B5EF4-FFF2-40B4-BE49-F238E27FC236}">
                      <a16:creationId xmlns:a16="http://schemas.microsoft.com/office/drawing/2014/main" id="{ADD0A66F-57A0-A79F-712C-346EF1338819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D2885CEB-8E93-C36B-5A0D-78AEEF038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0460" y="5091622"/>
              <a:ext cx="412080" cy="274720"/>
            </a:xfrm>
            <a:prstGeom prst="rect">
              <a:avLst/>
            </a:prstGeom>
          </p:spPr>
        </p:pic>
        <p:grpSp>
          <p:nvGrpSpPr>
            <p:cNvPr id="20" name="Google Shape;1604;p10">
              <a:extLst>
                <a:ext uri="{FF2B5EF4-FFF2-40B4-BE49-F238E27FC236}">
                  <a16:creationId xmlns:a16="http://schemas.microsoft.com/office/drawing/2014/main" id="{0B57A915-007C-24CE-B88E-8DBBC25788DE}"/>
                </a:ext>
              </a:extLst>
            </p:cNvPr>
            <p:cNvGrpSpPr/>
            <p:nvPr/>
          </p:nvGrpSpPr>
          <p:grpSpPr>
            <a:xfrm>
              <a:off x="3047964" y="5357019"/>
              <a:ext cx="316605" cy="257092"/>
              <a:chOff x="4352056" y="0"/>
              <a:chExt cx="675640" cy="548640"/>
            </a:xfrm>
          </p:grpSpPr>
          <p:grpSp>
            <p:nvGrpSpPr>
              <p:cNvPr id="37" name="Google Shape;1606;p10">
                <a:extLst>
                  <a:ext uri="{FF2B5EF4-FFF2-40B4-BE49-F238E27FC236}">
                    <a16:creationId xmlns:a16="http://schemas.microsoft.com/office/drawing/2014/main" id="{3D0C7902-3FC2-9E67-54F7-701F30553AD5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39" name="Google Shape;1607;p10">
                  <a:extLst>
                    <a:ext uri="{FF2B5EF4-FFF2-40B4-BE49-F238E27FC236}">
                      <a16:creationId xmlns:a16="http://schemas.microsoft.com/office/drawing/2014/main" id="{B505C7AC-E1E0-99CB-8EE8-A4B9561028B6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" name="Google Shape;1608;p10">
                  <a:extLst>
                    <a:ext uri="{FF2B5EF4-FFF2-40B4-BE49-F238E27FC236}">
                      <a16:creationId xmlns:a16="http://schemas.microsoft.com/office/drawing/2014/main" id="{28EF20A8-2AB5-6D3B-33AB-62BFD09D0367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" name="Google Shape;1609;p10">
                  <a:extLst>
                    <a:ext uri="{FF2B5EF4-FFF2-40B4-BE49-F238E27FC236}">
                      <a16:creationId xmlns:a16="http://schemas.microsoft.com/office/drawing/2014/main" id="{A9B85891-AC43-EB6F-112E-42D9C6DC9A93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2" name="Google Shape;1610;p10">
                  <a:extLst>
                    <a:ext uri="{FF2B5EF4-FFF2-40B4-BE49-F238E27FC236}">
                      <a16:creationId xmlns:a16="http://schemas.microsoft.com/office/drawing/2014/main" id="{F7EBEB33-D55B-EA17-3EF9-EA64A096FBCF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" name="Google Shape;1611;p10">
                  <a:extLst>
                    <a:ext uri="{FF2B5EF4-FFF2-40B4-BE49-F238E27FC236}">
                      <a16:creationId xmlns:a16="http://schemas.microsoft.com/office/drawing/2014/main" id="{0FBEAD8B-CC69-FE7D-0A88-C1D87444EBEF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4" name="Google Shape;1612;p10">
                  <a:extLst>
                    <a:ext uri="{FF2B5EF4-FFF2-40B4-BE49-F238E27FC236}">
                      <a16:creationId xmlns:a16="http://schemas.microsoft.com/office/drawing/2014/main" id="{B9022CF1-1623-DDC5-576E-F4E820F89A3D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" name="Google Shape;1613;p10">
                  <a:extLst>
                    <a:ext uri="{FF2B5EF4-FFF2-40B4-BE49-F238E27FC236}">
                      <a16:creationId xmlns:a16="http://schemas.microsoft.com/office/drawing/2014/main" id="{06E874D8-A053-3FD3-BC78-9C8501777A53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14;p10">
                  <a:extLst>
                    <a:ext uri="{FF2B5EF4-FFF2-40B4-BE49-F238E27FC236}">
                      <a16:creationId xmlns:a16="http://schemas.microsoft.com/office/drawing/2014/main" id="{6D48DDC9-C297-04C6-A174-311CB8CDD30D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1615;p10">
                  <a:extLst>
                    <a:ext uri="{FF2B5EF4-FFF2-40B4-BE49-F238E27FC236}">
                      <a16:creationId xmlns:a16="http://schemas.microsoft.com/office/drawing/2014/main" id="{19DC58ED-2EAA-D8C2-D4C5-239CBBFD7EAD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" name="Google Shape;1617;p10">
                <a:extLst>
                  <a:ext uri="{FF2B5EF4-FFF2-40B4-BE49-F238E27FC236}">
                    <a16:creationId xmlns:a16="http://schemas.microsoft.com/office/drawing/2014/main" id="{55C81CC1-A8A2-96D7-8E37-953CD801D14B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96AC1A7F-8118-8B45-E33B-D0E5331AD423}"/>
                </a:ext>
              </a:extLst>
            </p:cNvPr>
            <p:cNvCxnSpPr>
              <a:cxnSpLocks/>
            </p:cNvCxnSpPr>
            <p:nvPr/>
          </p:nvCxnSpPr>
          <p:spPr>
            <a:xfrm>
              <a:off x="1488916" y="4849145"/>
              <a:ext cx="310279" cy="311854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711043E6-E326-F478-AA4F-815180AC6892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484422" y="5219817"/>
              <a:ext cx="314773" cy="585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55DC2BC5-13CA-6A5C-91AD-29B95D96CDFC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1488916" y="5315134"/>
              <a:ext cx="332136" cy="298626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83222F34-A1B0-B08D-E602-F4C7FDD765DB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>
              <a:off x="2635461" y="5150847"/>
              <a:ext cx="0" cy="24685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ttore a gomito 24">
              <a:extLst>
                <a:ext uri="{FF2B5EF4-FFF2-40B4-BE49-F238E27FC236}">
                  <a16:creationId xmlns:a16="http://schemas.microsoft.com/office/drawing/2014/main" id="{EC9BC265-F361-C26F-FA3B-2FC5EEC1EAC1}"/>
                </a:ext>
              </a:extLst>
            </p:cNvPr>
            <p:cNvCxnSpPr>
              <a:cxnSpLocks/>
              <a:stCxn id="158" idx="0"/>
            </p:cNvCxnSpPr>
            <p:nvPr/>
          </p:nvCxnSpPr>
          <p:spPr>
            <a:xfrm rot="5400000" flipH="1" flipV="1">
              <a:off x="2378902" y="4960870"/>
              <a:ext cx="59280" cy="179207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a gomito 25">
              <a:extLst>
                <a:ext uri="{FF2B5EF4-FFF2-40B4-BE49-F238E27FC236}">
                  <a16:creationId xmlns:a16="http://schemas.microsoft.com/office/drawing/2014/main" id="{AC92CEB7-FCDA-CEFC-ADC1-AA9ECA0B4395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rot="5400000" flipH="1" flipV="1">
              <a:off x="2866560" y="4587831"/>
              <a:ext cx="74826" cy="5370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9D093856-B19C-F25D-589B-067131A03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1554" y="5304558"/>
              <a:ext cx="211346" cy="13354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1D62EE8F-17B5-E03E-E054-464FEC15FEFA}"/>
                </a:ext>
              </a:extLst>
            </p:cNvPr>
            <p:cNvCxnSpPr>
              <a:cxnSpLocks/>
            </p:cNvCxnSpPr>
            <p:nvPr/>
          </p:nvCxnSpPr>
          <p:spPr>
            <a:xfrm>
              <a:off x="3334812" y="5526743"/>
              <a:ext cx="208088" cy="115232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9" name="Google Shape;1620;p10">
              <a:extLst>
                <a:ext uri="{FF2B5EF4-FFF2-40B4-BE49-F238E27FC236}">
                  <a16:creationId xmlns:a16="http://schemas.microsoft.com/office/drawing/2014/main" id="{CA1A8C50-9F9B-CDD3-F0DE-6E134E628636}"/>
                </a:ext>
              </a:extLst>
            </p:cNvPr>
            <p:cNvGrpSpPr/>
            <p:nvPr/>
          </p:nvGrpSpPr>
          <p:grpSpPr>
            <a:xfrm>
              <a:off x="2211213" y="5080113"/>
              <a:ext cx="215452" cy="246850"/>
              <a:chOff x="7744332" y="687002"/>
              <a:chExt cx="378942" cy="377737"/>
            </a:xfrm>
          </p:grpSpPr>
          <p:sp>
            <p:nvSpPr>
              <p:cNvPr id="161" name="Google Shape;1621;p10">
                <a:extLst>
                  <a:ext uri="{FF2B5EF4-FFF2-40B4-BE49-F238E27FC236}">
                    <a16:creationId xmlns:a16="http://schemas.microsoft.com/office/drawing/2014/main" id="{87359B34-947F-47E1-7DE0-A12FF9277053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2;p10">
                <a:extLst>
                  <a:ext uri="{FF2B5EF4-FFF2-40B4-BE49-F238E27FC236}">
                    <a16:creationId xmlns:a16="http://schemas.microsoft.com/office/drawing/2014/main" id="{A819A90F-18C7-CF65-3B55-35E003A18123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23;p10">
                <a:extLst>
                  <a:ext uri="{FF2B5EF4-FFF2-40B4-BE49-F238E27FC236}">
                    <a16:creationId xmlns:a16="http://schemas.microsoft.com/office/drawing/2014/main" id="{E72BD894-53BE-D71D-96CE-6350D1207DED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24;p10">
                <a:extLst>
                  <a:ext uri="{FF2B5EF4-FFF2-40B4-BE49-F238E27FC236}">
                    <a16:creationId xmlns:a16="http://schemas.microsoft.com/office/drawing/2014/main" id="{C350A868-D292-E028-6471-1446CB98452B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25;p10">
                <a:extLst>
                  <a:ext uri="{FF2B5EF4-FFF2-40B4-BE49-F238E27FC236}">
                    <a16:creationId xmlns:a16="http://schemas.microsoft.com/office/drawing/2014/main" id="{1B2D2520-3FF1-6C69-2CD4-2A2BE03B2D97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26;p10">
                <a:extLst>
                  <a:ext uri="{FF2B5EF4-FFF2-40B4-BE49-F238E27FC236}">
                    <a16:creationId xmlns:a16="http://schemas.microsoft.com/office/drawing/2014/main" id="{D2CF0051-A62A-6A70-4198-C92B0A6198C5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27;p10">
                <a:extLst>
                  <a:ext uri="{FF2B5EF4-FFF2-40B4-BE49-F238E27FC236}">
                    <a16:creationId xmlns:a16="http://schemas.microsoft.com/office/drawing/2014/main" id="{7D3B3D89-C53B-C6E7-18FB-8B74C0B2B25E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28;p10">
                <a:extLst>
                  <a:ext uri="{FF2B5EF4-FFF2-40B4-BE49-F238E27FC236}">
                    <a16:creationId xmlns:a16="http://schemas.microsoft.com/office/drawing/2014/main" id="{00914E7E-7A2F-02BD-E8CC-D9FDF1B358B6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29;p10">
                <a:extLst>
                  <a:ext uri="{FF2B5EF4-FFF2-40B4-BE49-F238E27FC236}">
                    <a16:creationId xmlns:a16="http://schemas.microsoft.com/office/drawing/2014/main" id="{E8ED8803-9A89-3697-90AD-8968D72738B3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630;p10">
                <a:extLst>
                  <a:ext uri="{FF2B5EF4-FFF2-40B4-BE49-F238E27FC236}">
                    <a16:creationId xmlns:a16="http://schemas.microsoft.com/office/drawing/2014/main" id="{37CC81B4-9FA5-9B80-7580-F3A60B79B8E8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" name="Google Shape;1632;p10">
              <a:extLst>
                <a:ext uri="{FF2B5EF4-FFF2-40B4-BE49-F238E27FC236}">
                  <a16:creationId xmlns:a16="http://schemas.microsoft.com/office/drawing/2014/main" id="{7D461E8D-EADD-57E5-B618-FDBDCD3E702B}"/>
                </a:ext>
              </a:extLst>
            </p:cNvPr>
            <p:cNvSpPr/>
            <p:nvPr/>
          </p:nvSpPr>
          <p:spPr>
            <a:xfrm>
              <a:off x="2186356" y="5080113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" name="Google Shape;1620;p10">
              <a:extLst>
                <a:ext uri="{FF2B5EF4-FFF2-40B4-BE49-F238E27FC236}">
                  <a16:creationId xmlns:a16="http://schemas.microsoft.com/office/drawing/2014/main" id="{9A9DA3E7-1432-609B-3F23-4541F8F8FB35}"/>
                </a:ext>
              </a:extLst>
            </p:cNvPr>
            <p:cNvGrpSpPr/>
            <p:nvPr/>
          </p:nvGrpSpPr>
          <p:grpSpPr>
            <a:xfrm>
              <a:off x="2855937" y="5098955"/>
              <a:ext cx="215452" cy="246850"/>
              <a:chOff x="7744332" y="687002"/>
              <a:chExt cx="378942" cy="377737"/>
            </a:xfrm>
          </p:grpSpPr>
          <p:sp>
            <p:nvSpPr>
              <p:cNvPr id="174" name="Google Shape;1621;p10">
                <a:extLst>
                  <a:ext uri="{FF2B5EF4-FFF2-40B4-BE49-F238E27FC236}">
                    <a16:creationId xmlns:a16="http://schemas.microsoft.com/office/drawing/2014/main" id="{38760D97-06F8-A474-20A9-21CF60A9D07B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622;p10">
                <a:extLst>
                  <a:ext uri="{FF2B5EF4-FFF2-40B4-BE49-F238E27FC236}">
                    <a16:creationId xmlns:a16="http://schemas.microsoft.com/office/drawing/2014/main" id="{E0655AB8-544E-A81F-6B8C-88B138076FF1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623;p10">
                <a:extLst>
                  <a:ext uri="{FF2B5EF4-FFF2-40B4-BE49-F238E27FC236}">
                    <a16:creationId xmlns:a16="http://schemas.microsoft.com/office/drawing/2014/main" id="{0C02E85A-6D9D-3877-8479-3CA7A216D3BF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624;p10">
                <a:extLst>
                  <a:ext uri="{FF2B5EF4-FFF2-40B4-BE49-F238E27FC236}">
                    <a16:creationId xmlns:a16="http://schemas.microsoft.com/office/drawing/2014/main" id="{72E3254C-BF65-2F72-D65B-D7F1D2503357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625;p10">
                <a:extLst>
                  <a:ext uri="{FF2B5EF4-FFF2-40B4-BE49-F238E27FC236}">
                    <a16:creationId xmlns:a16="http://schemas.microsoft.com/office/drawing/2014/main" id="{0ED8B800-B8FD-7825-8BC8-21BEBCC72325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626;p10">
                <a:extLst>
                  <a:ext uri="{FF2B5EF4-FFF2-40B4-BE49-F238E27FC236}">
                    <a16:creationId xmlns:a16="http://schemas.microsoft.com/office/drawing/2014/main" id="{B20D0DE9-ADC8-5EC4-0C92-513666AA7590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627;p10">
                <a:extLst>
                  <a:ext uri="{FF2B5EF4-FFF2-40B4-BE49-F238E27FC236}">
                    <a16:creationId xmlns:a16="http://schemas.microsoft.com/office/drawing/2014/main" id="{D2A0E9F2-3F55-A928-01EA-6CAFA0CD1C56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628;p10">
                <a:extLst>
                  <a:ext uri="{FF2B5EF4-FFF2-40B4-BE49-F238E27FC236}">
                    <a16:creationId xmlns:a16="http://schemas.microsoft.com/office/drawing/2014/main" id="{E9D22FF2-5A81-3556-3C38-ABB9D4E07642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629;p10">
                <a:extLst>
                  <a:ext uri="{FF2B5EF4-FFF2-40B4-BE49-F238E27FC236}">
                    <a16:creationId xmlns:a16="http://schemas.microsoft.com/office/drawing/2014/main" id="{522383D2-B813-7DA0-C642-52E18FECF661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630;p10">
                <a:extLst>
                  <a:ext uri="{FF2B5EF4-FFF2-40B4-BE49-F238E27FC236}">
                    <a16:creationId xmlns:a16="http://schemas.microsoft.com/office/drawing/2014/main" id="{1ED34369-795C-11CA-E334-9D01EC152E80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632;p10">
              <a:extLst>
                <a:ext uri="{FF2B5EF4-FFF2-40B4-BE49-F238E27FC236}">
                  <a16:creationId xmlns:a16="http://schemas.microsoft.com/office/drawing/2014/main" id="{A990DAE6-0878-4CA2-7C2B-8CF6260113C7}"/>
                </a:ext>
              </a:extLst>
            </p:cNvPr>
            <p:cNvSpPr/>
            <p:nvPr/>
          </p:nvSpPr>
          <p:spPr>
            <a:xfrm>
              <a:off x="2831080" y="5098955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13DAE57F-E6C0-08E3-26EF-8DB031802F08}"/>
                </a:ext>
              </a:extLst>
            </p:cNvPr>
            <p:cNvCxnSpPr>
              <a:cxnSpLocks/>
            </p:cNvCxnSpPr>
            <p:nvPr/>
          </p:nvCxnSpPr>
          <p:spPr>
            <a:xfrm>
              <a:off x="2039442" y="5231905"/>
              <a:ext cx="166196" cy="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Connettore a gomito 191">
              <a:extLst>
                <a:ext uri="{FF2B5EF4-FFF2-40B4-BE49-F238E27FC236}">
                  <a16:creationId xmlns:a16="http://schemas.microsoft.com/office/drawing/2014/main" id="{4E90F908-33E2-83E6-00BF-15958F047859}"/>
                </a:ext>
              </a:extLst>
            </p:cNvPr>
            <p:cNvCxnSpPr>
              <a:cxnSpLocks/>
              <a:endCxn id="173" idx="0"/>
            </p:cNvCxnSpPr>
            <p:nvPr/>
          </p:nvCxnSpPr>
          <p:spPr>
            <a:xfrm>
              <a:off x="2765771" y="5020833"/>
              <a:ext cx="197892" cy="781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a gomito 195">
              <a:extLst>
                <a:ext uri="{FF2B5EF4-FFF2-40B4-BE49-F238E27FC236}">
                  <a16:creationId xmlns:a16="http://schemas.microsoft.com/office/drawing/2014/main" id="{1A9D9E69-FB5A-EFF4-8AB7-480C744A6EA8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3070312" y="5245007"/>
              <a:ext cx="135955" cy="11201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55BDA611-C9A0-33A3-86E7-3703E48B4764}"/>
              </a:ext>
            </a:extLst>
          </p:cNvPr>
          <p:cNvSpPr txBox="1"/>
          <p:nvPr/>
        </p:nvSpPr>
        <p:spPr>
          <a:xfrm>
            <a:off x="1060839" y="5569070"/>
            <a:ext cx="286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/>
              <a:t>Virtual Network</a:t>
            </a:r>
          </a:p>
        </p:txBody>
      </p:sp>
      <p:pic>
        <p:nvPicPr>
          <p:cNvPr id="204" name="Immagine 203">
            <a:extLst>
              <a:ext uri="{FF2B5EF4-FFF2-40B4-BE49-F238E27FC236}">
                <a16:creationId xmlns:a16="http://schemas.microsoft.com/office/drawing/2014/main" id="{D23A0229-ECB8-5AF6-F9B5-E9B044344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436" y="1087382"/>
            <a:ext cx="578906" cy="578906"/>
          </a:xfrm>
          <a:prstGeom prst="rect">
            <a:avLst/>
          </a:prstGeom>
        </p:spPr>
      </p:pic>
      <p:cxnSp>
        <p:nvCxnSpPr>
          <p:cNvPr id="206" name="Connettore 2 205">
            <a:extLst>
              <a:ext uri="{FF2B5EF4-FFF2-40B4-BE49-F238E27FC236}">
                <a16:creationId xmlns:a16="http://schemas.microsoft.com/office/drawing/2014/main" id="{370E81AB-B914-362C-39AB-E38DE99C784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421229" y="1668618"/>
            <a:ext cx="0" cy="359217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0" name="CasellaDiTesto 209">
            <a:extLst>
              <a:ext uri="{FF2B5EF4-FFF2-40B4-BE49-F238E27FC236}">
                <a16:creationId xmlns:a16="http://schemas.microsoft.com/office/drawing/2014/main" id="{DE630390-780A-BFDA-5079-2889686CA631}"/>
              </a:ext>
            </a:extLst>
          </p:cNvPr>
          <p:cNvSpPr txBox="1"/>
          <p:nvPr/>
        </p:nvSpPr>
        <p:spPr>
          <a:xfrm>
            <a:off x="1410488" y="1626607"/>
            <a:ext cx="8996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Intents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2" name="Connettore a gomito 211">
            <a:extLst>
              <a:ext uri="{FF2B5EF4-FFF2-40B4-BE49-F238E27FC236}">
                <a16:creationId xmlns:a16="http://schemas.microsoft.com/office/drawing/2014/main" id="{C31568F0-970F-9EC0-F020-E02FCAB2E7DB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712805" y="2330481"/>
            <a:ext cx="304627" cy="802105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CasellaDiTesto 213">
            <a:extLst>
              <a:ext uri="{FF2B5EF4-FFF2-40B4-BE49-F238E27FC236}">
                <a16:creationId xmlns:a16="http://schemas.microsoft.com/office/drawing/2014/main" id="{EA213374-B417-DAD4-2A1A-3A705F739C47}"/>
              </a:ext>
            </a:extLst>
          </p:cNvPr>
          <p:cNvSpPr txBox="1"/>
          <p:nvPr/>
        </p:nvSpPr>
        <p:spPr>
          <a:xfrm>
            <a:off x="728671" y="2746976"/>
            <a:ext cx="1000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Policies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5" name="Connettore a gomito 214">
            <a:extLst>
              <a:ext uri="{FF2B5EF4-FFF2-40B4-BE49-F238E27FC236}">
                <a16:creationId xmlns:a16="http://schemas.microsoft.com/office/drawing/2014/main" id="{13E35976-0E35-7F9C-B153-3545DCCCDADF}"/>
              </a:ext>
            </a:extLst>
          </p:cNvPr>
          <p:cNvCxnSpPr>
            <a:cxnSpLocks/>
            <a:endCxn id="5" idx="3"/>
          </p:cNvCxnSpPr>
          <p:nvPr/>
        </p:nvCxnSpPr>
        <p:spPr>
          <a:xfrm rot="16200000" flipV="1">
            <a:off x="3620198" y="2535310"/>
            <a:ext cx="830740" cy="421083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CasellaDiTesto 218">
            <a:extLst>
              <a:ext uri="{FF2B5EF4-FFF2-40B4-BE49-F238E27FC236}">
                <a16:creationId xmlns:a16="http://schemas.microsoft.com/office/drawing/2014/main" id="{21FE63E9-46A0-8A8D-4018-E665B47A1319}"/>
              </a:ext>
            </a:extLst>
          </p:cNvPr>
          <p:cNvSpPr txBox="1"/>
          <p:nvPr/>
        </p:nvSpPr>
        <p:spPr>
          <a:xfrm>
            <a:off x="3065323" y="2741107"/>
            <a:ext cx="1204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Feedback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0" name="Connettore a gomito 219">
            <a:extLst>
              <a:ext uri="{FF2B5EF4-FFF2-40B4-BE49-F238E27FC236}">
                <a16:creationId xmlns:a16="http://schemas.microsoft.com/office/drawing/2014/main" id="{A896A0B5-401B-684A-7751-B056379A8BE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8648" y="3861079"/>
            <a:ext cx="662907" cy="437457"/>
          </a:xfrm>
          <a:prstGeom prst="bentConnector3">
            <a:avLst>
              <a:gd name="adj1" fmla="val 67625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ttore a gomito 223">
            <a:extLst>
              <a:ext uri="{FF2B5EF4-FFF2-40B4-BE49-F238E27FC236}">
                <a16:creationId xmlns:a16="http://schemas.microsoft.com/office/drawing/2014/main" id="{0C78AEE4-9C40-BD96-14C3-47787A86291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94918" y="3845165"/>
            <a:ext cx="638245" cy="464136"/>
          </a:xfrm>
          <a:prstGeom prst="bentConnector3">
            <a:avLst>
              <a:gd name="adj1" fmla="val 30897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CasellaDiTesto 234">
            <a:extLst>
              <a:ext uri="{FF2B5EF4-FFF2-40B4-BE49-F238E27FC236}">
                <a16:creationId xmlns:a16="http://schemas.microsoft.com/office/drawing/2014/main" id="{046FB674-CC25-1FBD-92E4-DF16C525D452}"/>
              </a:ext>
            </a:extLst>
          </p:cNvPr>
          <p:cNvSpPr txBox="1"/>
          <p:nvPr/>
        </p:nvSpPr>
        <p:spPr>
          <a:xfrm>
            <a:off x="746274" y="3828266"/>
            <a:ext cx="15638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Configuration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9" name="CasellaDiTesto 238">
            <a:extLst>
              <a:ext uri="{FF2B5EF4-FFF2-40B4-BE49-F238E27FC236}">
                <a16:creationId xmlns:a16="http://schemas.microsoft.com/office/drawing/2014/main" id="{CB515643-6773-4838-9A2B-C43D485B6599}"/>
              </a:ext>
            </a:extLst>
          </p:cNvPr>
          <p:cNvSpPr txBox="1"/>
          <p:nvPr/>
        </p:nvSpPr>
        <p:spPr>
          <a:xfrm>
            <a:off x="2385870" y="3823763"/>
            <a:ext cx="1963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Monitoring</a:t>
            </a:r>
            <a:r>
              <a:rPr lang="en-US" sz="1600" noProof="0" dirty="0">
                <a:solidFill>
                  <a:schemeClr val="accent2"/>
                </a:solidFill>
              </a:rPr>
              <a:t>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42" name="Immagine 241">
            <a:extLst>
              <a:ext uri="{FF2B5EF4-FFF2-40B4-BE49-F238E27FC236}">
                <a16:creationId xmlns:a16="http://schemas.microsoft.com/office/drawing/2014/main" id="{DFDC2D95-E6BF-6399-134D-953D75DB1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59" y="2610540"/>
            <a:ext cx="430705" cy="430705"/>
          </a:xfrm>
          <a:prstGeom prst="rect">
            <a:avLst/>
          </a:prstGeom>
        </p:spPr>
      </p:pic>
      <p:pic>
        <p:nvPicPr>
          <p:cNvPr id="244" name="Immagine 243">
            <a:extLst>
              <a:ext uri="{FF2B5EF4-FFF2-40B4-BE49-F238E27FC236}">
                <a16:creationId xmlns:a16="http://schemas.microsoft.com/office/drawing/2014/main" id="{E3B963EC-A416-1151-8F5A-D55692971D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88" y="3803269"/>
            <a:ext cx="395383" cy="395383"/>
          </a:xfrm>
          <a:prstGeom prst="rect">
            <a:avLst/>
          </a:prstGeom>
        </p:spPr>
      </p:pic>
      <p:pic>
        <p:nvPicPr>
          <p:cNvPr id="246" name="Immagine 245">
            <a:extLst>
              <a:ext uri="{FF2B5EF4-FFF2-40B4-BE49-F238E27FC236}">
                <a16:creationId xmlns:a16="http://schemas.microsoft.com/office/drawing/2014/main" id="{0AA1459F-251B-E0C1-0185-E224A0722F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3983" y="3820963"/>
            <a:ext cx="395383" cy="395383"/>
          </a:xfrm>
          <a:prstGeom prst="rect">
            <a:avLst/>
          </a:prstGeom>
        </p:spPr>
      </p:pic>
      <p:pic>
        <p:nvPicPr>
          <p:cNvPr id="253" name="Immagine 252">
            <a:extLst>
              <a:ext uri="{FF2B5EF4-FFF2-40B4-BE49-F238E27FC236}">
                <a16:creationId xmlns:a16="http://schemas.microsoft.com/office/drawing/2014/main" id="{A05AB2FF-DA6D-FCC2-CBAA-C119036883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734" y="2625448"/>
            <a:ext cx="421080" cy="421080"/>
          </a:xfrm>
          <a:prstGeom prst="rect">
            <a:avLst/>
          </a:prstGeom>
        </p:spPr>
      </p:pic>
      <p:sp>
        <p:nvSpPr>
          <p:cNvPr id="274" name="Rettangolo 273">
            <a:extLst>
              <a:ext uri="{FF2B5EF4-FFF2-40B4-BE49-F238E27FC236}">
                <a16:creationId xmlns:a16="http://schemas.microsoft.com/office/drawing/2014/main" id="{1111D20C-008F-ABB1-B448-77D1ADE05296}"/>
              </a:ext>
            </a:extLst>
          </p:cNvPr>
          <p:cNvSpPr/>
          <p:nvPr/>
        </p:nvSpPr>
        <p:spPr>
          <a:xfrm>
            <a:off x="1492985" y="1649154"/>
            <a:ext cx="714483" cy="27641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5342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F1BE-C527-D06B-DD5E-622B23B9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tangolo con angoli in alto arrotondati 199">
            <a:extLst>
              <a:ext uri="{FF2B5EF4-FFF2-40B4-BE49-F238E27FC236}">
                <a16:creationId xmlns:a16="http://schemas.microsoft.com/office/drawing/2014/main" id="{66374E98-D0DA-ADB0-F72C-0896FC991C58}"/>
              </a:ext>
            </a:extLst>
          </p:cNvPr>
          <p:cNvSpPr/>
          <p:nvPr/>
        </p:nvSpPr>
        <p:spPr>
          <a:xfrm>
            <a:off x="896247" y="4396354"/>
            <a:ext cx="3194304" cy="1568138"/>
          </a:xfrm>
          <a:prstGeom prst="round2Same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634B0E0-A605-9B9B-A2A5-93D08A62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Intent/Policy-based Network Security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5C578C-7AC3-4A43-439B-C07B7BAFC9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6028" y="1284492"/>
            <a:ext cx="7015972" cy="4680000"/>
          </a:xfrm>
        </p:spPr>
        <p:txBody>
          <a:bodyPr/>
          <a:lstStyle/>
          <a:p>
            <a:r>
              <a:rPr lang="en-US" i="1" noProof="0" dirty="0"/>
              <a:t>RFC 9315:</a:t>
            </a:r>
          </a:p>
          <a:p>
            <a:r>
              <a:rPr lang="en-US" sz="2200" noProof="0" dirty="0"/>
              <a:t>Policies precisely specify what needs to be done when and in which circumstance (</a:t>
            </a:r>
            <a:r>
              <a:rPr lang="en-US" sz="2200" u="sng" noProof="0" dirty="0"/>
              <a:t>imperative</a:t>
            </a:r>
            <a:r>
              <a:rPr lang="en-US" sz="2200" noProof="0" dirty="0"/>
              <a:t>). </a:t>
            </a:r>
            <a:r>
              <a:rPr lang="en-US" sz="2200" b="1" noProof="0" dirty="0"/>
              <a:t>Policies</a:t>
            </a:r>
            <a:r>
              <a:rPr lang="en-US" sz="2200" noProof="0" dirty="0"/>
              <a:t> typically involve a certain degree of abstraction in order to cope with the heterogeneity of networking devices. </a:t>
            </a:r>
          </a:p>
          <a:p>
            <a:endParaRPr lang="en-US" b="1" i="1" noProof="0" dirty="0"/>
          </a:p>
          <a:p>
            <a:r>
              <a:rPr lang="en-US" i="1" noProof="0" dirty="0"/>
              <a:t>Example: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“Deny TCP traffic from the guest subnet to the server subnet on ports 22 and 3389.”</a:t>
            </a:r>
          </a:p>
          <a:p>
            <a:endParaRPr lang="en-US" sz="700" noProof="0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32F6490-21C1-69C5-21A9-1BC247490A35}"/>
              </a:ext>
            </a:extLst>
          </p:cNvPr>
          <p:cNvSpPr/>
          <p:nvPr/>
        </p:nvSpPr>
        <p:spPr>
          <a:xfrm>
            <a:off x="1017431" y="2027835"/>
            <a:ext cx="2807595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Intent Enrichment </a:t>
            </a:r>
          </a:p>
          <a:p>
            <a:pPr algn="ctr"/>
            <a:r>
              <a:rPr lang="en-US" noProof="0" dirty="0"/>
              <a:t>and Translation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9AE78CB-4F98-4537-C604-D59A9CC0C660}"/>
              </a:ext>
            </a:extLst>
          </p:cNvPr>
          <p:cNvSpPr/>
          <p:nvPr/>
        </p:nvSpPr>
        <p:spPr>
          <a:xfrm>
            <a:off x="122772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Refinement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A1E9B577-3083-AEE9-6441-98AD0A910242}"/>
              </a:ext>
            </a:extLst>
          </p:cNvPr>
          <p:cNvSpPr/>
          <p:nvPr/>
        </p:nvSpPr>
        <p:spPr>
          <a:xfrm>
            <a:off x="2632744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Assurance</a:t>
            </a:r>
          </a:p>
        </p:txBody>
      </p:sp>
      <p:grpSp>
        <p:nvGrpSpPr>
          <p:cNvPr id="199" name="Gruppo 198">
            <a:extLst>
              <a:ext uri="{FF2B5EF4-FFF2-40B4-BE49-F238E27FC236}">
                <a16:creationId xmlns:a16="http://schemas.microsoft.com/office/drawing/2014/main" id="{B59B9AB3-50A2-84C9-8121-4F4C3F4A6888}"/>
              </a:ext>
            </a:extLst>
          </p:cNvPr>
          <p:cNvGrpSpPr/>
          <p:nvPr/>
        </p:nvGrpSpPr>
        <p:grpSpPr>
          <a:xfrm>
            <a:off x="1267236" y="4551095"/>
            <a:ext cx="2431042" cy="939394"/>
            <a:chOff x="1179754" y="4668926"/>
            <a:chExt cx="2807595" cy="1084900"/>
          </a:xfrm>
        </p:grpSpPr>
        <p:grpSp>
          <p:nvGrpSpPr>
            <p:cNvPr id="11" name="Google Shape;1604;p10">
              <a:extLst>
                <a:ext uri="{FF2B5EF4-FFF2-40B4-BE49-F238E27FC236}">
                  <a16:creationId xmlns:a16="http://schemas.microsoft.com/office/drawing/2014/main" id="{0D14319B-C350-6999-F38E-DBA81BB09598}"/>
                </a:ext>
              </a:extLst>
            </p:cNvPr>
            <p:cNvGrpSpPr/>
            <p:nvPr/>
          </p:nvGrpSpPr>
          <p:grpSpPr>
            <a:xfrm>
              <a:off x="2477159" y="4893755"/>
              <a:ext cx="316605" cy="257092"/>
              <a:chOff x="4352056" y="0"/>
              <a:chExt cx="675640" cy="548640"/>
            </a:xfrm>
          </p:grpSpPr>
          <p:grpSp>
            <p:nvGrpSpPr>
              <p:cNvPr id="72" name="Google Shape;1606;p10">
                <a:extLst>
                  <a:ext uri="{FF2B5EF4-FFF2-40B4-BE49-F238E27FC236}">
                    <a16:creationId xmlns:a16="http://schemas.microsoft.com/office/drawing/2014/main" id="{307E567A-6C6F-1CB2-8015-4713E1BA6FF1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74" name="Google Shape;1607;p10">
                  <a:extLst>
                    <a:ext uri="{FF2B5EF4-FFF2-40B4-BE49-F238E27FC236}">
                      <a16:creationId xmlns:a16="http://schemas.microsoft.com/office/drawing/2014/main" id="{06EC0E68-CB99-1926-AC6F-0ED19F74BE62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5" name="Google Shape;1608;p10">
                  <a:extLst>
                    <a:ext uri="{FF2B5EF4-FFF2-40B4-BE49-F238E27FC236}">
                      <a16:creationId xmlns:a16="http://schemas.microsoft.com/office/drawing/2014/main" id="{961A0DB6-AB8D-7225-0AA4-65FC91AF1BA1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" name="Google Shape;1609;p10">
                  <a:extLst>
                    <a:ext uri="{FF2B5EF4-FFF2-40B4-BE49-F238E27FC236}">
                      <a16:creationId xmlns:a16="http://schemas.microsoft.com/office/drawing/2014/main" id="{DE7B1D11-A320-5103-9C33-8E9613568A3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7" name="Google Shape;1610;p10">
                  <a:extLst>
                    <a:ext uri="{FF2B5EF4-FFF2-40B4-BE49-F238E27FC236}">
                      <a16:creationId xmlns:a16="http://schemas.microsoft.com/office/drawing/2014/main" id="{2589F146-77D7-77D6-8FDC-2FB0843051FF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" name="Google Shape;1611;p10">
                  <a:extLst>
                    <a:ext uri="{FF2B5EF4-FFF2-40B4-BE49-F238E27FC236}">
                      <a16:creationId xmlns:a16="http://schemas.microsoft.com/office/drawing/2014/main" id="{80CD12E8-7D43-E3C3-6232-C12A171C057D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9" name="Google Shape;1612;p10">
                  <a:extLst>
                    <a:ext uri="{FF2B5EF4-FFF2-40B4-BE49-F238E27FC236}">
                      <a16:creationId xmlns:a16="http://schemas.microsoft.com/office/drawing/2014/main" id="{262A871D-B439-1551-B21A-1E9F6660D7DF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0" name="Google Shape;1613;p10">
                  <a:extLst>
                    <a:ext uri="{FF2B5EF4-FFF2-40B4-BE49-F238E27FC236}">
                      <a16:creationId xmlns:a16="http://schemas.microsoft.com/office/drawing/2014/main" id="{D729653A-808D-30D1-A520-A40B0DEC6E12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1" name="Google Shape;1614;p10">
                  <a:extLst>
                    <a:ext uri="{FF2B5EF4-FFF2-40B4-BE49-F238E27FC236}">
                      <a16:creationId xmlns:a16="http://schemas.microsoft.com/office/drawing/2014/main" id="{2A3B3397-FEBF-603B-43A8-A6E21870A8F6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1615;p10">
                  <a:extLst>
                    <a:ext uri="{FF2B5EF4-FFF2-40B4-BE49-F238E27FC236}">
                      <a16:creationId xmlns:a16="http://schemas.microsoft.com/office/drawing/2014/main" id="{449E3086-B7AC-A3E3-9569-9164AC01BE5F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" name="Google Shape;1617;p10">
                <a:extLst>
                  <a:ext uri="{FF2B5EF4-FFF2-40B4-BE49-F238E27FC236}">
                    <a16:creationId xmlns:a16="http://schemas.microsoft.com/office/drawing/2014/main" id="{E4182B70-1867-2934-97EA-FF5A3D878D0F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" name="Google Shape;1415;p7">
              <a:extLst>
                <a:ext uri="{FF2B5EF4-FFF2-40B4-BE49-F238E27FC236}">
                  <a16:creationId xmlns:a16="http://schemas.microsoft.com/office/drawing/2014/main" id="{3A91D2AA-250C-9E37-B2D5-2315F9D1A7B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4726806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415;p7">
              <a:extLst>
                <a:ext uri="{FF2B5EF4-FFF2-40B4-BE49-F238E27FC236}">
                  <a16:creationId xmlns:a16="http://schemas.microsoft.com/office/drawing/2014/main" id="{C5B2F98B-8787-EB1C-66FD-C6151B9FC13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79754" y="5091622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15;p7">
              <a:extLst>
                <a:ext uri="{FF2B5EF4-FFF2-40B4-BE49-F238E27FC236}">
                  <a16:creationId xmlns:a16="http://schemas.microsoft.com/office/drawing/2014/main" id="{C16B8AA1-17B7-F18A-AFD6-60BCC0DC1E0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5485565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80;p1">
              <a:extLst>
                <a:ext uri="{FF2B5EF4-FFF2-40B4-BE49-F238E27FC236}">
                  <a16:creationId xmlns:a16="http://schemas.microsoft.com/office/drawing/2014/main" id="{4C4947B5-169A-1FEA-F80A-79488375BF5F}"/>
                </a:ext>
              </a:extLst>
            </p:cNvPr>
            <p:cNvSpPr/>
            <p:nvPr/>
          </p:nvSpPr>
          <p:spPr>
            <a:xfrm>
              <a:off x="3170275" y="4668926"/>
              <a:ext cx="478223" cy="26988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80;p1">
              <a:extLst>
                <a:ext uri="{FF2B5EF4-FFF2-40B4-BE49-F238E27FC236}">
                  <a16:creationId xmlns:a16="http://schemas.microsoft.com/office/drawing/2014/main" id="{DF4BFE1C-A035-39E6-C6A8-50D595EC18F1}"/>
                </a:ext>
              </a:extLst>
            </p:cNvPr>
            <p:cNvSpPr/>
            <p:nvPr/>
          </p:nvSpPr>
          <p:spPr>
            <a:xfrm>
              <a:off x="2296411" y="5399345"/>
              <a:ext cx="498139" cy="28112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8EA80E86-3238-1DDB-104A-55A5E4B0BA87}"/>
                </a:ext>
              </a:extLst>
            </p:cNvPr>
            <p:cNvGrpSpPr/>
            <p:nvPr/>
          </p:nvGrpSpPr>
          <p:grpSpPr>
            <a:xfrm>
              <a:off x="3542900" y="5177446"/>
              <a:ext cx="444449" cy="256390"/>
              <a:chOff x="8600187" y="2519609"/>
              <a:chExt cx="1168494" cy="674070"/>
            </a:xfrm>
          </p:grpSpPr>
          <p:grpSp>
            <p:nvGrpSpPr>
              <p:cNvPr id="60" name="Google Shape;457;p2">
                <a:extLst>
                  <a:ext uri="{FF2B5EF4-FFF2-40B4-BE49-F238E27FC236}">
                    <a16:creationId xmlns:a16="http://schemas.microsoft.com/office/drawing/2014/main" id="{D7668F50-5917-9BDE-869C-8876EE123CA0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69" name="Google Shape;458;p2">
                  <a:extLst>
                    <a:ext uri="{FF2B5EF4-FFF2-40B4-BE49-F238E27FC236}">
                      <a16:creationId xmlns:a16="http://schemas.microsoft.com/office/drawing/2014/main" id="{0C00D02E-1640-1287-90B3-2ACB9A029B03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0" name="Google Shape;459;p2">
                  <a:extLst>
                    <a:ext uri="{FF2B5EF4-FFF2-40B4-BE49-F238E27FC236}">
                      <a16:creationId xmlns:a16="http://schemas.microsoft.com/office/drawing/2014/main" id="{AF0383A7-C94C-E779-9FB3-F3C754E8D864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1" name="Google Shape;460;p2">
                  <a:extLst>
                    <a:ext uri="{FF2B5EF4-FFF2-40B4-BE49-F238E27FC236}">
                      <a16:creationId xmlns:a16="http://schemas.microsoft.com/office/drawing/2014/main" id="{BB5D6495-A5EB-F7B5-3805-DD745E9589B1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61" name="Google Shape;510;p2">
                <a:extLst>
                  <a:ext uri="{FF2B5EF4-FFF2-40B4-BE49-F238E27FC236}">
                    <a16:creationId xmlns:a16="http://schemas.microsoft.com/office/drawing/2014/main" id="{B6C5804C-509D-F61F-FCE7-9C83231E9A85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62" name="Google Shape;511;p2">
                  <a:extLst>
                    <a:ext uri="{FF2B5EF4-FFF2-40B4-BE49-F238E27FC236}">
                      <a16:creationId xmlns:a16="http://schemas.microsoft.com/office/drawing/2014/main" id="{2919BA23-B174-4B75-B23E-83E7E88C28C0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512;p2">
                  <a:extLst>
                    <a:ext uri="{FF2B5EF4-FFF2-40B4-BE49-F238E27FC236}">
                      <a16:creationId xmlns:a16="http://schemas.microsoft.com/office/drawing/2014/main" id="{B67A3CE4-0DA9-19C5-8B82-5825DCF46394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Google Shape;513;p2">
                  <a:extLst>
                    <a:ext uri="{FF2B5EF4-FFF2-40B4-BE49-F238E27FC236}">
                      <a16:creationId xmlns:a16="http://schemas.microsoft.com/office/drawing/2014/main" id="{F270EC63-635B-5E41-E8B9-476F07D7BEAF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" name="Google Shape;514;p2">
                  <a:extLst>
                    <a:ext uri="{FF2B5EF4-FFF2-40B4-BE49-F238E27FC236}">
                      <a16:creationId xmlns:a16="http://schemas.microsoft.com/office/drawing/2014/main" id="{EBF51375-42B7-A00B-411A-ED8DC6E1C0F1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Google Shape;515;p2">
                  <a:extLst>
                    <a:ext uri="{FF2B5EF4-FFF2-40B4-BE49-F238E27FC236}">
                      <a16:creationId xmlns:a16="http://schemas.microsoft.com/office/drawing/2014/main" id="{C941AD43-E3FA-77C2-1E10-99D1F258EF55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516;p2">
                  <a:extLst>
                    <a:ext uri="{FF2B5EF4-FFF2-40B4-BE49-F238E27FC236}">
                      <a16:creationId xmlns:a16="http://schemas.microsoft.com/office/drawing/2014/main" id="{BDEB1170-0D19-962C-215B-5DDD739B6A97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517;p2">
                  <a:extLst>
                    <a:ext uri="{FF2B5EF4-FFF2-40B4-BE49-F238E27FC236}">
                      <a16:creationId xmlns:a16="http://schemas.microsoft.com/office/drawing/2014/main" id="{32896B51-C4B6-36FD-1E35-473BDF180051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7C84FD22-7082-FD99-4352-372E2AC6347E}"/>
                </a:ext>
              </a:extLst>
            </p:cNvPr>
            <p:cNvGrpSpPr/>
            <p:nvPr/>
          </p:nvGrpSpPr>
          <p:grpSpPr>
            <a:xfrm>
              <a:off x="3542900" y="5497436"/>
              <a:ext cx="444449" cy="256390"/>
              <a:chOff x="8600187" y="2519609"/>
              <a:chExt cx="1168494" cy="674070"/>
            </a:xfrm>
          </p:grpSpPr>
          <p:grpSp>
            <p:nvGrpSpPr>
              <p:cNvPr id="48" name="Google Shape;457;p2">
                <a:extLst>
                  <a:ext uri="{FF2B5EF4-FFF2-40B4-BE49-F238E27FC236}">
                    <a16:creationId xmlns:a16="http://schemas.microsoft.com/office/drawing/2014/main" id="{489F8349-34AD-9098-3111-9E791DD70ADB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57" name="Google Shape;458;p2">
                  <a:extLst>
                    <a:ext uri="{FF2B5EF4-FFF2-40B4-BE49-F238E27FC236}">
                      <a16:creationId xmlns:a16="http://schemas.microsoft.com/office/drawing/2014/main" id="{633B2410-6787-498F-18E9-8CBDC0AD51A4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8" name="Google Shape;459;p2">
                  <a:extLst>
                    <a:ext uri="{FF2B5EF4-FFF2-40B4-BE49-F238E27FC236}">
                      <a16:creationId xmlns:a16="http://schemas.microsoft.com/office/drawing/2014/main" id="{207E85F1-C18A-50A2-8A04-F456D3CD7120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9" name="Google Shape;460;p2">
                  <a:extLst>
                    <a:ext uri="{FF2B5EF4-FFF2-40B4-BE49-F238E27FC236}">
                      <a16:creationId xmlns:a16="http://schemas.microsoft.com/office/drawing/2014/main" id="{49D6954C-885B-92B1-7684-0D4E5A54EDB5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49" name="Google Shape;510;p2">
                <a:extLst>
                  <a:ext uri="{FF2B5EF4-FFF2-40B4-BE49-F238E27FC236}">
                    <a16:creationId xmlns:a16="http://schemas.microsoft.com/office/drawing/2014/main" id="{5A24AF83-3D2B-5A4D-23A4-BD9F126FB221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50" name="Google Shape;511;p2">
                  <a:extLst>
                    <a:ext uri="{FF2B5EF4-FFF2-40B4-BE49-F238E27FC236}">
                      <a16:creationId xmlns:a16="http://schemas.microsoft.com/office/drawing/2014/main" id="{669C98B3-2607-67FB-4351-77DBA1DAE540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" name="Google Shape;512;p2">
                  <a:extLst>
                    <a:ext uri="{FF2B5EF4-FFF2-40B4-BE49-F238E27FC236}">
                      <a16:creationId xmlns:a16="http://schemas.microsoft.com/office/drawing/2014/main" id="{DE2329C6-2B9B-B918-4070-3EA2EB91D14F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" name="Google Shape;513;p2">
                  <a:extLst>
                    <a:ext uri="{FF2B5EF4-FFF2-40B4-BE49-F238E27FC236}">
                      <a16:creationId xmlns:a16="http://schemas.microsoft.com/office/drawing/2014/main" id="{829DA4C5-AEB0-FE8D-5816-6D5622FB9226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514;p2">
                  <a:extLst>
                    <a:ext uri="{FF2B5EF4-FFF2-40B4-BE49-F238E27FC236}">
                      <a16:creationId xmlns:a16="http://schemas.microsoft.com/office/drawing/2014/main" id="{A47B3A14-AE38-109A-DC43-28EBCE8B63F8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515;p2">
                  <a:extLst>
                    <a:ext uri="{FF2B5EF4-FFF2-40B4-BE49-F238E27FC236}">
                      <a16:creationId xmlns:a16="http://schemas.microsoft.com/office/drawing/2014/main" id="{3E22B2CF-7FAD-FF95-5836-2ADF5677DE08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16;p2">
                  <a:extLst>
                    <a:ext uri="{FF2B5EF4-FFF2-40B4-BE49-F238E27FC236}">
                      <a16:creationId xmlns:a16="http://schemas.microsoft.com/office/drawing/2014/main" id="{0FA2BB75-C7C5-9EF9-0BDD-1C49723BD1D5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17;p2">
                  <a:extLst>
                    <a:ext uri="{FF2B5EF4-FFF2-40B4-BE49-F238E27FC236}">
                      <a16:creationId xmlns:a16="http://schemas.microsoft.com/office/drawing/2014/main" id="{A2AF939F-5E09-2C0D-8053-798D3BAEA7F0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445FB2E8-E1C4-BB7E-73A8-9D5560DD8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0460" y="5091622"/>
              <a:ext cx="412080" cy="274720"/>
            </a:xfrm>
            <a:prstGeom prst="rect">
              <a:avLst/>
            </a:prstGeom>
          </p:spPr>
        </p:pic>
        <p:grpSp>
          <p:nvGrpSpPr>
            <p:cNvPr id="20" name="Google Shape;1604;p10">
              <a:extLst>
                <a:ext uri="{FF2B5EF4-FFF2-40B4-BE49-F238E27FC236}">
                  <a16:creationId xmlns:a16="http://schemas.microsoft.com/office/drawing/2014/main" id="{49B1D72B-8D4B-490E-399B-0DAEC5221F8A}"/>
                </a:ext>
              </a:extLst>
            </p:cNvPr>
            <p:cNvGrpSpPr/>
            <p:nvPr/>
          </p:nvGrpSpPr>
          <p:grpSpPr>
            <a:xfrm>
              <a:off x="3047964" y="5357019"/>
              <a:ext cx="316605" cy="257092"/>
              <a:chOff x="4352056" y="0"/>
              <a:chExt cx="675640" cy="548640"/>
            </a:xfrm>
          </p:grpSpPr>
          <p:grpSp>
            <p:nvGrpSpPr>
              <p:cNvPr id="37" name="Google Shape;1606;p10">
                <a:extLst>
                  <a:ext uri="{FF2B5EF4-FFF2-40B4-BE49-F238E27FC236}">
                    <a16:creationId xmlns:a16="http://schemas.microsoft.com/office/drawing/2014/main" id="{F1A5D7BA-BEBF-ED06-E5D2-518034D818E1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39" name="Google Shape;1607;p10">
                  <a:extLst>
                    <a:ext uri="{FF2B5EF4-FFF2-40B4-BE49-F238E27FC236}">
                      <a16:creationId xmlns:a16="http://schemas.microsoft.com/office/drawing/2014/main" id="{714FA744-3C51-8359-7060-27747B36D7FB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" name="Google Shape;1608;p10">
                  <a:extLst>
                    <a:ext uri="{FF2B5EF4-FFF2-40B4-BE49-F238E27FC236}">
                      <a16:creationId xmlns:a16="http://schemas.microsoft.com/office/drawing/2014/main" id="{39846836-5569-E2EA-9729-5BEF14BA7FF0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" name="Google Shape;1609;p10">
                  <a:extLst>
                    <a:ext uri="{FF2B5EF4-FFF2-40B4-BE49-F238E27FC236}">
                      <a16:creationId xmlns:a16="http://schemas.microsoft.com/office/drawing/2014/main" id="{8AD757DF-3844-4E47-4076-FD95D11A38FF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2" name="Google Shape;1610;p10">
                  <a:extLst>
                    <a:ext uri="{FF2B5EF4-FFF2-40B4-BE49-F238E27FC236}">
                      <a16:creationId xmlns:a16="http://schemas.microsoft.com/office/drawing/2014/main" id="{D228392C-9C13-8B67-CF71-048760CF3095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" name="Google Shape;1611;p10">
                  <a:extLst>
                    <a:ext uri="{FF2B5EF4-FFF2-40B4-BE49-F238E27FC236}">
                      <a16:creationId xmlns:a16="http://schemas.microsoft.com/office/drawing/2014/main" id="{B425DA6F-9A75-917D-2BE9-32A8CE60D71F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4" name="Google Shape;1612;p10">
                  <a:extLst>
                    <a:ext uri="{FF2B5EF4-FFF2-40B4-BE49-F238E27FC236}">
                      <a16:creationId xmlns:a16="http://schemas.microsoft.com/office/drawing/2014/main" id="{1BE78A12-CD70-B2E9-965F-510FC111739C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" name="Google Shape;1613;p10">
                  <a:extLst>
                    <a:ext uri="{FF2B5EF4-FFF2-40B4-BE49-F238E27FC236}">
                      <a16:creationId xmlns:a16="http://schemas.microsoft.com/office/drawing/2014/main" id="{12C9523E-033C-1E3E-7D15-8F72F05BA20A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14;p10">
                  <a:extLst>
                    <a:ext uri="{FF2B5EF4-FFF2-40B4-BE49-F238E27FC236}">
                      <a16:creationId xmlns:a16="http://schemas.microsoft.com/office/drawing/2014/main" id="{32094C0B-F9C8-FE00-1BD4-E176A3ED8EA1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1615;p10">
                  <a:extLst>
                    <a:ext uri="{FF2B5EF4-FFF2-40B4-BE49-F238E27FC236}">
                      <a16:creationId xmlns:a16="http://schemas.microsoft.com/office/drawing/2014/main" id="{6398D73A-BFC5-FF54-7E8C-7C4D46E48B9F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" name="Google Shape;1617;p10">
                <a:extLst>
                  <a:ext uri="{FF2B5EF4-FFF2-40B4-BE49-F238E27FC236}">
                    <a16:creationId xmlns:a16="http://schemas.microsoft.com/office/drawing/2014/main" id="{6BE03101-490D-A591-484D-A6704927372C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A6A3549A-9AB8-F22B-E1BC-DABBD4235457}"/>
                </a:ext>
              </a:extLst>
            </p:cNvPr>
            <p:cNvCxnSpPr>
              <a:cxnSpLocks/>
            </p:cNvCxnSpPr>
            <p:nvPr/>
          </p:nvCxnSpPr>
          <p:spPr>
            <a:xfrm>
              <a:off x="1488916" y="4849145"/>
              <a:ext cx="310279" cy="311854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758882E0-8472-ADC1-9027-291C8E0ABEE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484422" y="5219817"/>
              <a:ext cx="314773" cy="585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B0903188-3B52-A280-1AB1-7BBD61EC4133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1488916" y="5315134"/>
              <a:ext cx="332136" cy="298626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A5588FC8-C708-0A2B-77C3-DF97DF9F75E0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>
              <a:off x="2635461" y="5150847"/>
              <a:ext cx="0" cy="24685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ttore a gomito 24">
              <a:extLst>
                <a:ext uri="{FF2B5EF4-FFF2-40B4-BE49-F238E27FC236}">
                  <a16:creationId xmlns:a16="http://schemas.microsoft.com/office/drawing/2014/main" id="{FE4C5083-A9B5-4231-ADCF-258D02717FDC}"/>
                </a:ext>
              </a:extLst>
            </p:cNvPr>
            <p:cNvCxnSpPr>
              <a:cxnSpLocks/>
              <a:stCxn id="158" idx="0"/>
            </p:cNvCxnSpPr>
            <p:nvPr/>
          </p:nvCxnSpPr>
          <p:spPr>
            <a:xfrm rot="5400000" flipH="1" flipV="1">
              <a:off x="2378902" y="4960870"/>
              <a:ext cx="59280" cy="179207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a gomito 25">
              <a:extLst>
                <a:ext uri="{FF2B5EF4-FFF2-40B4-BE49-F238E27FC236}">
                  <a16:creationId xmlns:a16="http://schemas.microsoft.com/office/drawing/2014/main" id="{59D36119-C186-A129-45FF-3A208CAFF72D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rot="5400000" flipH="1" flipV="1">
              <a:off x="2866560" y="4587831"/>
              <a:ext cx="74826" cy="5370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54EA9C88-76C7-F7BE-D459-B8D9FA1F2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1554" y="5304558"/>
              <a:ext cx="211346" cy="13354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2D99AAAE-2885-457F-65C7-E557DCBA29F1}"/>
                </a:ext>
              </a:extLst>
            </p:cNvPr>
            <p:cNvCxnSpPr>
              <a:cxnSpLocks/>
            </p:cNvCxnSpPr>
            <p:nvPr/>
          </p:nvCxnSpPr>
          <p:spPr>
            <a:xfrm>
              <a:off x="3334812" y="5526743"/>
              <a:ext cx="208088" cy="115232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9" name="Google Shape;1620;p10">
              <a:extLst>
                <a:ext uri="{FF2B5EF4-FFF2-40B4-BE49-F238E27FC236}">
                  <a16:creationId xmlns:a16="http://schemas.microsoft.com/office/drawing/2014/main" id="{C7D6F919-C04D-81CA-DF22-421A0764C0E7}"/>
                </a:ext>
              </a:extLst>
            </p:cNvPr>
            <p:cNvGrpSpPr/>
            <p:nvPr/>
          </p:nvGrpSpPr>
          <p:grpSpPr>
            <a:xfrm>
              <a:off x="2211213" y="5080113"/>
              <a:ext cx="215452" cy="246850"/>
              <a:chOff x="7744332" y="687002"/>
              <a:chExt cx="378942" cy="377737"/>
            </a:xfrm>
          </p:grpSpPr>
          <p:sp>
            <p:nvSpPr>
              <p:cNvPr id="161" name="Google Shape;1621;p10">
                <a:extLst>
                  <a:ext uri="{FF2B5EF4-FFF2-40B4-BE49-F238E27FC236}">
                    <a16:creationId xmlns:a16="http://schemas.microsoft.com/office/drawing/2014/main" id="{ABA9BAE8-FF76-7EF4-6CBB-27A83D2AF3F4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2;p10">
                <a:extLst>
                  <a:ext uri="{FF2B5EF4-FFF2-40B4-BE49-F238E27FC236}">
                    <a16:creationId xmlns:a16="http://schemas.microsoft.com/office/drawing/2014/main" id="{57C858C7-46EB-F07E-99A8-3C8AF3506FBE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23;p10">
                <a:extLst>
                  <a:ext uri="{FF2B5EF4-FFF2-40B4-BE49-F238E27FC236}">
                    <a16:creationId xmlns:a16="http://schemas.microsoft.com/office/drawing/2014/main" id="{B224BDC4-720E-1E73-BC20-16FCBD029DE4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24;p10">
                <a:extLst>
                  <a:ext uri="{FF2B5EF4-FFF2-40B4-BE49-F238E27FC236}">
                    <a16:creationId xmlns:a16="http://schemas.microsoft.com/office/drawing/2014/main" id="{0328F206-E98D-88A4-7A62-9B470FAF3E51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25;p10">
                <a:extLst>
                  <a:ext uri="{FF2B5EF4-FFF2-40B4-BE49-F238E27FC236}">
                    <a16:creationId xmlns:a16="http://schemas.microsoft.com/office/drawing/2014/main" id="{62D72829-B14E-268D-1E56-2AC8CB4D1DB7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26;p10">
                <a:extLst>
                  <a:ext uri="{FF2B5EF4-FFF2-40B4-BE49-F238E27FC236}">
                    <a16:creationId xmlns:a16="http://schemas.microsoft.com/office/drawing/2014/main" id="{BBE604A8-C483-D247-2466-0218D69EDEDB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27;p10">
                <a:extLst>
                  <a:ext uri="{FF2B5EF4-FFF2-40B4-BE49-F238E27FC236}">
                    <a16:creationId xmlns:a16="http://schemas.microsoft.com/office/drawing/2014/main" id="{1BB93EFA-4BB6-27B5-B14E-B7DB4DFE1062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28;p10">
                <a:extLst>
                  <a:ext uri="{FF2B5EF4-FFF2-40B4-BE49-F238E27FC236}">
                    <a16:creationId xmlns:a16="http://schemas.microsoft.com/office/drawing/2014/main" id="{BEC511C9-2901-0762-616B-30048141D696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29;p10">
                <a:extLst>
                  <a:ext uri="{FF2B5EF4-FFF2-40B4-BE49-F238E27FC236}">
                    <a16:creationId xmlns:a16="http://schemas.microsoft.com/office/drawing/2014/main" id="{F2ED5F4C-E776-E833-4D79-97409079E986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630;p10">
                <a:extLst>
                  <a:ext uri="{FF2B5EF4-FFF2-40B4-BE49-F238E27FC236}">
                    <a16:creationId xmlns:a16="http://schemas.microsoft.com/office/drawing/2014/main" id="{C9F0F435-FC92-B6E4-2DD1-98E6BDA39428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" name="Google Shape;1632;p10">
              <a:extLst>
                <a:ext uri="{FF2B5EF4-FFF2-40B4-BE49-F238E27FC236}">
                  <a16:creationId xmlns:a16="http://schemas.microsoft.com/office/drawing/2014/main" id="{3FF19C3B-8F87-E165-CB0E-F77F22157BD6}"/>
                </a:ext>
              </a:extLst>
            </p:cNvPr>
            <p:cNvSpPr/>
            <p:nvPr/>
          </p:nvSpPr>
          <p:spPr>
            <a:xfrm>
              <a:off x="2186356" y="5080113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" name="Google Shape;1620;p10">
              <a:extLst>
                <a:ext uri="{FF2B5EF4-FFF2-40B4-BE49-F238E27FC236}">
                  <a16:creationId xmlns:a16="http://schemas.microsoft.com/office/drawing/2014/main" id="{8EF9754A-0D41-A8C5-697C-CCDAACF88FE9}"/>
                </a:ext>
              </a:extLst>
            </p:cNvPr>
            <p:cNvGrpSpPr/>
            <p:nvPr/>
          </p:nvGrpSpPr>
          <p:grpSpPr>
            <a:xfrm>
              <a:off x="2855937" y="5098955"/>
              <a:ext cx="215452" cy="246850"/>
              <a:chOff x="7744332" y="687002"/>
              <a:chExt cx="378942" cy="377737"/>
            </a:xfrm>
          </p:grpSpPr>
          <p:sp>
            <p:nvSpPr>
              <p:cNvPr id="174" name="Google Shape;1621;p10">
                <a:extLst>
                  <a:ext uri="{FF2B5EF4-FFF2-40B4-BE49-F238E27FC236}">
                    <a16:creationId xmlns:a16="http://schemas.microsoft.com/office/drawing/2014/main" id="{F4567E3C-976C-A5F8-233A-4C1DC3D66EA5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622;p10">
                <a:extLst>
                  <a:ext uri="{FF2B5EF4-FFF2-40B4-BE49-F238E27FC236}">
                    <a16:creationId xmlns:a16="http://schemas.microsoft.com/office/drawing/2014/main" id="{95A8B6E4-C365-953C-7CE9-8D9EEA163C90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623;p10">
                <a:extLst>
                  <a:ext uri="{FF2B5EF4-FFF2-40B4-BE49-F238E27FC236}">
                    <a16:creationId xmlns:a16="http://schemas.microsoft.com/office/drawing/2014/main" id="{11BF3058-6CA0-CEDD-4016-AC5B4252DE26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624;p10">
                <a:extLst>
                  <a:ext uri="{FF2B5EF4-FFF2-40B4-BE49-F238E27FC236}">
                    <a16:creationId xmlns:a16="http://schemas.microsoft.com/office/drawing/2014/main" id="{D5F82BAD-4494-35EB-147A-335C57AD45BA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625;p10">
                <a:extLst>
                  <a:ext uri="{FF2B5EF4-FFF2-40B4-BE49-F238E27FC236}">
                    <a16:creationId xmlns:a16="http://schemas.microsoft.com/office/drawing/2014/main" id="{9E2544E2-3FDA-0BF0-8B0C-E64812A52B7B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626;p10">
                <a:extLst>
                  <a:ext uri="{FF2B5EF4-FFF2-40B4-BE49-F238E27FC236}">
                    <a16:creationId xmlns:a16="http://schemas.microsoft.com/office/drawing/2014/main" id="{510C53C6-34ED-63AD-CBB7-FB5C7238C80F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627;p10">
                <a:extLst>
                  <a:ext uri="{FF2B5EF4-FFF2-40B4-BE49-F238E27FC236}">
                    <a16:creationId xmlns:a16="http://schemas.microsoft.com/office/drawing/2014/main" id="{3A618A0B-13EB-A0FC-0AF1-45522245E657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628;p10">
                <a:extLst>
                  <a:ext uri="{FF2B5EF4-FFF2-40B4-BE49-F238E27FC236}">
                    <a16:creationId xmlns:a16="http://schemas.microsoft.com/office/drawing/2014/main" id="{BA501C05-A71C-42B7-6D6A-9063711C8C60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629;p10">
                <a:extLst>
                  <a:ext uri="{FF2B5EF4-FFF2-40B4-BE49-F238E27FC236}">
                    <a16:creationId xmlns:a16="http://schemas.microsoft.com/office/drawing/2014/main" id="{5486B18F-E8E4-02EA-5E32-A2258C74300D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630;p10">
                <a:extLst>
                  <a:ext uri="{FF2B5EF4-FFF2-40B4-BE49-F238E27FC236}">
                    <a16:creationId xmlns:a16="http://schemas.microsoft.com/office/drawing/2014/main" id="{94A4496C-5A0F-7933-5A68-B26E0403EB2B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632;p10">
              <a:extLst>
                <a:ext uri="{FF2B5EF4-FFF2-40B4-BE49-F238E27FC236}">
                  <a16:creationId xmlns:a16="http://schemas.microsoft.com/office/drawing/2014/main" id="{8F1B2A43-BABE-2197-BAA7-A241A5F4073C}"/>
                </a:ext>
              </a:extLst>
            </p:cNvPr>
            <p:cNvSpPr/>
            <p:nvPr/>
          </p:nvSpPr>
          <p:spPr>
            <a:xfrm>
              <a:off x="2831080" y="5098955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839BBBF8-F4C4-3EC0-6F75-1991176949CB}"/>
                </a:ext>
              </a:extLst>
            </p:cNvPr>
            <p:cNvCxnSpPr>
              <a:cxnSpLocks/>
            </p:cNvCxnSpPr>
            <p:nvPr/>
          </p:nvCxnSpPr>
          <p:spPr>
            <a:xfrm>
              <a:off x="2039442" y="5231905"/>
              <a:ext cx="166196" cy="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Connettore a gomito 191">
              <a:extLst>
                <a:ext uri="{FF2B5EF4-FFF2-40B4-BE49-F238E27FC236}">
                  <a16:creationId xmlns:a16="http://schemas.microsoft.com/office/drawing/2014/main" id="{8076A1C8-7F0D-4944-E884-125203C52177}"/>
                </a:ext>
              </a:extLst>
            </p:cNvPr>
            <p:cNvCxnSpPr>
              <a:cxnSpLocks/>
              <a:endCxn id="173" idx="0"/>
            </p:cNvCxnSpPr>
            <p:nvPr/>
          </p:nvCxnSpPr>
          <p:spPr>
            <a:xfrm>
              <a:off x="2765771" y="5020833"/>
              <a:ext cx="197892" cy="781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a gomito 195">
              <a:extLst>
                <a:ext uri="{FF2B5EF4-FFF2-40B4-BE49-F238E27FC236}">
                  <a16:creationId xmlns:a16="http://schemas.microsoft.com/office/drawing/2014/main" id="{B4E6AD4A-B622-0A95-F446-3FD336CC990B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3070312" y="5245007"/>
              <a:ext cx="135955" cy="11201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AE7A2614-31DB-1DB4-FF5D-778DC5342A4D}"/>
              </a:ext>
            </a:extLst>
          </p:cNvPr>
          <p:cNvSpPr txBox="1"/>
          <p:nvPr/>
        </p:nvSpPr>
        <p:spPr>
          <a:xfrm>
            <a:off x="1060839" y="5569070"/>
            <a:ext cx="286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/>
              <a:t>Virtual Network</a:t>
            </a:r>
          </a:p>
        </p:txBody>
      </p:sp>
      <p:pic>
        <p:nvPicPr>
          <p:cNvPr id="204" name="Immagine 203">
            <a:extLst>
              <a:ext uri="{FF2B5EF4-FFF2-40B4-BE49-F238E27FC236}">
                <a16:creationId xmlns:a16="http://schemas.microsoft.com/office/drawing/2014/main" id="{F433707E-C534-3265-7341-4787672E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436" y="1087382"/>
            <a:ext cx="578906" cy="578906"/>
          </a:xfrm>
          <a:prstGeom prst="rect">
            <a:avLst/>
          </a:prstGeom>
        </p:spPr>
      </p:pic>
      <p:cxnSp>
        <p:nvCxnSpPr>
          <p:cNvPr id="206" name="Connettore 2 205">
            <a:extLst>
              <a:ext uri="{FF2B5EF4-FFF2-40B4-BE49-F238E27FC236}">
                <a16:creationId xmlns:a16="http://schemas.microsoft.com/office/drawing/2014/main" id="{DBFA8A36-CD47-5D33-4C11-E5245FF7B2D1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421229" y="1668618"/>
            <a:ext cx="0" cy="359217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0" name="CasellaDiTesto 209">
            <a:extLst>
              <a:ext uri="{FF2B5EF4-FFF2-40B4-BE49-F238E27FC236}">
                <a16:creationId xmlns:a16="http://schemas.microsoft.com/office/drawing/2014/main" id="{FC3739E1-D177-0B8C-186C-B0B182C3F62A}"/>
              </a:ext>
            </a:extLst>
          </p:cNvPr>
          <p:cNvSpPr txBox="1"/>
          <p:nvPr/>
        </p:nvSpPr>
        <p:spPr>
          <a:xfrm>
            <a:off x="1410488" y="1626607"/>
            <a:ext cx="8996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Intents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2" name="Connettore a gomito 211">
            <a:extLst>
              <a:ext uri="{FF2B5EF4-FFF2-40B4-BE49-F238E27FC236}">
                <a16:creationId xmlns:a16="http://schemas.microsoft.com/office/drawing/2014/main" id="{F759C2B3-AC97-5B20-17FE-7384A3082597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712805" y="2330481"/>
            <a:ext cx="304627" cy="802105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CasellaDiTesto 213">
            <a:extLst>
              <a:ext uri="{FF2B5EF4-FFF2-40B4-BE49-F238E27FC236}">
                <a16:creationId xmlns:a16="http://schemas.microsoft.com/office/drawing/2014/main" id="{12ABC7C8-BE08-4A32-5B76-74143BF811E5}"/>
              </a:ext>
            </a:extLst>
          </p:cNvPr>
          <p:cNvSpPr txBox="1"/>
          <p:nvPr/>
        </p:nvSpPr>
        <p:spPr>
          <a:xfrm>
            <a:off x="728671" y="2746976"/>
            <a:ext cx="1000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Policies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5" name="Connettore a gomito 214">
            <a:extLst>
              <a:ext uri="{FF2B5EF4-FFF2-40B4-BE49-F238E27FC236}">
                <a16:creationId xmlns:a16="http://schemas.microsoft.com/office/drawing/2014/main" id="{99A7DD81-F2F5-532E-37C4-DED56BED7E7C}"/>
              </a:ext>
            </a:extLst>
          </p:cNvPr>
          <p:cNvCxnSpPr>
            <a:cxnSpLocks/>
            <a:endCxn id="5" idx="3"/>
          </p:cNvCxnSpPr>
          <p:nvPr/>
        </p:nvCxnSpPr>
        <p:spPr>
          <a:xfrm rot="16200000" flipV="1">
            <a:off x="3620198" y="2535310"/>
            <a:ext cx="830740" cy="421083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CasellaDiTesto 218">
            <a:extLst>
              <a:ext uri="{FF2B5EF4-FFF2-40B4-BE49-F238E27FC236}">
                <a16:creationId xmlns:a16="http://schemas.microsoft.com/office/drawing/2014/main" id="{EC56D8F8-8495-B583-2E60-4A59248FBE8D}"/>
              </a:ext>
            </a:extLst>
          </p:cNvPr>
          <p:cNvSpPr txBox="1"/>
          <p:nvPr/>
        </p:nvSpPr>
        <p:spPr>
          <a:xfrm>
            <a:off x="3065323" y="2741107"/>
            <a:ext cx="1204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Feedback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0" name="Connettore a gomito 219">
            <a:extLst>
              <a:ext uri="{FF2B5EF4-FFF2-40B4-BE49-F238E27FC236}">
                <a16:creationId xmlns:a16="http://schemas.microsoft.com/office/drawing/2014/main" id="{CD5BBD0E-2120-560D-D333-16A91ED5D6C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8648" y="3861079"/>
            <a:ext cx="662907" cy="437457"/>
          </a:xfrm>
          <a:prstGeom prst="bentConnector3">
            <a:avLst>
              <a:gd name="adj1" fmla="val 67625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ttore a gomito 223">
            <a:extLst>
              <a:ext uri="{FF2B5EF4-FFF2-40B4-BE49-F238E27FC236}">
                <a16:creationId xmlns:a16="http://schemas.microsoft.com/office/drawing/2014/main" id="{73262082-7BAB-B237-CA12-47075B4CD0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94918" y="3845165"/>
            <a:ext cx="638245" cy="464136"/>
          </a:xfrm>
          <a:prstGeom prst="bentConnector3">
            <a:avLst>
              <a:gd name="adj1" fmla="val 30897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CasellaDiTesto 234">
            <a:extLst>
              <a:ext uri="{FF2B5EF4-FFF2-40B4-BE49-F238E27FC236}">
                <a16:creationId xmlns:a16="http://schemas.microsoft.com/office/drawing/2014/main" id="{E9E4760F-685A-EF4F-3C13-0FFCBB44533A}"/>
              </a:ext>
            </a:extLst>
          </p:cNvPr>
          <p:cNvSpPr txBox="1"/>
          <p:nvPr/>
        </p:nvSpPr>
        <p:spPr>
          <a:xfrm>
            <a:off x="746274" y="3828266"/>
            <a:ext cx="15638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Configuration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9" name="CasellaDiTesto 238">
            <a:extLst>
              <a:ext uri="{FF2B5EF4-FFF2-40B4-BE49-F238E27FC236}">
                <a16:creationId xmlns:a16="http://schemas.microsoft.com/office/drawing/2014/main" id="{55805435-BF75-1F29-A414-BB48859D92FE}"/>
              </a:ext>
            </a:extLst>
          </p:cNvPr>
          <p:cNvSpPr txBox="1"/>
          <p:nvPr/>
        </p:nvSpPr>
        <p:spPr>
          <a:xfrm>
            <a:off x="2385870" y="3823763"/>
            <a:ext cx="1963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Monitoring</a:t>
            </a:r>
            <a:r>
              <a:rPr lang="en-US" sz="1600" noProof="0" dirty="0">
                <a:solidFill>
                  <a:schemeClr val="accent2"/>
                </a:solidFill>
              </a:rPr>
              <a:t>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42" name="Immagine 241">
            <a:extLst>
              <a:ext uri="{FF2B5EF4-FFF2-40B4-BE49-F238E27FC236}">
                <a16:creationId xmlns:a16="http://schemas.microsoft.com/office/drawing/2014/main" id="{452F1EFE-4575-428E-4B67-D74A49AFB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59" y="2610540"/>
            <a:ext cx="430705" cy="430705"/>
          </a:xfrm>
          <a:prstGeom prst="rect">
            <a:avLst/>
          </a:prstGeom>
        </p:spPr>
      </p:pic>
      <p:pic>
        <p:nvPicPr>
          <p:cNvPr id="244" name="Immagine 243">
            <a:extLst>
              <a:ext uri="{FF2B5EF4-FFF2-40B4-BE49-F238E27FC236}">
                <a16:creationId xmlns:a16="http://schemas.microsoft.com/office/drawing/2014/main" id="{71201C25-603C-66FE-C545-75107585F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88" y="3803269"/>
            <a:ext cx="395383" cy="395383"/>
          </a:xfrm>
          <a:prstGeom prst="rect">
            <a:avLst/>
          </a:prstGeom>
        </p:spPr>
      </p:pic>
      <p:pic>
        <p:nvPicPr>
          <p:cNvPr id="246" name="Immagine 245">
            <a:extLst>
              <a:ext uri="{FF2B5EF4-FFF2-40B4-BE49-F238E27FC236}">
                <a16:creationId xmlns:a16="http://schemas.microsoft.com/office/drawing/2014/main" id="{C5F822AA-616E-39F4-468D-AE7EDB0628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3983" y="3820963"/>
            <a:ext cx="395383" cy="395383"/>
          </a:xfrm>
          <a:prstGeom prst="rect">
            <a:avLst/>
          </a:prstGeom>
        </p:spPr>
      </p:pic>
      <p:pic>
        <p:nvPicPr>
          <p:cNvPr id="253" name="Immagine 252">
            <a:extLst>
              <a:ext uri="{FF2B5EF4-FFF2-40B4-BE49-F238E27FC236}">
                <a16:creationId xmlns:a16="http://schemas.microsoft.com/office/drawing/2014/main" id="{CD736F60-1A79-1E8D-4777-346F693D28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734" y="2625448"/>
            <a:ext cx="421080" cy="421080"/>
          </a:xfrm>
          <a:prstGeom prst="rect">
            <a:avLst/>
          </a:prstGeom>
        </p:spPr>
      </p:pic>
      <p:sp>
        <p:nvSpPr>
          <p:cNvPr id="30" name="Rettangolo 29">
            <a:extLst>
              <a:ext uri="{FF2B5EF4-FFF2-40B4-BE49-F238E27FC236}">
                <a16:creationId xmlns:a16="http://schemas.microsoft.com/office/drawing/2014/main" id="{64BC4231-3644-3F70-6DE2-F2F502EBDDD5}"/>
              </a:ext>
            </a:extLst>
          </p:cNvPr>
          <p:cNvSpPr/>
          <p:nvPr/>
        </p:nvSpPr>
        <p:spPr>
          <a:xfrm>
            <a:off x="808201" y="2771470"/>
            <a:ext cx="849911" cy="27641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26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F211-464C-DA68-117C-CEB38C9E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tangolo con angoli in alto arrotondati 199">
            <a:extLst>
              <a:ext uri="{FF2B5EF4-FFF2-40B4-BE49-F238E27FC236}">
                <a16:creationId xmlns:a16="http://schemas.microsoft.com/office/drawing/2014/main" id="{0481F999-42EA-5678-2BEC-4364DB2B82CE}"/>
              </a:ext>
            </a:extLst>
          </p:cNvPr>
          <p:cNvSpPr/>
          <p:nvPr/>
        </p:nvSpPr>
        <p:spPr>
          <a:xfrm>
            <a:off x="896247" y="4396354"/>
            <a:ext cx="3194304" cy="1568138"/>
          </a:xfrm>
          <a:prstGeom prst="round2Same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276E254-469C-91A9-D8A5-CCA75DFE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Intent/Policy-based Network Security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48AEE71-2D38-328F-077B-F3D909C7C0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6028" y="1284492"/>
            <a:ext cx="7015972" cy="4680000"/>
          </a:xfrm>
        </p:spPr>
        <p:txBody>
          <a:bodyPr/>
          <a:lstStyle/>
          <a:p>
            <a:r>
              <a:rPr lang="en-US" sz="2200" b="1" i="1" noProof="0" dirty="0"/>
              <a:t>Intent Enrichment and Translation</a:t>
            </a:r>
          </a:p>
          <a:p>
            <a:r>
              <a:rPr lang="en-US" sz="2200" noProof="0" dirty="0"/>
              <a:t>It transforms high-level user intents into more precise security policies.</a:t>
            </a:r>
          </a:p>
          <a:p>
            <a:endParaRPr lang="en-US" sz="2200" noProof="0" dirty="0"/>
          </a:p>
          <a:p>
            <a:r>
              <a:rPr lang="en-US" sz="2200" i="1" noProof="0" dirty="0"/>
              <a:t>How it may work</a:t>
            </a:r>
            <a:r>
              <a:rPr lang="en-US" sz="2200" noProof="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Consult knowledge bases and ontologies.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Use asset inventories and service catalogs.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Exploit topology and contextual information (e.g., with OpenC2).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Use structured policy templated to map natural-language sentences.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2DCF0EC-395C-A52D-2ED8-3AFEFAA6B3A0}"/>
              </a:ext>
            </a:extLst>
          </p:cNvPr>
          <p:cNvSpPr/>
          <p:nvPr/>
        </p:nvSpPr>
        <p:spPr>
          <a:xfrm>
            <a:off x="1017431" y="2027835"/>
            <a:ext cx="2807595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Intent Enrichment </a:t>
            </a:r>
          </a:p>
          <a:p>
            <a:pPr algn="ctr"/>
            <a:r>
              <a:rPr lang="en-US" noProof="0" dirty="0"/>
              <a:t>and Translation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884FA47-E58B-44EB-BA3D-A63E32617035}"/>
              </a:ext>
            </a:extLst>
          </p:cNvPr>
          <p:cNvSpPr/>
          <p:nvPr/>
        </p:nvSpPr>
        <p:spPr>
          <a:xfrm>
            <a:off x="122772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Refinement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DCC2C077-08A6-8CBB-D377-FA6764AEE936}"/>
              </a:ext>
            </a:extLst>
          </p:cNvPr>
          <p:cNvSpPr/>
          <p:nvPr/>
        </p:nvSpPr>
        <p:spPr>
          <a:xfrm>
            <a:off x="2632744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Assurance</a:t>
            </a:r>
          </a:p>
        </p:txBody>
      </p:sp>
      <p:grpSp>
        <p:nvGrpSpPr>
          <p:cNvPr id="199" name="Gruppo 198">
            <a:extLst>
              <a:ext uri="{FF2B5EF4-FFF2-40B4-BE49-F238E27FC236}">
                <a16:creationId xmlns:a16="http://schemas.microsoft.com/office/drawing/2014/main" id="{07F0E5AE-CBFC-75ED-18D8-71D22AC84294}"/>
              </a:ext>
            </a:extLst>
          </p:cNvPr>
          <p:cNvGrpSpPr/>
          <p:nvPr/>
        </p:nvGrpSpPr>
        <p:grpSpPr>
          <a:xfrm>
            <a:off x="1267236" y="4551095"/>
            <a:ext cx="2431042" cy="939394"/>
            <a:chOff x="1179754" y="4668926"/>
            <a:chExt cx="2807595" cy="1084900"/>
          </a:xfrm>
        </p:grpSpPr>
        <p:grpSp>
          <p:nvGrpSpPr>
            <p:cNvPr id="11" name="Google Shape;1604;p10">
              <a:extLst>
                <a:ext uri="{FF2B5EF4-FFF2-40B4-BE49-F238E27FC236}">
                  <a16:creationId xmlns:a16="http://schemas.microsoft.com/office/drawing/2014/main" id="{B18881F2-373D-4BC4-1CA7-9BBD414C8B64}"/>
                </a:ext>
              </a:extLst>
            </p:cNvPr>
            <p:cNvGrpSpPr/>
            <p:nvPr/>
          </p:nvGrpSpPr>
          <p:grpSpPr>
            <a:xfrm>
              <a:off x="2477159" y="4893755"/>
              <a:ext cx="316605" cy="257092"/>
              <a:chOff x="4352056" y="0"/>
              <a:chExt cx="675640" cy="548640"/>
            </a:xfrm>
          </p:grpSpPr>
          <p:grpSp>
            <p:nvGrpSpPr>
              <p:cNvPr id="72" name="Google Shape;1606;p10">
                <a:extLst>
                  <a:ext uri="{FF2B5EF4-FFF2-40B4-BE49-F238E27FC236}">
                    <a16:creationId xmlns:a16="http://schemas.microsoft.com/office/drawing/2014/main" id="{9F5F6A0B-7EDE-7E75-797C-0397F9D6C67A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74" name="Google Shape;1607;p10">
                  <a:extLst>
                    <a:ext uri="{FF2B5EF4-FFF2-40B4-BE49-F238E27FC236}">
                      <a16:creationId xmlns:a16="http://schemas.microsoft.com/office/drawing/2014/main" id="{D76E710E-F5E1-D5FF-D028-6D898341A4C7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5" name="Google Shape;1608;p10">
                  <a:extLst>
                    <a:ext uri="{FF2B5EF4-FFF2-40B4-BE49-F238E27FC236}">
                      <a16:creationId xmlns:a16="http://schemas.microsoft.com/office/drawing/2014/main" id="{0D8BEDA3-27C2-2D13-2E78-DDF451975A39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" name="Google Shape;1609;p10">
                  <a:extLst>
                    <a:ext uri="{FF2B5EF4-FFF2-40B4-BE49-F238E27FC236}">
                      <a16:creationId xmlns:a16="http://schemas.microsoft.com/office/drawing/2014/main" id="{63682476-AAD0-29A6-5BEB-5456F2EB34A0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7" name="Google Shape;1610;p10">
                  <a:extLst>
                    <a:ext uri="{FF2B5EF4-FFF2-40B4-BE49-F238E27FC236}">
                      <a16:creationId xmlns:a16="http://schemas.microsoft.com/office/drawing/2014/main" id="{8EE99E8A-F151-413A-8D68-6AE498E4076B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" name="Google Shape;1611;p10">
                  <a:extLst>
                    <a:ext uri="{FF2B5EF4-FFF2-40B4-BE49-F238E27FC236}">
                      <a16:creationId xmlns:a16="http://schemas.microsoft.com/office/drawing/2014/main" id="{F34DCE73-9D51-3C64-11A2-AC6E15A5D6DC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9" name="Google Shape;1612;p10">
                  <a:extLst>
                    <a:ext uri="{FF2B5EF4-FFF2-40B4-BE49-F238E27FC236}">
                      <a16:creationId xmlns:a16="http://schemas.microsoft.com/office/drawing/2014/main" id="{BF7968D8-529C-7EFB-BC1C-D2E7B7F59E3C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0" name="Google Shape;1613;p10">
                  <a:extLst>
                    <a:ext uri="{FF2B5EF4-FFF2-40B4-BE49-F238E27FC236}">
                      <a16:creationId xmlns:a16="http://schemas.microsoft.com/office/drawing/2014/main" id="{7516A347-9873-D0EC-20CF-BACAADB18000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1" name="Google Shape;1614;p10">
                  <a:extLst>
                    <a:ext uri="{FF2B5EF4-FFF2-40B4-BE49-F238E27FC236}">
                      <a16:creationId xmlns:a16="http://schemas.microsoft.com/office/drawing/2014/main" id="{2639A720-A472-72FC-1D27-6921EFB36646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1615;p10">
                  <a:extLst>
                    <a:ext uri="{FF2B5EF4-FFF2-40B4-BE49-F238E27FC236}">
                      <a16:creationId xmlns:a16="http://schemas.microsoft.com/office/drawing/2014/main" id="{5A15F33D-5E04-5D0D-4A46-0154D2D84216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" name="Google Shape;1617;p10">
                <a:extLst>
                  <a:ext uri="{FF2B5EF4-FFF2-40B4-BE49-F238E27FC236}">
                    <a16:creationId xmlns:a16="http://schemas.microsoft.com/office/drawing/2014/main" id="{F8002AA1-A4A3-81C5-05DD-F2342034DB91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" name="Google Shape;1415;p7">
              <a:extLst>
                <a:ext uri="{FF2B5EF4-FFF2-40B4-BE49-F238E27FC236}">
                  <a16:creationId xmlns:a16="http://schemas.microsoft.com/office/drawing/2014/main" id="{00042284-FB34-7194-2129-582226F9144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4726806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415;p7">
              <a:extLst>
                <a:ext uri="{FF2B5EF4-FFF2-40B4-BE49-F238E27FC236}">
                  <a16:creationId xmlns:a16="http://schemas.microsoft.com/office/drawing/2014/main" id="{A3BDCF8C-B25B-D5AD-E9FE-D1C015FCE71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79754" y="5091622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15;p7">
              <a:extLst>
                <a:ext uri="{FF2B5EF4-FFF2-40B4-BE49-F238E27FC236}">
                  <a16:creationId xmlns:a16="http://schemas.microsoft.com/office/drawing/2014/main" id="{6E0C497E-5473-0E94-365F-98581837EBE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5485565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80;p1">
              <a:extLst>
                <a:ext uri="{FF2B5EF4-FFF2-40B4-BE49-F238E27FC236}">
                  <a16:creationId xmlns:a16="http://schemas.microsoft.com/office/drawing/2014/main" id="{7087347A-5497-8039-8108-4DDD62862632}"/>
                </a:ext>
              </a:extLst>
            </p:cNvPr>
            <p:cNvSpPr/>
            <p:nvPr/>
          </p:nvSpPr>
          <p:spPr>
            <a:xfrm>
              <a:off x="3170275" y="4668926"/>
              <a:ext cx="478223" cy="26988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80;p1">
              <a:extLst>
                <a:ext uri="{FF2B5EF4-FFF2-40B4-BE49-F238E27FC236}">
                  <a16:creationId xmlns:a16="http://schemas.microsoft.com/office/drawing/2014/main" id="{88DE90A9-54C0-D546-E10B-DD11D36D1FDA}"/>
                </a:ext>
              </a:extLst>
            </p:cNvPr>
            <p:cNvSpPr/>
            <p:nvPr/>
          </p:nvSpPr>
          <p:spPr>
            <a:xfrm>
              <a:off x="2296411" y="5399345"/>
              <a:ext cx="498139" cy="28112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B8755449-C450-7569-17FE-F2BC1C96282F}"/>
                </a:ext>
              </a:extLst>
            </p:cNvPr>
            <p:cNvGrpSpPr/>
            <p:nvPr/>
          </p:nvGrpSpPr>
          <p:grpSpPr>
            <a:xfrm>
              <a:off x="3542900" y="5177446"/>
              <a:ext cx="444449" cy="256390"/>
              <a:chOff x="8600187" y="2519609"/>
              <a:chExt cx="1168494" cy="674070"/>
            </a:xfrm>
          </p:grpSpPr>
          <p:grpSp>
            <p:nvGrpSpPr>
              <p:cNvPr id="60" name="Google Shape;457;p2">
                <a:extLst>
                  <a:ext uri="{FF2B5EF4-FFF2-40B4-BE49-F238E27FC236}">
                    <a16:creationId xmlns:a16="http://schemas.microsoft.com/office/drawing/2014/main" id="{2A9D7514-6A15-651C-7FFA-BACDA10F8EE6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69" name="Google Shape;458;p2">
                  <a:extLst>
                    <a:ext uri="{FF2B5EF4-FFF2-40B4-BE49-F238E27FC236}">
                      <a16:creationId xmlns:a16="http://schemas.microsoft.com/office/drawing/2014/main" id="{254FADC8-8603-3E10-F000-37BBAC89411F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0" name="Google Shape;459;p2">
                  <a:extLst>
                    <a:ext uri="{FF2B5EF4-FFF2-40B4-BE49-F238E27FC236}">
                      <a16:creationId xmlns:a16="http://schemas.microsoft.com/office/drawing/2014/main" id="{29566FA0-CBA9-3FBB-99FC-DA702FF41C05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1" name="Google Shape;460;p2">
                  <a:extLst>
                    <a:ext uri="{FF2B5EF4-FFF2-40B4-BE49-F238E27FC236}">
                      <a16:creationId xmlns:a16="http://schemas.microsoft.com/office/drawing/2014/main" id="{0E6EE581-88F4-A81E-4B63-D2E631E74EDD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61" name="Google Shape;510;p2">
                <a:extLst>
                  <a:ext uri="{FF2B5EF4-FFF2-40B4-BE49-F238E27FC236}">
                    <a16:creationId xmlns:a16="http://schemas.microsoft.com/office/drawing/2014/main" id="{16D7EFEA-895C-5C14-8843-31216FDB5F50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62" name="Google Shape;511;p2">
                  <a:extLst>
                    <a:ext uri="{FF2B5EF4-FFF2-40B4-BE49-F238E27FC236}">
                      <a16:creationId xmlns:a16="http://schemas.microsoft.com/office/drawing/2014/main" id="{853B2D4C-6218-2854-9782-EC14A23DD1B3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512;p2">
                  <a:extLst>
                    <a:ext uri="{FF2B5EF4-FFF2-40B4-BE49-F238E27FC236}">
                      <a16:creationId xmlns:a16="http://schemas.microsoft.com/office/drawing/2014/main" id="{65ABB861-717F-B897-CD51-4FE1A81E7871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Google Shape;513;p2">
                  <a:extLst>
                    <a:ext uri="{FF2B5EF4-FFF2-40B4-BE49-F238E27FC236}">
                      <a16:creationId xmlns:a16="http://schemas.microsoft.com/office/drawing/2014/main" id="{21367ECF-E6BD-BCB9-8B94-FBDF861478BB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" name="Google Shape;514;p2">
                  <a:extLst>
                    <a:ext uri="{FF2B5EF4-FFF2-40B4-BE49-F238E27FC236}">
                      <a16:creationId xmlns:a16="http://schemas.microsoft.com/office/drawing/2014/main" id="{1E08DFA4-34B5-78B5-140D-123F0F1DFCEE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Google Shape;515;p2">
                  <a:extLst>
                    <a:ext uri="{FF2B5EF4-FFF2-40B4-BE49-F238E27FC236}">
                      <a16:creationId xmlns:a16="http://schemas.microsoft.com/office/drawing/2014/main" id="{C6FA4EA6-E172-0451-4E1B-D4D87BF10657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516;p2">
                  <a:extLst>
                    <a:ext uri="{FF2B5EF4-FFF2-40B4-BE49-F238E27FC236}">
                      <a16:creationId xmlns:a16="http://schemas.microsoft.com/office/drawing/2014/main" id="{4DEB6095-CD50-D700-60E6-B15C725A3C1A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517;p2">
                  <a:extLst>
                    <a:ext uri="{FF2B5EF4-FFF2-40B4-BE49-F238E27FC236}">
                      <a16:creationId xmlns:a16="http://schemas.microsoft.com/office/drawing/2014/main" id="{5F83FDBB-A449-D735-740C-8ED323D7BD29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7D829B44-1629-7A41-8922-2CECA73CA1B6}"/>
                </a:ext>
              </a:extLst>
            </p:cNvPr>
            <p:cNvGrpSpPr/>
            <p:nvPr/>
          </p:nvGrpSpPr>
          <p:grpSpPr>
            <a:xfrm>
              <a:off x="3542900" y="5497436"/>
              <a:ext cx="444449" cy="256390"/>
              <a:chOff x="8600187" y="2519609"/>
              <a:chExt cx="1168494" cy="674070"/>
            </a:xfrm>
          </p:grpSpPr>
          <p:grpSp>
            <p:nvGrpSpPr>
              <p:cNvPr id="48" name="Google Shape;457;p2">
                <a:extLst>
                  <a:ext uri="{FF2B5EF4-FFF2-40B4-BE49-F238E27FC236}">
                    <a16:creationId xmlns:a16="http://schemas.microsoft.com/office/drawing/2014/main" id="{A5367A4F-97C0-9131-EDB1-826498C53503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57" name="Google Shape;458;p2">
                  <a:extLst>
                    <a:ext uri="{FF2B5EF4-FFF2-40B4-BE49-F238E27FC236}">
                      <a16:creationId xmlns:a16="http://schemas.microsoft.com/office/drawing/2014/main" id="{B99CBF92-561A-F804-5FF9-4D7DC3BAC0E5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8" name="Google Shape;459;p2">
                  <a:extLst>
                    <a:ext uri="{FF2B5EF4-FFF2-40B4-BE49-F238E27FC236}">
                      <a16:creationId xmlns:a16="http://schemas.microsoft.com/office/drawing/2014/main" id="{EC24FA6D-231F-2262-7441-9AD33A7AF8BD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9" name="Google Shape;460;p2">
                  <a:extLst>
                    <a:ext uri="{FF2B5EF4-FFF2-40B4-BE49-F238E27FC236}">
                      <a16:creationId xmlns:a16="http://schemas.microsoft.com/office/drawing/2014/main" id="{AE546BEE-4D0E-8ED2-2678-5173F5536416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49" name="Google Shape;510;p2">
                <a:extLst>
                  <a:ext uri="{FF2B5EF4-FFF2-40B4-BE49-F238E27FC236}">
                    <a16:creationId xmlns:a16="http://schemas.microsoft.com/office/drawing/2014/main" id="{D554DF63-3D66-CB42-BDCF-EA048D09699D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50" name="Google Shape;511;p2">
                  <a:extLst>
                    <a:ext uri="{FF2B5EF4-FFF2-40B4-BE49-F238E27FC236}">
                      <a16:creationId xmlns:a16="http://schemas.microsoft.com/office/drawing/2014/main" id="{6B172329-6104-FF25-FF58-613BA848739B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" name="Google Shape;512;p2">
                  <a:extLst>
                    <a:ext uri="{FF2B5EF4-FFF2-40B4-BE49-F238E27FC236}">
                      <a16:creationId xmlns:a16="http://schemas.microsoft.com/office/drawing/2014/main" id="{F5D472B9-44E9-3C43-CB0E-53624B2530E6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" name="Google Shape;513;p2">
                  <a:extLst>
                    <a:ext uri="{FF2B5EF4-FFF2-40B4-BE49-F238E27FC236}">
                      <a16:creationId xmlns:a16="http://schemas.microsoft.com/office/drawing/2014/main" id="{0CC85DB2-8BDD-3B96-7120-0A63FEC060EB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514;p2">
                  <a:extLst>
                    <a:ext uri="{FF2B5EF4-FFF2-40B4-BE49-F238E27FC236}">
                      <a16:creationId xmlns:a16="http://schemas.microsoft.com/office/drawing/2014/main" id="{A465381A-D0AE-6391-5A92-9B49ED945DC2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515;p2">
                  <a:extLst>
                    <a:ext uri="{FF2B5EF4-FFF2-40B4-BE49-F238E27FC236}">
                      <a16:creationId xmlns:a16="http://schemas.microsoft.com/office/drawing/2014/main" id="{393F27F8-EF5F-CF43-957D-5E6E949B9F93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16;p2">
                  <a:extLst>
                    <a:ext uri="{FF2B5EF4-FFF2-40B4-BE49-F238E27FC236}">
                      <a16:creationId xmlns:a16="http://schemas.microsoft.com/office/drawing/2014/main" id="{72325875-0BC4-25EC-553C-D417EC6DFE28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17;p2">
                  <a:extLst>
                    <a:ext uri="{FF2B5EF4-FFF2-40B4-BE49-F238E27FC236}">
                      <a16:creationId xmlns:a16="http://schemas.microsoft.com/office/drawing/2014/main" id="{CAE37438-7DDE-8FCA-842E-325778033EB5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059B6576-0E90-1EC6-64CC-5485D3086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0460" y="5091622"/>
              <a:ext cx="412080" cy="274720"/>
            </a:xfrm>
            <a:prstGeom prst="rect">
              <a:avLst/>
            </a:prstGeom>
          </p:spPr>
        </p:pic>
        <p:grpSp>
          <p:nvGrpSpPr>
            <p:cNvPr id="20" name="Google Shape;1604;p10">
              <a:extLst>
                <a:ext uri="{FF2B5EF4-FFF2-40B4-BE49-F238E27FC236}">
                  <a16:creationId xmlns:a16="http://schemas.microsoft.com/office/drawing/2014/main" id="{2E1B4859-0367-4DCC-3C21-119AB99BD00E}"/>
                </a:ext>
              </a:extLst>
            </p:cNvPr>
            <p:cNvGrpSpPr/>
            <p:nvPr/>
          </p:nvGrpSpPr>
          <p:grpSpPr>
            <a:xfrm>
              <a:off x="3047964" y="5357019"/>
              <a:ext cx="316605" cy="257092"/>
              <a:chOff x="4352056" y="0"/>
              <a:chExt cx="675640" cy="548640"/>
            </a:xfrm>
          </p:grpSpPr>
          <p:grpSp>
            <p:nvGrpSpPr>
              <p:cNvPr id="37" name="Google Shape;1606;p10">
                <a:extLst>
                  <a:ext uri="{FF2B5EF4-FFF2-40B4-BE49-F238E27FC236}">
                    <a16:creationId xmlns:a16="http://schemas.microsoft.com/office/drawing/2014/main" id="{9CF91E8E-1C40-0EC2-E689-7694E73BFB6F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39" name="Google Shape;1607;p10">
                  <a:extLst>
                    <a:ext uri="{FF2B5EF4-FFF2-40B4-BE49-F238E27FC236}">
                      <a16:creationId xmlns:a16="http://schemas.microsoft.com/office/drawing/2014/main" id="{B546DCF0-97AB-34D7-4DF7-2FD4E9F21ABA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" name="Google Shape;1608;p10">
                  <a:extLst>
                    <a:ext uri="{FF2B5EF4-FFF2-40B4-BE49-F238E27FC236}">
                      <a16:creationId xmlns:a16="http://schemas.microsoft.com/office/drawing/2014/main" id="{62AF06C6-DE93-3837-8D5E-B4357B254154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" name="Google Shape;1609;p10">
                  <a:extLst>
                    <a:ext uri="{FF2B5EF4-FFF2-40B4-BE49-F238E27FC236}">
                      <a16:creationId xmlns:a16="http://schemas.microsoft.com/office/drawing/2014/main" id="{79427754-D2E0-F4A2-0A1F-6FDF7A85EC0C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2" name="Google Shape;1610;p10">
                  <a:extLst>
                    <a:ext uri="{FF2B5EF4-FFF2-40B4-BE49-F238E27FC236}">
                      <a16:creationId xmlns:a16="http://schemas.microsoft.com/office/drawing/2014/main" id="{32CADBDD-766F-C1C0-0AD0-3781B0DBF3BF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" name="Google Shape;1611;p10">
                  <a:extLst>
                    <a:ext uri="{FF2B5EF4-FFF2-40B4-BE49-F238E27FC236}">
                      <a16:creationId xmlns:a16="http://schemas.microsoft.com/office/drawing/2014/main" id="{5798CDB1-32BB-DBEF-7EFC-8FB14B80D873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4" name="Google Shape;1612;p10">
                  <a:extLst>
                    <a:ext uri="{FF2B5EF4-FFF2-40B4-BE49-F238E27FC236}">
                      <a16:creationId xmlns:a16="http://schemas.microsoft.com/office/drawing/2014/main" id="{60565AB4-2E91-A704-6402-C3B8CDBF8C92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" name="Google Shape;1613;p10">
                  <a:extLst>
                    <a:ext uri="{FF2B5EF4-FFF2-40B4-BE49-F238E27FC236}">
                      <a16:creationId xmlns:a16="http://schemas.microsoft.com/office/drawing/2014/main" id="{E3553A63-8F24-AD79-71C0-7405378EB173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14;p10">
                  <a:extLst>
                    <a:ext uri="{FF2B5EF4-FFF2-40B4-BE49-F238E27FC236}">
                      <a16:creationId xmlns:a16="http://schemas.microsoft.com/office/drawing/2014/main" id="{DF458C22-E797-DB5C-BA3E-2F17CE9F034D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1615;p10">
                  <a:extLst>
                    <a:ext uri="{FF2B5EF4-FFF2-40B4-BE49-F238E27FC236}">
                      <a16:creationId xmlns:a16="http://schemas.microsoft.com/office/drawing/2014/main" id="{3EAB4EA0-1E5C-554E-3575-E87D0145033A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" name="Google Shape;1617;p10">
                <a:extLst>
                  <a:ext uri="{FF2B5EF4-FFF2-40B4-BE49-F238E27FC236}">
                    <a16:creationId xmlns:a16="http://schemas.microsoft.com/office/drawing/2014/main" id="{8C67F3CA-CFED-6AD9-7BE1-1F08C9CED3E8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5D6DE372-C6F0-F9CC-3F4D-4ECB4C988F19}"/>
                </a:ext>
              </a:extLst>
            </p:cNvPr>
            <p:cNvCxnSpPr>
              <a:cxnSpLocks/>
            </p:cNvCxnSpPr>
            <p:nvPr/>
          </p:nvCxnSpPr>
          <p:spPr>
            <a:xfrm>
              <a:off x="1488916" y="4849145"/>
              <a:ext cx="310279" cy="311854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F9A7F69D-71D0-18C7-D7B2-3B6151245F1D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484422" y="5219817"/>
              <a:ext cx="314773" cy="585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42D1BE6E-695F-A2BD-D434-0C354AC87CFA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1488916" y="5315134"/>
              <a:ext cx="332136" cy="298626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96C9312C-3E48-3C2F-A1B2-34125238579C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>
              <a:off x="2635461" y="5150847"/>
              <a:ext cx="0" cy="24685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ttore a gomito 24">
              <a:extLst>
                <a:ext uri="{FF2B5EF4-FFF2-40B4-BE49-F238E27FC236}">
                  <a16:creationId xmlns:a16="http://schemas.microsoft.com/office/drawing/2014/main" id="{BA5E7966-2EAA-1A1B-441E-E076922B7BB8}"/>
                </a:ext>
              </a:extLst>
            </p:cNvPr>
            <p:cNvCxnSpPr>
              <a:cxnSpLocks/>
              <a:stCxn id="158" idx="0"/>
            </p:cNvCxnSpPr>
            <p:nvPr/>
          </p:nvCxnSpPr>
          <p:spPr>
            <a:xfrm rot="5400000" flipH="1" flipV="1">
              <a:off x="2378902" y="4960870"/>
              <a:ext cx="59280" cy="179207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a gomito 25">
              <a:extLst>
                <a:ext uri="{FF2B5EF4-FFF2-40B4-BE49-F238E27FC236}">
                  <a16:creationId xmlns:a16="http://schemas.microsoft.com/office/drawing/2014/main" id="{FC114D2A-075D-EDE4-8951-3331FE4E1BA6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rot="5400000" flipH="1" flipV="1">
              <a:off x="2866560" y="4587831"/>
              <a:ext cx="74826" cy="5370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5985C8E7-FF69-BA0A-942D-1D498D7C12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1554" y="5304558"/>
              <a:ext cx="211346" cy="13354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E730CCB0-1ED5-C875-18E8-66C95F4A4145}"/>
                </a:ext>
              </a:extLst>
            </p:cNvPr>
            <p:cNvCxnSpPr>
              <a:cxnSpLocks/>
            </p:cNvCxnSpPr>
            <p:nvPr/>
          </p:nvCxnSpPr>
          <p:spPr>
            <a:xfrm>
              <a:off x="3334812" y="5526743"/>
              <a:ext cx="208088" cy="115232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9" name="Google Shape;1620;p10">
              <a:extLst>
                <a:ext uri="{FF2B5EF4-FFF2-40B4-BE49-F238E27FC236}">
                  <a16:creationId xmlns:a16="http://schemas.microsoft.com/office/drawing/2014/main" id="{FCA56FD4-8824-8037-1C05-C3C218713981}"/>
                </a:ext>
              </a:extLst>
            </p:cNvPr>
            <p:cNvGrpSpPr/>
            <p:nvPr/>
          </p:nvGrpSpPr>
          <p:grpSpPr>
            <a:xfrm>
              <a:off x="2211213" y="5080113"/>
              <a:ext cx="215452" cy="246850"/>
              <a:chOff x="7744332" y="687002"/>
              <a:chExt cx="378942" cy="377737"/>
            </a:xfrm>
          </p:grpSpPr>
          <p:sp>
            <p:nvSpPr>
              <p:cNvPr id="161" name="Google Shape;1621;p10">
                <a:extLst>
                  <a:ext uri="{FF2B5EF4-FFF2-40B4-BE49-F238E27FC236}">
                    <a16:creationId xmlns:a16="http://schemas.microsoft.com/office/drawing/2014/main" id="{5165140B-A9A5-EF1F-ABAC-A90B31585722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2;p10">
                <a:extLst>
                  <a:ext uri="{FF2B5EF4-FFF2-40B4-BE49-F238E27FC236}">
                    <a16:creationId xmlns:a16="http://schemas.microsoft.com/office/drawing/2014/main" id="{F278F752-D440-2BEC-62EE-BC6C7D8B3B8E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23;p10">
                <a:extLst>
                  <a:ext uri="{FF2B5EF4-FFF2-40B4-BE49-F238E27FC236}">
                    <a16:creationId xmlns:a16="http://schemas.microsoft.com/office/drawing/2014/main" id="{123B1A8B-2523-4AE4-FD6E-4C00561AA3F4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24;p10">
                <a:extLst>
                  <a:ext uri="{FF2B5EF4-FFF2-40B4-BE49-F238E27FC236}">
                    <a16:creationId xmlns:a16="http://schemas.microsoft.com/office/drawing/2014/main" id="{AFB76C57-28D6-8ADE-133C-A2E33A83F4B1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25;p10">
                <a:extLst>
                  <a:ext uri="{FF2B5EF4-FFF2-40B4-BE49-F238E27FC236}">
                    <a16:creationId xmlns:a16="http://schemas.microsoft.com/office/drawing/2014/main" id="{852E39AC-EE91-F099-B031-93A6C4C97347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26;p10">
                <a:extLst>
                  <a:ext uri="{FF2B5EF4-FFF2-40B4-BE49-F238E27FC236}">
                    <a16:creationId xmlns:a16="http://schemas.microsoft.com/office/drawing/2014/main" id="{01D2D65C-6476-FE3E-36DB-9E96BD892971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27;p10">
                <a:extLst>
                  <a:ext uri="{FF2B5EF4-FFF2-40B4-BE49-F238E27FC236}">
                    <a16:creationId xmlns:a16="http://schemas.microsoft.com/office/drawing/2014/main" id="{EFE135BE-1C41-2FC7-6A55-65EC6334578D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28;p10">
                <a:extLst>
                  <a:ext uri="{FF2B5EF4-FFF2-40B4-BE49-F238E27FC236}">
                    <a16:creationId xmlns:a16="http://schemas.microsoft.com/office/drawing/2014/main" id="{DF331DAF-65D9-DFA9-BB60-EEF5DDD1EE77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29;p10">
                <a:extLst>
                  <a:ext uri="{FF2B5EF4-FFF2-40B4-BE49-F238E27FC236}">
                    <a16:creationId xmlns:a16="http://schemas.microsoft.com/office/drawing/2014/main" id="{BC8129A2-76D9-59F0-46B2-D22AAF74683E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630;p10">
                <a:extLst>
                  <a:ext uri="{FF2B5EF4-FFF2-40B4-BE49-F238E27FC236}">
                    <a16:creationId xmlns:a16="http://schemas.microsoft.com/office/drawing/2014/main" id="{AC0FCF75-9ED6-42BA-707C-6BCF3E8B138B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" name="Google Shape;1632;p10">
              <a:extLst>
                <a:ext uri="{FF2B5EF4-FFF2-40B4-BE49-F238E27FC236}">
                  <a16:creationId xmlns:a16="http://schemas.microsoft.com/office/drawing/2014/main" id="{6F75062A-EEC7-5D7B-6838-9A9B672AFDFF}"/>
                </a:ext>
              </a:extLst>
            </p:cNvPr>
            <p:cNvSpPr/>
            <p:nvPr/>
          </p:nvSpPr>
          <p:spPr>
            <a:xfrm>
              <a:off x="2186356" y="5080113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" name="Google Shape;1620;p10">
              <a:extLst>
                <a:ext uri="{FF2B5EF4-FFF2-40B4-BE49-F238E27FC236}">
                  <a16:creationId xmlns:a16="http://schemas.microsoft.com/office/drawing/2014/main" id="{18FAE2B1-134A-72FB-1000-5EEE428C9968}"/>
                </a:ext>
              </a:extLst>
            </p:cNvPr>
            <p:cNvGrpSpPr/>
            <p:nvPr/>
          </p:nvGrpSpPr>
          <p:grpSpPr>
            <a:xfrm>
              <a:off x="2855937" y="5098955"/>
              <a:ext cx="215452" cy="246850"/>
              <a:chOff x="7744332" y="687002"/>
              <a:chExt cx="378942" cy="377737"/>
            </a:xfrm>
          </p:grpSpPr>
          <p:sp>
            <p:nvSpPr>
              <p:cNvPr id="174" name="Google Shape;1621;p10">
                <a:extLst>
                  <a:ext uri="{FF2B5EF4-FFF2-40B4-BE49-F238E27FC236}">
                    <a16:creationId xmlns:a16="http://schemas.microsoft.com/office/drawing/2014/main" id="{01B11909-FCF4-A5B0-DCB2-1B8DEA6DF179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622;p10">
                <a:extLst>
                  <a:ext uri="{FF2B5EF4-FFF2-40B4-BE49-F238E27FC236}">
                    <a16:creationId xmlns:a16="http://schemas.microsoft.com/office/drawing/2014/main" id="{32FC02D3-F9FF-467E-DD95-728ADAC9990C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623;p10">
                <a:extLst>
                  <a:ext uri="{FF2B5EF4-FFF2-40B4-BE49-F238E27FC236}">
                    <a16:creationId xmlns:a16="http://schemas.microsoft.com/office/drawing/2014/main" id="{1DD65BA8-5310-BF31-E7D3-D80572BA6EF9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624;p10">
                <a:extLst>
                  <a:ext uri="{FF2B5EF4-FFF2-40B4-BE49-F238E27FC236}">
                    <a16:creationId xmlns:a16="http://schemas.microsoft.com/office/drawing/2014/main" id="{ADC2AE64-2238-8FCB-8DA8-A9158D6FEE2A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625;p10">
                <a:extLst>
                  <a:ext uri="{FF2B5EF4-FFF2-40B4-BE49-F238E27FC236}">
                    <a16:creationId xmlns:a16="http://schemas.microsoft.com/office/drawing/2014/main" id="{5EEAF8E4-038E-892E-75CF-8B380C8A7943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626;p10">
                <a:extLst>
                  <a:ext uri="{FF2B5EF4-FFF2-40B4-BE49-F238E27FC236}">
                    <a16:creationId xmlns:a16="http://schemas.microsoft.com/office/drawing/2014/main" id="{156A0425-94BC-49DC-3434-AADA24DAB441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627;p10">
                <a:extLst>
                  <a:ext uri="{FF2B5EF4-FFF2-40B4-BE49-F238E27FC236}">
                    <a16:creationId xmlns:a16="http://schemas.microsoft.com/office/drawing/2014/main" id="{42A4F504-31B2-EEC7-B756-883F16A201B8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628;p10">
                <a:extLst>
                  <a:ext uri="{FF2B5EF4-FFF2-40B4-BE49-F238E27FC236}">
                    <a16:creationId xmlns:a16="http://schemas.microsoft.com/office/drawing/2014/main" id="{F353250A-8814-D3AA-ADB4-20826E2AF6A8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629;p10">
                <a:extLst>
                  <a:ext uri="{FF2B5EF4-FFF2-40B4-BE49-F238E27FC236}">
                    <a16:creationId xmlns:a16="http://schemas.microsoft.com/office/drawing/2014/main" id="{FA1FD9C8-FCAB-6096-BBC5-36E5015CFB3D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630;p10">
                <a:extLst>
                  <a:ext uri="{FF2B5EF4-FFF2-40B4-BE49-F238E27FC236}">
                    <a16:creationId xmlns:a16="http://schemas.microsoft.com/office/drawing/2014/main" id="{B3E924E5-7018-1E07-9CB9-35003EFC8A7E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632;p10">
              <a:extLst>
                <a:ext uri="{FF2B5EF4-FFF2-40B4-BE49-F238E27FC236}">
                  <a16:creationId xmlns:a16="http://schemas.microsoft.com/office/drawing/2014/main" id="{C2406673-F9C3-053C-2F9F-97E659046B84}"/>
                </a:ext>
              </a:extLst>
            </p:cNvPr>
            <p:cNvSpPr/>
            <p:nvPr/>
          </p:nvSpPr>
          <p:spPr>
            <a:xfrm>
              <a:off x="2831080" y="5098955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961CBA50-F78D-94D8-199C-9CBCB6D26FEE}"/>
                </a:ext>
              </a:extLst>
            </p:cNvPr>
            <p:cNvCxnSpPr>
              <a:cxnSpLocks/>
            </p:cNvCxnSpPr>
            <p:nvPr/>
          </p:nvCxnSpPr>
          <p:spPr>
            <a:xfrm>
              <a:off x="2039442" y="5231905"/>
              <a:ext cx="166196" cy="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Connettore a gomito 191">
              <a:extLst>
                <a:ext uri="{FF2B5EF4-FFF2-40B4-BE49-F238E27FC236}">
                  <a16:creationId xmlns:a16="http://schemas.microsoft.com/office/drawing/2014/main" id="{B75A72A9-6E92-7667-F10D-D37D42E665AA}"/>
                </a:ext>
              </a:extLst>
            </p:cNvPr>
            <p:cNvCxnSpPr>
              <a:cxnSpLocks/>
              <a:endCxn id="173" idx="0"/>
            </p:cNvCxnSpPr>
            <p:nvPr/>
          </p:nvCxnSpPr>
          <p:spPr>
            <a:xfrm>
              <a:off x="2765771" y="5020833"/>
              <a:ext cx="197892" cy="781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a gomito 195">
              <a:extLst>
                <a:ext uri="{FF2B5EF4-FFF2-40B4-BE49-F238E27FC236}">
                  <a16:creationId xmlns:a16="http://schemas.microsoft.com/office/drawing/2014/main" id="{D3A5A12E-6975-FEFB-545C-1B9B3ACA0F14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3070312" y="5245007"/>
              <a:ext cx="135955" cy="11201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60799DC7-E9EB-EB09-417C-0DF477D1E816}"/>
              </a:ext>
            </a:extLst>
          </p:cNvPr>
          <p:cNvSpPr txBox="1"/>
          <p:nvPr/>
        </p:nvSpPr>
        <p:spPr>
          <a:xfrm>
            <a:off x="1060839" y="5569070"/>
            <a:ext cx="286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/>
              <a:t>Virtual Network</a:t>
            </a:r>
          </a:p>
        </p:txBody>
      </p:sp>
      <p:pic>
        <p:nvPicPr>
          <p:cNvPr id="204" name="Immagine 203">
            <a:extLst>
              <a:ext uri="{FF2B5EF4-FFF2-40B4-BE49-F238E27FC236}">
                <a16:creationId xmlns:a16="http://schemas.microsoft.com/office/drawing/2014/main" id="{67365764-5BEF-F428-998A-782546422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436" y="1087382"/>
            <a:ext cx="578906" cy="578906"/>
          </a:xfrm>
          <a:prstGeom prst="rect">
            <a:avLst/>
          </a:prstGeom>
        </p:spPr>
      </p:pic>
      <p:cxnSp>
        <p:nvCxnSpPr>
          <p:cNvPr id="206" name="Connettore 2 205">
            <a:extLst>
              <a:ext uri="{FF2B5EF4-FFF2-40B4-BE49-F238E27FC236}">
                <a16:creationId xmlns:a16="http://schemas.microsoft.com/office/drawing/2014/main" id="{B7F4B7A9-E173-3B1B-838E-8C1FD83931F1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421229" y="1668618"/>
            <a:ext cx="0" cy="359217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0" name="CasellaDiTesto 209">
            <a:extLst>
              <a:ext uri="{FF2B5EF4-FFF2-40B4-BE49-F238E27FC236}">
                <a16:creationId xmlns:a16="http://schemas.microsoft.com/office/drawing/2014/main" id="{BCCB0BB0-9878-3043-A54E-1CAEA958C05C}"/>
              </a:ext>
            </a:extLst>
          </p:cNvPr>
          <p:cNvSpPr txBox="1"/>
          <p:nvPr/>
        </p:nvSpPr>
        <p:spPr>
          <a:xfrm>
            <a:off x="1410488" y="1626607"/>
            <a:ext cx="8996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Intents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2" name="Connettore a gomito 211">
            <a:extLst>
              <a:ext uri="{FF2B5EF4-FFF2-40B4-BE49-F238E27FC236}">
                <a16:creationId xmlns:a16="http://schemas.microsoft.com/office/drawing/2014/main" id="{0A7069D4-0F41-555F-4050-477BE2AEA933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712805" y="2330481"/>
            <a:ext cx="304627" cy="802105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CasellaDiTesto 213">
            <a:extLst>
              <a:ext uri="{FF2B5EF4-FFF2-40B4-BE49-F238E27FC236}">
                <a16:creationId xmlns:a16="http://schemas.microsoft.com/office/drawing/2014/main" id="{05F7D841-5FD3-1F50-AA8C-84FCAED80772}"/>
              </a:ext>
            </a:extLst>
          </p:cNvPr>
          <p:cNvSpPr txBox="1"/>
          <p:nvPr/>
        </p:nvSpPr>
        <p:spPr>
          <a:xfrm>
            <a:off x="728671" y="2746976"/>
            <a:ext cx="1000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Policies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5" name="Connettore a gomito 214">
            <a:extLst>
              <a:ext uri="{FF2B5EF4-FFF2-40B4-BE49-F238E27FC236}">
                <a16:creationId xmlns:a16="http://schemas.microsoft.com/office/drawing/2014/main" id="{0DD46BE5-FC80-FACC-CFAE-34578DF0024B}"/>
              </a:ext>
            </a:extLst>
          </p:cNvPr>
          <p:cNvCxnSpPr>
            <a:cxnSpLocks/>
            <a:endCxn id="5" idx="3"/>
          </p:cNvCxnSpPr>
          <p:nvPr/>
        </p:nvCxnSpPr>
        <p:spPr>
          <a:xfrm rot="16200000" flipV="1">
            <a:off x="3620198" y="2535310"/>
            <a:ext cx="830740" cy="421083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CasellaDiTesto 218">
            <a:extLst>
              <a:ext uri="{FF2B5EF4-FFF2-40B4-BE49-F238E27FC236}">
                <a16:creationId xmlns:a16="http://schemas.microsoft.com/office/drawing/2014/main" id="{68424ED3-713A-E3FB-5E8D-96DCE805A0E9}"/>
              </a:ext>
            </a:extLst>
          </p:cNvPr>
          <p:cNvSpPr txBox="1"/>
          <p:nvPr/>
        </p:nvSpPr>
        <p:spPr>
          <a:xfrm>
            <a:off x="3065323" y="2741107"/>
            <a:ext cx="1204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Feedback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0" name="Connettore a gomito 219">
            <a:extLst>
              <a:ext uri="{FF2B5EF4-FFF2-40B4-BE49-F238E27FC236}">
                <a16:creationId xmlns:a16="http://schemas.microsoft.com/office/drawing/2014/main" id="{B8F8A04E-449C-D30C-8F6A-805F010492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8648" y="3861079"/>
            <a:ext cx="662907" cy="437457"/>
          </a:xfrm>
          <a:prstGeom prst="bentConnector3">
            <a:avLst>
              <a:gd name="adj1" fmla="val 67625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ttore a gomito 223">
            <a:extLst>
              <a:ext uri="{FF2B5EF4-FFF2-40B4-BE49-F238E27FC236}">
                <a16:creationId xmlns:a16="http://schemas.microsoft.com/office/drawing/2014/main" id="{A343375E-BEBC-8BB0-3101-89977DCE031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94918" y="3845165"/>
            <a:ext cx="638245" cy="464136"/>
          </a:xfrm>
          <a:prstGeom prst="bentConnector3">
            <a:avLst>
              <a:gd name="adj1" fmla="val 30897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CasellaDiTesto 234">
            <a:extLst>
              <a:ext uri="{FF2B5EF4-FFF2-40B4-BE49-F238E27FC236}">
                <a16:creationId xmlns:a16="http://schemas.microsoft.com/office/drawing/2014/main" id="{653A74AD-8DDD-AA69-B3C0-F9FAB2C2E605}"/>
              </a:ext>
            </a:extLst>
          </p:cNvPr>
          <p:cNvSpPr txBox="1"/>
          <p:nvPr/>
        </p:nvSpPr>
        <p:spPr>
          <a:xfrm>
            <a:off x="746274" y="3828266"/>
            <a:ext cx="15638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Configuration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9" name="CasellaDiTesto 238">
            <a:extLst>
              <a:ext uri="{FF2B5EF4-FFF2-40B4-BE49-F238E27FC236}">
                <a16:creationId xmlns:a16="http://schemas.microsoft.com/office/drawing/2014/main" id="{1397A210-D5D6-1680-6688-D5F584E8A7FD}"/>
              </a:ext>
            </a:extLst>
          </p:cNvPr>
          <p:cNvSpPr txBox="1"/>
          <p:nvPr/>
        </p:nvSpPr>
        <p:spPr>
          <a:xfrm>
            <a:off x="2385870" y="3823763"/>
            <a:ext cx="1963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Monitoring</a:t>
            </a:r>
            <a:r>
              <a:rPr lang="en-US" sz="1600" noProof="0" dirty="0">
                <a:solidFill>
                  <a:schemeClr val="accent2"/>
                </a:solidFill>
              </a:rPr>
              <a:t>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42" name="Immagine 241">
            <a:extLst>
              <a:ext uri="{FF2B5EF4-FFF2-40B4-BE49-F238E27FC236}">
                <a16:creationId xmlns:a16="http://schemas.microsoft.com/office/drawing/2014/main" id="{126D47EA-7E18-5B98-B6EF-E66044163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59" y="2610540"/>
            <a:ext cx="430705" cy="430705"/>
          </a:xfrm>
          <a:prstGeom prst="rect">
            <a:avLst/>
          </a:prstGeom>
        </p:spPr>
      </p:pic>
      <p:pic>
        <p:nvPicPr>
          <p:cNvPr id="244" name="Immagine 243">
            <a:extLst>
              <a:ext uri="{FF2B5EF4-FFF2-40B4-BE49-F238E27FC236}">
                <a16:creationId xmlns:a16="http://schemas.microsoft.com/office/drawing/2014/main" id="{80C9D60F-088D-72CD-1043-BE6BEBF0E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88" y="3803269"/>
            <a:ext cx="395383" cy="395383"/>
          </a:xfrm>
          <a:prstGeom prst="rect">
            <a:avLst/>
          </a:prstGeom>
        </p:spPr>
      </p:pic>
      <p:pic>
        <p:nvPicPr>
          <p:cNvPr id="246" name="Immagine 245">
            <a:extLst>
              <a:ext uri="{FF2B5EF4-FFF2-40B4-BE49-F238E27FC236}">
                <a16:creationId xmlns:a16="http://schemas.microsoft.com/office/drawing/2014/main" id="{49FF13C2-7352-0063-C6A8-6B4005FFCD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3983" y="3820963"/>
            <a:ext cx="395383" cy="395383"/>
          </a:xfrm>
          <a:prstGeom prst="rect">
            <a:avLst/>
          </a:prstGeom>
        </p:spPr>
      </p:pic>
      <p:pic>
        <p:nvPicPr>
          <p:cNvPr id="253" name="Immagine 252">
            <a:extLst>
              <a:ext uri="{FF2B5EF4-FFF2-40B4-BE49-F238E27FC236}">
                <a16:creationId xmlns:a16="http://schemas.microsoft.com/office/drawing/2014/main" id="{0B7EFC21-DDD3-E412-071D-460F3488C1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734" y="2625448"/>
            <a:ext cx="421080" cy="42108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46F88720-9588-43C5-9F37-4657B59CC858}"/>
              </a:ext>
            </a:extLst>
          </p:cNvPr>
          <p:cNvSpPr/>
          <p:nvPr/>
        </p:nvSpPr>
        <p:spPr>
          <a:xfrm>
            <a:off x="964245" y="1974449"/>
            <a:ext cx="3010346" cy="71039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814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608A2-1E78-7EF2-8CA3-DE6F8F37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tangolo con angoli in alto arrotondati 199">
            <a:extLst>
              <a:ext uri="{FF2B5EF4-FFF2-40B4-BE49-F238E27FC236}">
                <a16:creationId xmlns:a16="http://schemas.microsoft.com/office/drawing/2014/main" id="{751DC52B-ED6D-CDCA-9FDA-C031FFFD8310}"/>
              </a:ext>
            </a:extLst>
          </p:cNvPr>
          <p:cNvSpPr/>
          <p:nvPr/>
        </p:nvSpPr>
        <p:spPr>
          <a:xfrm>
            <a:off x="896247" y="4396354"/>
            <a:ext cx="3194304" cy="1568138"/>
          </a:xfrm>
          <a:prstGeom prst="round2Same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DBED777-8F9F-1372-3F7E-023CBCA1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Intent/Policy-based Network Security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A660A67-272E-4C68-04A0-21ED533D99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6028" y="1284492"/>
            <a:ext cx="7015972" cy="4680000"/>
          </a:xfrm>
        </p:spPr>
        <p:txBody>
          <a:bodyPr/>
          <a:lstStyle/>
          <a:p>
            <a:r>
              <a:rPr lang="en-US" sz="2200" b="1" i="1" noProof="0" dirty="0"/>
              <a:t>Policy Refinement</a:t>
            </a:r>
          </a:p>
          <a:p>
            <a:r>
              <a:rPr lang="en-US" sz="2200" noProof="0" dirty="0"/>
              <a:t>It transforms security policies into concrete network security configurations.</a:t>
            </a:r>
          </a:p>
          <a:p>
            <a:endParaRPr lang="en-US" sz="2200" noProof="0" dirty="0"/>
          </a:p>
          <a:p>
            <a:r>
              <a:rPr lang="en-US" sz="2200" i="1" noProof="0" dirty="0"/>
              <a:t>How it may work</a:t>
            </a:r>
            <a:r>
              <a:rPr lang="en-US" sz="2200" noProof="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Identify suitable NSFs (e.g., from databases).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Decide NSF placement and chaining.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Generate device- or function-level configuration rules.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33B90B59-0F48-3A83-5676-8A37ED5A4A31}"/>
              </a:ext>
            </a:extLst>
          </p:cNvPr>
          <p:cNvSpPr/>
          <p:nvPr/>
        </p:nvSpPr>
        <p:spPr>
          <a:xfrm>
            <a:off x="1017431" y="2027835"/>
            <a:ext cx="2807595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Intent Enrichment </a:t>
            </a:r>
          </a:p>
          <a:p>
            <a:pPr algn="ctr"/>
            <a:r>
              <a:rPr lang="en-US" noProof="0" dirty="0"/>
              <a:t>and Translation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85D14EE8-27F0-D4A2-17BB-7E333683BB72}"/>
              </a:ext>
            </a:extLst>
          </p:cNvPr>
          <p:cNvSpPr/>
          <p:nvPr/>
        </p:nvSpPr>
        <p:spPr>
          <a:xfrm>
            <a:off x="122772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Refinement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22E194C6-A307-54EF-25BC-9E7B768A8C5A}"/>
              </a:ext>
            </a:extLst>
          </p:cNvPr>
          <p:cNvSpPr/>
          <p:nvPr/>
        </p:nvSpPr>
        <p:spPr>
          <a:xfrm>
            <a:off x="2632744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Assurance</a:t>
            </a:r>
          </a:p>
        </p:txBody>
      </p:sp>
      <p:grpSp>
        <p:nvGrpSpPr>
          <p:cNvPr id="199" name="Gruppo 198">
            <a:extLst>
              <a:ext uri="{FF2B5EF4-FFF2-40B4-BE49-F238E27FC236}">
                <a16:creationId xmlns:a16="http://schemas.microsoft.com/office/drawing/2014/main" id="{52FFBB9D-B90D-15C3-1607-1BA0937CCCF6}"/>
              </a:ext>
            </a:extLst>
          </p:cNvPr>
          <p:cNvGrpSpPr/>
          <p:nvPr/>
        </p:nvGrpSpPr>
        <p:grpSpPr>
          <a:xfrm>
            <a:off x="1267236" y="4551095"/>
            <a:ext cx="2431042" cy="939394"/>
            <a:chOff x="1179754" y="4668926"/>
            <a:chExt cx="2807595" cy="1084900"/>
          </a:xfrm>
        </p:grpSpPr>
        <p:grpSp>
          <p:nvGrpSpPr>
            <p:cNvPr id="11" name="Google Shape;1604;p10">
              <a:extLst>
                <a:ext uri="{FF2B5EF4-FFF2-40B4-BE49-F238E27FC236}">
                  <a16:creationId xmlns:a16="http://schemas.microsoft.com/office/drawing/2014/main" id="{CD471AA3-E759-9613-DA90-E6A9DFF7E1FC}"/>
                </a:ext>
              </a:extLst>
            </p:cNvPr>
            <p:cNvGrpSpPr/>
            <p:nvPr/>
          </p:nvGrpSpPr>
          <p:grpSpPr>
            <a:xfrm>
              <a:off x="2477159" y="4893755"/>
              <a:ext cx="316605" cy="257092"/>
              <a:chOff x="4352056" y="0"/>
              <a:chExt cx="675640" cy="548640"/>
            </a:xfrm>
          </p:grpSpPr>
          <p:grpSp>
            <p:nvGrpSpPr>
              <p:cNvPr id="72" name="Google Shape;1606;p10">
                <a:extLst>
                  <a:ext uri="{FF2B5EF4-FFF2-40B4-BE49-F238E27FC236}">
                    <a16:creationId xmlns:a16="http://schemas.microsoft.com/office/drawing/2014/main" id="{CA7D2FA1-DDD8-2AF8-5562-41F2E8419BF9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74" name="Google Shape;1607;p10">
                  <a:extLst>
                    <a:ext uri="{FF2B5EF4-FFF2-40B4-BE49-F238E27FC236}">
                      <a16:creationId xmlns:a16="http://schemas.microsoft.com/office/drawing/2014/main" id="{E41F76DC-1BE6-0602-EAF6-F7B7C253020E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5" name="Google Shape;1608;p10">
                  <a:extLst>
                    <a:ext uri="{FF2B5EF4-FFF2-40B4-BE49-F238E27FC236}">
                      <a16:creationId xmlns:a16="http://schemas.microsoft.com/office/drawing/2014/main" id="{FE1F9138-7BF2-4BA1-F88C-338C79A62C25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" name="Google Shape;1609;p10">
                  <a:extLst>
                    <a:ext uri="{FF2B5EF4-FFF2-40B4-BE49-F238E27FC236}">
                      <a16:creationId xmlns:a16="http://schemas.microsoft.com/office/drawing/2014/main" id="{846368B4-E1C1-63CE-6736-939DDA6D3DB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7" name="Google Shape;1610;p10">
                  <a:extLst>
                    <a:ext uri="{FF2B5EF4-FFF2-40B4-BE49-F238E27FC236}">
                      <a16:creationId xmlns:a16="http://schemas.microsoft.com/office/drawing/2014/main" id="{4F12E1F7-A708-6D11-4026-745FAE9BD611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" name="Google Shape;1611;p10">
                  <a:extLst>
                    <a:ext uri="{FF2B5EF4-FFF2-40B4-BE49-F238E27FC236}">
                      <a16:creationId xmlns:a16="http://schemas.microsoft.com/office/drawing/2014/main" id="{EEFCD190-87C5-A89D-FA98-6D77E70B190B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9" name="Google Shape;1612;p10">
                  <a:extLst>
                    <a:ext uri="{FF2B5EF4-FFF2-40B4-BE49-F238E27FC236}">
                      <a16:creationId xmlns:a16="http://schemas.microsoft.com/office/drawing/2014/main" id="{C2BFF923-A091-35E3-F59A-C7761DF03398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0" name="Google Shape;1613;p10">
                  <a:extLst>
                    <a:ext uri="{FF2B5EF4-FFF2-40B4-BE49-F238E27FC236}">
                      <a16:creationId xmlns:a16="http://schemas.microsoft.com/office/drawing/2014/main" id="{73F84E29-B4F5-3EE6-63A2-7A728053C2F4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1" name="Google Shape;1614;p10">
                  <a:extLst>
                    <a:ext uri="{FF2B5EF4-FFF2-40B4-BE49-F238E27FC236}">
                      <a16:creationId xmlns:a16="http://schemas.microsoft.com/office/drawing/2014/main" id="{68D3DD55-4B33-C6D5-4E21-2223CB5809C5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1615;p10">
                  <a:extLst>
                    <a:ext uri="{FF2B5EF4-FFF2-40B4-BE49-F238E27FC236}">
                      <a16:creationId xmlns:a16="http://schemas.microsoft.com/office/drawing/2014/main" id="{BF60864B-A9C6-911F-D27F-0510C9D180A7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" name="Google Shape;1617;p10">
                <a:extLst>
                  <a:ext uri="{FF2B5EF4-FFF2-40B4-BE49-F238E27FC236}">
                    <a16:creationId xmlns:a16="http://schemas.microsoft.com/office/drawing/2014/main" id="{34EAC6E6-C22D-E0F1-DCD9-5F62EC0B7FEF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" name="Google Shape;1415;p7">
              <a:extLst>
                <a:ext uri="{FF2B5EF4-FFF2-40B4-BE49-F238E27FC236}">
                  <a16:creationId xmlns:a16="http://schemas.microsoft.com/office/drawing/2014/main" id="{97E0889D-A624-A4A0-6ABB-B9B320FDB2B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4726806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415;p7">
              <a:extLst>
                <a:ext uri="{FF2B5EF4-FFF2-40B4-BE49-F238E27FC236}">
                  <a16:creationId xmlns:a16="http://schemas.microsoft.com/office/drawing/2014/main" id="{47E1649E-81BA-BCF7-6D6A-86C3D8F2C62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79754" y="5091622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15;p7">
              <a:extLst>
                <a:ext uri="{FF2B5EF4-FFF2-40B4-BE49-F238E27FC236}">
                  <a16:creationId xmlns:a16="http://schemas.microsoft.com/office/drawing/2014/main" id="{B9D3AA45-7B29-0681-8E41-678B5A08653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5485565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80;p1">
              <a:extLst>
                <a:ext uri="{FF2B5EF4-FFF2-40B4-BE49-F238E27FC236}">
                  <a16:creationId xmlns:a16="http://schemas.microsoft.com/office/drawing/2014/main" id="{6B577378-8023-28FC-28B2-77B01B1A17B3}"/>
                </a:ext>
              </a:extLst>
            </p:cNvPr>
            <p:cNvSpPr/>
            <p:nvPr/>
          </p:nvSpPr>
          <p:spPr>
            <a:xfrm>
              <a:off x="3170275" y="4668926"/>
              <a:ext cx="478223" cy="26988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80;p1">
              <a:extLst>
                <a:ext uri="{FF2B5EF4-FFF2-40B4-BE49-F238E27FC236}">
                  <a16:creationId xmlns:a16="http://schemas.microsoft.com/office/drawing/2014/main" id="{9FFA205E-3CB8-99AF-BD09-D13089C011B8}"/>
                </a:ext>
              </a:extLst>
            </p:cNvPr>
            <p:cNvSpPr/>
            <p:nvPr/>
          </p:nvSpPr>
          <p:spPr>
            <a:xfrm>
              <a:off x="2296411" y="5399345"/>
              <a:ext cx="498139" cy="28112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CA158DC0-03C4-06E0-05EB-BB3FEFA5FE14}"/>
                </a:ext>
              </a:extLst>
            </p:cNvPr>
            <p:cNvGrpSpPr/>
            <p:nvPr/>
          </p:nvGrpSpPr>
          <p:grpSpPr>
            <a:xfrm>
              <a:off x="3542900" y="5177446"/>
              <a:ext cx="444449" cy="256390"/>
              <a:chOff x="8600187" y="2519609"/>
              <a:chExt cx="1168494" cy="674070"/>
            </a:xfrm>
          </p:grpSpPr>
          <p:grpSp>
            <p:nvGrpSpPr>
              <p:cNvPr id="60" name="Google Shape;457;p2">
                <a:extLst>
                  <a:ext uri="{FF2B5EF4-FFF2-40B4-BE49-F238E27FC236}">
                    <a16:creationId xmlns:a16="http://schemas.microsoft.com/office/drawing/2014/main" id="{6D0AEED5-0462-87EB-A047-4B14EF32A1F1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69" name="Google Shape;458;p2">
                  <a:extLst>
                    <a:ext uri="{FF2B5EF4-FFF2-40B4-BE49-F238E27FC236}">
                      <a16:creationId xmlns:a16="http://schemas.microsoft.com/office/drawing/2014/main" id="{8C460922-DED8-7E44-3565-1160E1080E25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0" name="Google Shape;459;p2">
                  <a:extLst>
                    <a:ext uri="{FF2B5EF4-FFF2-40B4-BE49-F238E27FC236}">
                      <a16:creationId xmlns:a16="http://schemas.microsoft.com/office/drawing/2014/main" id="{A525A4B8-77CA-4532-D0A3-DAB1E2C9BA80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1" name="Google Shape;460;p2">
                  <a:extLst>
                    <a:ext uri="{FF2B5EF4-FFF2-40B4-BE49-F238E27FC236}">
                      <a16:creationId xmlns:a16="http://schemas.microsoft.com/office/drawing/2014/main" id="{032B2D46-98DD-2127-B6D4-EDE9000EA821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61" name="Google Shape;510;p2">
                <a:extLst>
                  <a:ext uri="{FF2B5EF4-FFF2-40B4-BE49-F238E27FC236}">
                    <a16:creationId xmlns:a16="http://schemas.microsoft.com/office/drawing/2014/main" id="{A52B5FA7-A624-180F-B34B-BA9BBFCFDA43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62" name="Google Shape;511;p2">
                  <a:extLst>
                    <a:ext uri="{FF2B5EF4-FFF2-40B4-BE49-F238E27FC236}">
                      <a16:creationId xmlns:a16="http://schemas.microsoft.com/office/drawing/2014/main" id="{870158FC-AA06-AC18-B158-43BB9862CA57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512;p2">
                  <a:extLst>
                    <a:ext uri="{FF2B5EF4-FFF2-40B4-BE49-F238E27FC236}">
                      <a16:creationId xmlns:a16="http://schemas.microsoft.com/office/drawing/2014/main" id="{987C54A3-0A47-BE0A-6F8F-3AC8BD9D5347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Google Shape;513;p2">
                  <a:extLst>
                    <a:ext uri="{FF2B5EF4-FFF2-40B4-BE49-F238E27FC236}">
                      <a16:creationId xmlns:a16="http://schemas.microsoft.com/office/drawing/2014/main" id="{34457F31-7E0B-ED5D-7437-47A7E33EC1E0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" name="Google Shape;514;p2">
                  <a:extLst>
                    <a:ext uri="{FF2B5EF4-FFF2-40B4-BE49-F238E27FC236}">
                      <a16:creationId xmlns:a16="http://schemas.microsoft.com/office/drawing/2014/main" id="{F1C95F19-881D-BA18-ADF3-5BD6F65EB76F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Google Shape;515;p2">
                  <a:extLst>
                    <a:ext uri="{FF2B5EF4-FFF2-40B4-BE49-F238E27FC236}">
                      <a16:creationId xmlns:a16="http://schemas.microsoft.com/office/drawing/2014/main" id="{04DB65A4-4162-E3D6-9546-65FAB6FCE4B7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516;p2">
                  <a:extLst>
                    <a:ext uri="{FF2B5EF4-FFF2-40B4-BE49-F238E27FC236}">
                      <a16:creationId xmlns:a16="http://schemas.microsoft.com/office/drawing/2014/main" id="{95D75D27-FF6A-9B26-09ED-F1299A268A82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517;p2">
                  <a:extLst>
                    <a:ext uri="{FF2B5EF4-FFF2-40B4-BE49-F238E27FC236}">
                      <a16:creationId xmlns:a16="http://schemas.microsoft.com/office/drawing/2014/main" id="{DAC084C0-D1A2-896D-48AE-AC48C88878ED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BDD218F7-A656-4581-EFB4-2C9FF120002F}"/>
                </a:ext>
              </a:extLst>
            </p:cNvPr>
            <p:cNvGrpSpPr/>
            <p:nvPr/>
          </p:nvGrpSpPr>
          <p:grpSpPr>
            <a:xfrm>
              <a:off x="3542900" y="5497436"/>
              <a:ext cx="444449" cy="256390"/>
              <a:chOff x="8600187" y="2519609"/>
              <a:chExt cx="1168494" cy="674070"/>
            </a:xfrm>
          </p:grpSpPr>
          <p:grpSp>
            <p:nvGrpSpPr>
              <p:cNvPr id="48" name="Google Shape;457;p2">
                <a:extLst>
                  <a:ext uri="{FF2B5EF4-FFF2-40B4-BE49-F238E27FC236}">
                    <a16:creationId xmlns:a16="http://schemas.microsoft.com/office/drawing/2014/main" id="{8D9AF344-61B9-BFB6-3C17-867928B2BB0E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57" name="Google Shape;458;p2">
                  <a:extLst>
                    <a:ext uri="{FF2B5EF4-FFF2-40B4-BE49-F238E27FC236}">
                      <a16:creationId xmlns:a16="http://schemas.microsoft.com/office/drawing/2014/main" id="{8C8D9FF4-81FD-583E-616F-28F7A274B20E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8" name="Google Shape;459;p2">
                  <a:extLst>
                    <a:ext uri="{FF2B5EF4-FFF2-40B4-BE49-F238E27FC236}">
                      <a16:creationId xmlns:a16="http://schemas.microsoft.com/office/drawing/2014/main" id="{6016A24C-5DAA-6A79-119B-4D2169213F53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9" name="Google Shape;460;p2">
                  <a:extLst>
                    <a:ext uri="{FF2B5EF4-FFF2-40B4-BE49-F238E27FC236}">
                      <a16:creationId xmlns:a16="http://schemas.microsoft.com/office/drawing/2014/main" id="{8FC048A8-8B32-4015-B86F-BB80D7BDC095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49" name="Google Shape;510;p2">
                <a:extLst>
                  <a:ext uri="{FF2B5EF4-FFF2-40B4-BE49-F238E27FC236}">
                    <a16:creationId xmlns:a16="http://schemas.microsoft.com/office/drawing/2014/main" id="{08D7A8A9-BB0B-DCB7-586B-1C67E24AAABE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50" name="Google Shape;511;p2">
                  <a:extLst>
                    <a:ext uri="{FF2B5EF4-FFF2-40B4-BE49-F238E27FC236}">
                      <a16:creationId xmlns:a16="http://schemas.microsoft.com/office/drawing/2014/main" id="{53FBB410-688B-A1EA-28C6-B2EFCDC7D68F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" name="Google Shape;512;p2">
                  <a:extLst>
                    <a:ext uri="{FF2B5EF4-FFF2-40B4-BE49-F238E27FC236}">
                      <a16:creationId xmlns:a16="http://schemas.microsoft.com/office/drawing/2014/main" id="{BCBFDE17-07ED-BAEE-923C-EE12898EB9AD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" name="Google Shape;513;p2">
                  <a:extLst>
                    <a:ext uri="{FF2B5EF4-FFF2-40B4-BE49-F238E27FC236}">
                      <a16:creationId xmlns:a16="http://schemas.microsoft.com/office/drawing/2014/main" id="{FB84660C-0CE0-A806-942F-80FF47247926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514;p2">
                  <a:extLst>
                    <a:ext uri="{FF2B5EF4-FFF2-40B4-BE49-F238E27FC236}">
                      <a16:creationId xmlns:a16="http://schemas.microsoft.com/office/drawing/2014/main" id="{572DB42D-F135-1809-B9FF-7CC553006C9D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515;p2">
                  <a:extLst>
                    <a:ext uri="{FF2B5EF4-FFF2-40B4-BE49-F238E27FC236}">
                      <a16:creationId xmlns:a16="http://schemas.microsoft.com/office/drawing/2014/main" id="{485F5020-6379-7633-1E2A-5DE1DEB0186E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16;p2">
                  <a:extLst>
                    <a:ext uri="{FF2B5EF4-FFF2-40B4-BE49-F238E27FC236}">
                      <a16:creationId xmlns:a16="http://schemas.microsoft.com/office/drawing/2014/main" id="{563C30DD-4BD6-3F60-5839-FE92F3A1C256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17;p2">
                  <a:extLst>
                    <a:ext uri="{FF2B5EF4-FFF2-40B4-BE49-F238E27FC236}">
                      <a16:creationId xmlns:a16="http://schemas.microsoft.com/office/drawing/2014/main" id="{C6AFB305-7232-DD53-EDE8-A970842B5CE2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48779902-B69B-5010-1F75-E2812551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0460" y="5091622"/>
              <a:ext cx="412080" cy="274720"/>
            </a:xfrm>
            <a:prstGeom prst="rect">
              <a:avLst/>
            </a:prstGeom>
          </p:spPr>
        </p:pic>
        <p:grpSp>
          <p:nvGrpSpPr>
            <p:cNvPr id="20" name="Google Shape;1604;p10">
              <a:extLst>
                <a:ext uri="{FF2B5EF4-FFF2-40B4-BE49-F238E27FC236}">
                  <a16:creationId xmlns:a16="http://schemas.microsoft.com/office/drawing/2014/main" id="{3DDA7178-64F7-6F1A-518F-D005D83651EE}"/>
                </a:ext>
              </a:extLst>
            </p:cNvPr>
            <p:cNvGrpSpPr/>
            <p:nvPr/>
          </p:nvGrpSpPr>
          <p:grpSpPr>
            <a:xfrm>
              <a:off x="3047964" y="5357019"/>
              <a:ext cx="316605" cy="257092"/>
              <a:chOff x="4352056" y="0"/>
              <a:chExt cx="675640" cy="548640"/>
            </a:xfrm>
          </p:grpSpPr>
          <p:grpSp>
            <p:nvGrpSpPr>
              <p:cNvPr id="37" name="Google Shape;1606;p10">
                <a:extLst>
                  <a:ext uri="{FF2B5EF4-FFF2-40B4-BE49-F238E27FC236}">
                    <a16:creationId xmlns:a16="http://schemas.microsoft.com/office/drawing/2014/main" id="{76351180-C702-4547-6D7F-66AEE53EC9DD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39" name="Google Shape;1607;p10">
                  <a:extLst>
                    <a:ext uri="{FF2B5EF4-FFF2-40B4-BE49-F238E27FC236}">
                      <a16:creationId xmlns:a16="http://schemas.microsoft.com/office/drawing/2014/main" id="{C942457C-4047-0527-24A5-5C328269E796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" name="Google Shape;1608;p10">
                  <a:extLst>
                    <a:ext uri="{FF2B5EF4-FFF2-40B4-BE49-F238E27FC236}">
                      <a16:creationId xmlns:a16="http://schemas.microsoft.com/office/drawing/2014/main" id="{6250A527-E397-E18D-5F51-A7F28B13563C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" name="Google Shape;1609;p10">
                  <a:extLst>
                    <a:ext uri="{FF2B5EF4-FFF2-40B4-BE49-F238E27FC236}">
                      <a16:creationId xmlns:a16="http://schemas.microsoft.com/office/drawing/2014/main" id="{122DDD34-8306-4856-E744-68CDF58B6220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2" name="Google Shape;1610;p10">
                  <a:extLst>
                    <a:ext uri="{FF2B5EF4-FFF2-40B4-BE49-F238E27FC236}">
                      <a16:creationId xmlns:a16="http://schemas.microsoft.com/office/drawing/2014/main" id="{12B79F68-4FF9-52EF-1997-4BE76D173C83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" name="Google Shape;1611;p10">
                  <a:extLst>
                    <a:ext uri="{FF2B5EF4-FFF2-40B4-BE49-F238E27FC236}">
                      <a16:creationId xmlns:a16="http://schemas.microsoft.com/office/drawing/2014/main" id="{2CE2C15F-4C87-2ACE-D626-81372F901022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4" name="Google Shape;1612;p10">
                  <a:extLst>
                    <a:ext uri="{FF2B5EF4-FFF2-40B4-BE49-F238E27FC236}">
                      <a16:creationId xmlns:a16="http://schemas.microsoft.com/office/drawing/2014/main" id="{D215AA1C-DDD9-703A-EDAC-3D21B70F591D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" name="Google Shape;1613;p10">
                  <a:extLst>
                    <a:ext uri="{FF2B5EF4-FFF2-40B4-BE49-F238E27FC236}">
                      <a16:creationId xmlns:a16="http://schemas.microsoft.com/office/drawing/2014/main" id="{B9D0DADF-0011-98ED-EC17-A60CC0BBC623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14;p10">
                  <a:extLst>
                    <a:ext uri="{FF2B5EF4-FFF2-40B4-BE49-F238E27FC236}">
                      <a16:creationId xmlns:a16="http://schemas.microsoft.com/office/drawing/2014/main" id="{13849515-783D-832F-DE99-B9A76F9817D3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1615;p10">
                  <a:extLst>
                    <a:ext uri="{FF2B5EF4-FFF2-40B4-BE49-F238E27FC236}">
                      <a16:creationId xmlns:a16="http://schemas.microsoft.com/office/drawing/2014/main" id="{BFDAC202-43C0-CB82-7D45-EEC2DA721B85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" name="Google Shape;1617;p10">
                <a:extLst>
                  <a:ext uri="{FF2B5EF4-FFF2-40B4-BE49-F238E27FC236}">
                    <a16:creationId xmlns:a16="http://schemas.microsoft.com/office/drawing/2014/main" id="{D54DF674-C673-4820-FA6E-F1A44DF48B3B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523889B2-77BC-FB46-40D1-C38232B4D955}"/>
                </a:ext>
              </a:extLst>
            </p:cNvPr>
            <p:cNvCxnSpPr>
              <a:cxnSpLocks/>
            </p:cNvCxnSpPr>
            <p:nvPr/>
          </p:nvCxnSpPr>
          <p:spPr>
            <a:xfrm>
              <a:off x="1488916" y="4849145"/>
              <a:ext cx="310279" cy="311854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6C804E7A-E694-9BF3-3901-C315C9362B9B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484422" y="5219817"/>
              <a:ext cx="314773" cy="585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54EC33FD-C256-EEC9-6CA5-4C3C275DC09D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1488916" y="5315134"/>
              <a:ext cx="332136" cy="298626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64D23A81-5136-804A-C51A-3D16C762B4D3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>
              <a:off x="2635461" y="5150847"/>
              <a:ext cx="0" cy="24685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ttore a gomito 24">
              <a:extLst>
                <a:ext uri="{FF2B5EF4-FFF2-40B4-BE49-F238E27FC236}">
                  <a16:creationId xmlns:a16="http://schemas.microsoft.com/office/drawing/2014/main" id="{B9076D5C-91BD-88EC-37D6-5B012F35CBDF}"/>
                </a:ext>
              </a:extLst>
            </p:cNvPr>
            <p:cNvCxnSpPr>
              <a:cxnSpLocks/>
              <a:stCxn id="158" idx="0"/>
            </p:cNvCxnSpPr>
            <p:nvPr/>
          </p:nvCxnSpPr>
          <p:spPr>
            <a:xfrm rot="5400000" flipH="1" flipV="1">
              <a:off x="2378902" y="4960870"/>
              <a:ext cx="59280" cy="179207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a gomito 25">
              <a:extLst>
                <a:ext uri="{FF2B5EF4-FFF2-40B4-BE49-F238E27FC236}">
                  <a16:creationId xmlns:a16="http://schemas.microsoft.com/office/drawing/2014/main" id="{EBCAD780-0D65-7A77-E5BB-CA7A6842B0B7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rot="5400000" flipH="1" flipV="1">
              <a:off x="2866560" y="4587831"/>
              <a:ext cx="74826" cy="5370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F347989A-EABC-489B-081A-71ED51E1E8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1554" y="5304558"/>
              <a:ext cx="211346" cy="13354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C0276596-54EB-FAE4-05EC-8CAB51C97BC9}"/>
                </a:ext>
              </a:extLst>
            </p:cNvPr>
            <p:cNvCxnSpPr>
              <a:cxnSpLocks/>
            </p:cNvCxnSpPr>
            <p:nvPr/>
          </p:nvCxnSpPr>
          <p:spPr>
            <a:xfrm>
              <a:off x="3334812" y="5526743"/>
              <a:ext cx="208088" cy="115232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9" name="Google Shape;1620;p10">
              <a:extLst>
                <a:ext uri="{FF2B5EF4-FFF2-40B4-BE49-F238E27FC236}">
                  <a16:creationId xmlns:a16="http://schemas.microsoft.com/office/drawing/2014/main" id="{91CDB3C0-F3BB-B0D1-DB46-6FD22F1491DD}"/>
                </a:ext>
              </a:extLst>
            </p:cNvPr>
            <p:cNvGrpSpPr/>
            <p:nvPr/>
          </p:nvGrpSpPr>
          <p:grpSpPr>
            <a:xfrm>
              <a:off x="2211213" y="5080113"/>
              <a:ext cx="215452" cy="246850"/>
              <a:chOff x="7744332" y="687002"/>
              <a:chExt cx="378942" cy="377737"/>
            </a:xfrm>
          </p:grpSpPr>
          <p:sp>
            <p:nvSpPr>
              <p:cNvPr id="161" name="Google Shape;1621;p10">
                <a:extLst>
                  <a:ext uri="{FF2B5EF4-FFF2-40B4-BE49-F238E27FC236}">
                    <a16:creationId xmlns:a16="http://schemas.microsoft.com/office/drawing/2014/main" id="{56FDE010-43E2-BC47-37B0-A8506853C34E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2;p10">
                <a:extLst>
                  <a:ext uri="{FF2B5EF4-FFF2-40B4-BE49-F238E27FC236}">
                    <a16:creationId xmlns:a16="http://schemas.microsoft.com/office/drawing/2014/main" id="{20FA04DD-E5A6-CA07-2C33-7678B0B8761C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23;p10">
                <a:extLst>
                  <a:ext uri="{FF2B5EF4-FFF2-40B4-BE49-F238E27FC236}">
                    <a16:creationId xmlns:a16="http://schemas.microsoft.com/office/drawing/2014/main" id="{5D8FAE57-78C0-3683-F21A-92F2DB3EBB01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24;p10">
                <a:extLst>
                  <a:ext uri="{FF2B5EF4-FFF2-40B4-BE49-F238E27FC236}">
                    <a16:creationId xmlns:a16="http://schemas.microsoft.com/office/drawing/2014/main" id="{9F18AD52-6EB0-D8DC-3918-C50DE639438F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25;p10">
                <a:extLst>
                  <a:ext uri="{FF2B5EF4-FFF2-40B4-BE49-F238E27FC236}">
                    <a16:creationId xmlns:a16="http://schemas.microsoft.com/office/drawing/2014/main" id="{4FE5AF7B-BE80-8951-0CF0-80EDC32DE6EE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26;p10">
                <a:extLst>
                  <a:ext uri="{FF2B5EF4-FFF2-40B4-BE49-F238E27FC236}">
                    <a16:creationId xmlns:a16="http://schemas.microsoft.com/office/drawing/2014/main" id="{A01BA4FF-0C56-FF68-4668-D9A5728610BC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27;p10">
                <a:extLst>
                  <a:ext uri="{FF2B5EF4-FFF2-40B4-BE49-F238E27FC236}">
                    <a16:creationId xmlns:a16="http://schemas.microsoft.com/office/drawing/2014/main" id="{5989CBE9-735B-89C2-1CD2-ECBFB2A74337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28;p10">
                <a:extLst>
                  <a:ext uri="{FF2B5EF4-FFF2-40B4-BE49-F238E27FC236}">
                    <a16:creationId xmlns:a16="http://schemas.microsoft.com/office/drawing/2014/main" id="{7778C6BA-8624-2DA6-52B2-68CB69B77C63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29;p10">
                <a:extLst>
                  <a:ext uri="{FF2B5EF4-FFF2-40B4-BE49-F238E27FC236}">
                    <a16:creationId xmlns:a16="http://schemas.microsoft.com/office/drawing/2014/main" id="{AAEF258E-963A-6944-9F52-0B41F45F39C8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630;p10">
                <a:extLst>
                  <a:ext uri="{FF2B5EF4-FFF2-40B4-BE49-F238E27FC236}">
                    <a16:creationId xmlns:a16="http://schemas.microsoft.com/office/drawing/2014/main" id="{DCE14E20-C872-0EBD-6980-D63CDC83F481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" name="Google Shape;1632;p10">
              <a:extLst>
                <a:ext uri="{FF2B5EF4-FFF2-40B4-BE49-F238E27FC236}">
                  <a16:creationId xmlns:a16="http://schemas.microsoft.com/office/drawing/2014/main" id="{5D46DD48-27D5-4A33-3997-35E7C0FA5C0F}"/>
                </a:ext>
              </a:extLst>
            </p:cNvPr>
            <p:cNvSpPr/>
            <p:nvPr/>
          </p:nvSpPr>
          <p:spPr>
            <a:xfrm>
              <a:off x="2186356" y="5080113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" name="Google Shape;1620;p10">
              <a:extLst>
                <a:ext uri="{FF2B5EF4-FFF2-40B4-BE49-F238E27FC236}">
                  <a16:creationId xmlns:a16="http://schemas.microsoft.com/office/drawing/2014/main" id="{6531CFBD-CBC1-EDE4-9FED-DEF9770E3A78}"/>
                </a:ext>
              </a:extLst>
            </p:cNvPr>
            <p:cNvGrpSpPr/>
            <p:nvPr/>
          </p:nvGrpSpPr>
          <p:grpSpPr>
            <a:xfrm>
              <a:off x="2855937" y="5098955"/>
              <a:ext cx="215452" cy="246850"/>
              <a:chOff x="7744332" y="687002"/>
              <a:chExt cx="378942" cy="377737"/>
            </a:xfrm>
          </p:grpSpPr>
          <p:sp>
            <p:nvSpPr>
              <p:cNvPr id="174" name="Google Shape;1621;p10">
                <a:extLst>
                  <a:ext uri="{FF2B5EF4-FFF2-40B4-BE49-F238E27FC236}">
                    <a16:creationId xmlns:a16="http://schemas.microsoft.com/office/drawing/2014/main" id="{81CF5696-FF14-144A-F9F8-EB8AA9929991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622;p10">
                <a:extLst>
                  <a:ext uri="{FF2B5EF4-FFF2-40B4-BE49-F238E27FC236}">
                    <a16:creationId xmlns:a16="http://schemas.microsoft.com/office/drawing/2014/main" id="{9C9274A0-7CB9-7B6A-F5A1-6BE93D31FD94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623;p10">
                <a:extLst>
                  <a:ext uri="{FF2B5EF4-FFF2-40B4-BE49-F238E27FC236}">
                    <a16:creationId xmlns:a16="http://schemas.microsoft.com/office/drawing/2014/main" id="{9C25726A-6750-83EF-E0CB-4E7DC9AF87D4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624;p10">
                <a:extLst>
                  <a:ext uri="{FF2B5EF4-FFF2-40B4-BE49-F238E27FC236}">
                    <a16:creationId xmlns:a16="http://schemas.microsoft.com/office/drawing/2014/main" id="{6590447A-8C37-B61D-FC8B-819F83A323B4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625;p10">
                <a:extLst>
                  <a:ext uri="{FF2B5EF4-FFF2-40B4-BE49-F238E27FC236}">
                    <a16:creationId xmlns:a16="http://schemas.microsoft.com/office/drawing/2014/main" id="{2318477A-AA4E-2B34-43C0-E3EC22EF5888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626;p10">
                <a:extLst>
                  <a:ext uri="{FF2B5EF4-FFF2-40B4-BE49-F238E27FC236}">
                    <a16:creationId xmlns:a16="http://schemas.microsoft.com/office/drawing/2014/main" id="{EA40064F-030C-DA8C-AB9F-6D06DB6ED2C5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627;p10">
                <a:extLst>
                  <a:ext uri="{FF2B5EF4-FFF2-40B4-BE49-F238E27FC236}">
                    <a16:creationId xmlns:a16="http://schemas.microsoft.com/office/drawing/2014/main" id="{E4F612C0-1974-FC3B-8303-3C58D170B163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628;p10">
                <a:extLst>
                  <a:ext uri="{FF2B5EF4-FFF2-40B4-BE49-F238E27FC236}">
                    <a16:creationId xmlns:a16="http://schemas.microsoft.com/office/drawing/2014/main" id="{68F22E7A-FCE3-D4A3-0F1A-775FAA213E23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629;p10">
                <a:extLst>
                  <a:ext uri="{FF2B5EF4-FFF2-40B4-BE49-F238E27FC236}">
                    <a16:creationId xmlns:a16="http://schemas.microsoft.com/office/drawing/2014/main" id="{DC183DB8-5BE7-DC0F-A78D-C6A4E6E9A901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630;p10">
                <a:extLst>
                  <a:ext uri="{FF2B5EF4-FFF2-40B4-BE49-F238E27FC236}">
                    <a16:creationId xmlns:a16="http://schemas.microsoft.com/office/drawing/2014/main" id="{09AFA1DF-7E76-DBAA-0992-2D2D406B3EEE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632;p10">
              <a:extLst>
                <a:ext uri="{FF2B5EF4-FFF2-40B4-BE49-F238E27FC236}">
                  <a16:creationId xmlns:a16="http://schemas.microsoft.com/office/drawing/2014/main" id="{7D13D077-5C08-4212-5894-0ED5ED564E07}"/>
                </a:ext>
              </a:extLst>
            </p:cNvPr>
            <p:cNvSpPr/>
            <p:nvPr/>
          </p:nvSpPr>
          <p:spPr>
            <a:xfrm>
              <a:off x="2831080" y="5098955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33E49A54-B01A-7FD5-FB18-55B76CF2CCE7}"/>
                </a:ext>
              </a:extLst>
            </p:cNvPr>
            <p:cNvCxnSpPr>
              <a:cxnSpLocks/>
            </p:cNvCxnSpPr>
            <p:nvPr/>
          </p:nvCxnSpPr>
          <p:spPr>
            <a:xfrm>
              <a:off x="2039442" y="5231905"/>
              <a:ext cx="166196" cy="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Connettore a gomito 191">
              <a:extLst>
                <a:ext uri="{FF2B5EF4-FFF2-40B4-BE49-F238E27FC236}">
                  <a16:creationId xmlns:a16="http://schemas.microsoft.com/office/drawing/2014/main" id="{6A62CE56-B3D0-1E9A-4F5E-33D0B9E68F9F}"/>
                </a:ext>
              </a:extLst>
            </p:cNvPr>
            <p:cNvCxnSpPr>
              <a:cxnSpLocks/>
              <a:endCxn id="173" idx="0"/>
            </p:cNvCxnSpPr>
            <p:nvPr/>
          </p:nvCxnSpPr>
          <p:spPr>
            <a:xfrm>
              <a:off x="2765771" y="5020833"/>
              <a:ext cx="197892" cy="781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a gomito 195">
              <a:extLst>
                <a:ext uri="{FF2B5EF4-FFF2-40B4-BE49-F238E27FC236}">
                  <a16:creationId xmlns:a16="http://schemas.microsoft.com/office/drawing/2014/main" id="{300AEAE7-5F27-E96C-07C7-DCC256DFE2AF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3070312" y="5245007"/>
              <a:ext cx="135955" cy="11201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C105DD23-6821-88F5-E3EA-CC15C0FA891C}"/>
              </a:ext>
            </a:extLst>
          </p:cNvPr>
          <p:cNvSpPr txBox="1"/>
          <p:nvPr/>
        </p:nvSpPr>
        <p:spPr>
          <a:xfrm>
            <a:off x="1060839" y="5569070"/>
            <a:ext cx="286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/>
              <a:t>Virtual Network</a:t>
            </a:r>
          </a:p>
        </p:txBody>
      </p:sp>
      <p:pic>
        <p:nvPicPr>
          <p:cNvPr id="204" name="Immagine 203">
            <a:extLst>
              <a:ext uri="{FF2B5EF4-FFF2-40B4-BE49-F238E27FC236}">
                <a16:creationId xmlns:a16="http://schemas.microsoft.com/office/drawing/2014/main" id="{D54672A0-2605-595E-070F-75D365BEF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436" y="1087382"/>
            <a:ext cx="578906" cy="578906"/>
          </a:xfrm>
          <a:prstGeom prst="rect">
            <a:avLst/>
          </a:prstGeom>
        </p:spPr>
      </p:pic>
      <p:cxnSp>
        <p:nvCxnSpPr>
          <p:cNvPr id="206" name="Connettore 2 205">
            <a:extLst>
              <a:ext uri="{FF2B5EF4-FFF2-40B4-BE49-F238E27FC236}">
                <a16:creationId xmlns:a16="http://schemas.microsoft.com/office/drawing/2014/main" id="{EF23D7F4-7C45-F2ED-1F8A-C72A2D04AE1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421229" y="1668618"/>
            <a:ext cx="0" cy="359217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0" name="CasellaDiTesto 209">
            <a:extLst>
              <a:ext uri="{FF2B5EF4-FFF2-40B4-BE49-F238E27FC236}">
                <a16:creationId xmlns:a16="http://schemas.microsoft.com/office/drawing/2014/main" id="{F522B9B8-92EE-E7D6-1BC8-F7C7E75B45E6}"/>
              </a:ext>
            </a:extLst>
          </p:cNvPr>
          <p:cNvSpPr txBox="1"/>
          <p:nvPr/>
        </p:nvSpPr>
        <p:spPr>
          <a:xfrm>
            <a:off x="1410488" y="1626607"/>
            <a:ext cx="8996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Intents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2" name="Connettore a gomito 211">
            <a:extLst>
              <a:ext uri="{FF2B5EF4-FFF2-40B4-BE49-F238E27FC236}">
                <a16:creationId xmlns:a16="http://schemas.microsoft.com/office/drawing/2014/main" id="{92977E1B-C19C-B2AF-1EB2-1E7AE5E7A4E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712805" y="2330481"/>
            <a:ext cx="304627" cy="802105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CasellaDiTesto 213">
            <a:extLst>
              <a:ext uri="{FF2B5EF4-FFF2-40B4-BE49-F238E27FC236}">
                <a16:creationId xmlns:a16="http://schemas.microsoft.com/office/drawing/2014/main" id="{8F852119-1297-22BA-091B-FBC93D2D6B21}"/>
              </a:ext>
            </a:extLst>
          </p:cNvPr>
          <p:cNvSpPr txBox="1"/>
          <p:nvPr/>
        </p:nvSpPr>
        <p:spPr>
          <a:xfrm>
            <a:off x="728671" y="2746976"/>
            <a:ext cx="1000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Policies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5" name="Connettore a gomito 214">
            <a:extLst>
              <a:ext uri="{FF2B5EF4-FFF2-40B4-BE49-F238E27FC236}">
                <a16:creationId xmlns:a16="http://schemas.microsoft.com/office/drawing/2014/main" id="{51840747-0795-2593-D1D3-CB4F8E8B727C}"/>
              </a:ext>
            </a:extLst>
          </p:cNvPr>
          <p:cNvCxnSpPr>
            <a:cxnSpLocks/>
            <a:endCxn id="5" idx="3"/>
          </p:cNvCxnSpPr>
          <p:nvPr/>
        </p:nvCxnSpPr>
        <p:spPr>
          <a:xfrm rot="16200000" flipV="1">
            <a:off x="3620198" y="2535310"/>
            <a:ext cx="830740" cy="421083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CasellaDiTesto 218">
            <a:extLst>
              <a:ext uri="{FF2B5EF4-FFF2-40B4-BE49-F238E27FC236}">
                <a16:creationId xmlns:a16="http://schemas.microsoft.com/office/drawing/2014/main" id="{B48DA55E-BE6B-5637-E713-86D3545B19F6}"/>
              </a:ext>
            </a:extLst>
          </p:cNvPr>
          <p:cNvSpPr txBox="1"/>
          <p:nvPr/>
        </p:nvSpPr>
        <p:spPr>
          <a:xfrm>
            <a:off x="3065323" y="2741107"/>
            <a:ext cx="1204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Feedback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0" name="Connettore a gomito 219">
            <a:extLst>
              <a:ext uri="{FF2B5EF4-FFF2-40B4-BE49-F238E27FC236}">
                <a16:creationId xmlns:a16="http://schemas.microsoft.com/office/drawing/2014/main" id="{ADF48563-17CF-E139-B899-5A336A0404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8648" y="3861079"/>
            <a:ext cx="662907" cy="437457"/>
          </a:xfrm>
          <a:prstGeom prst="bentConnector3">
            <a:avLst>
              <a:gd name="adj1" fmla="val 67625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ttore a gomito 223">
            <a:extLst>
              <a:ext uri="{FF2B5EF4-FFF2-40B4-BE49-F238E27FC236}">
                <a16:creationId xmlns:a16="http://schemas.microsoft.com/office/drawing/2014/main" id="{2263F2F3-CEA0-A634-C052-E34BCEDDD6F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94918" y="3845165"/>
            <a:ext cx="638245" cy="464136"/>
          </a:xfrm>
          <a:prstGeom prst="bentConnector3">
            <a:avLst>
              <a:gd name="adj1" fmla="val 30897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CasellaDiTesto 234">
            <a:extLst>
              <a:ext uri="{FF2B5EF4-FFF2-40B4-BE49-F238E27FC236}">
                <a16:creationId xmlns:a16="http://schemas.microsoft.com/office/drawing/2014/main" id="{60A032D7-29B2-CD7D-8419-F5BDD043D753}"/>
              </a:ext>
            </a:extLst>
          </p:cNvPr>
          <p:cNvSpPr txBox="1"/>
          <p:nvPr/>
        </p:nvSpPr>
        <p:spPr>
          <a:xfrm>
            <a:off x="746274" y="3828266"/>
            <a:ext cx="15638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Configuration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9" name="CasellaDiTesto 238">
            <a:extLst>
              <a:ext uri="{FF2B5EF4-FFF2-40B4-BE49-F238E27FC236}">
                <a16:creationId xmlns:a16="http://schemas.microsoft.com/office/drawing/2014/main" id="{134E11B2-D6FF-808B-AD62-6ACA464BC0A5}"/>
              </a:ext>
            </a:extLst>
          </p:cNvPr>
          <p:cNvSpPr txBox="1"/>
          <p:nvPr/>
        </p:nvSpPr>
        <p:spPr>
          <a:xfrm>
            <a:off x="2385870" y="3823763"/>
            <a:ext cx="1963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Monitoring</a:t>
            </a:r>
            <a:r>
              <a:rPr lang="en-US" sz="1600" noProof="0" dirty="0">
                <a:solidFill>
                  <a:schemeClr val="accent2"/>
                </a:solidFill>
              </a:rPr>
              <a:t>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42" name="Immagine 241">
            <a:extLst>
              <a:ext uri="{FF2B5EF4-FFF2-40B4-BE49-F238E27FC236}">
                <a16:creationId xmlns:a16="http://schemas.microsoft.com/office/drawing/2014/main" id="{4417932C-77CA-6141-FEA5-A19933014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59" y="2610540"/>
            <a:ext cx="430705" cy="430705"/>
          </a:xfrm>
          <a:prstGeom prst="rect">
            <a:avLst/>
          </a:prstGeom>
        </p:spPr>
      </p:pic>
      <p:pic>
        <p:nvPicPr>
          <p:cNvPr id="244" name="Immagine 243">
            <a:extLst>
              <a:ext uri="{FF2B5EF4-FFF2-40B4-BE49-F238E27FC236}">
                <a16:creationId xmlns:a16="http://schemas.microsoft.com/office/drawing/2014/main" id="{01DE089F-A604-C71D-E0B4-CF77DE9B5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88" y="3803269"/>
            <a:ext cx="395383" cy="395383"/>
          </a:xfrm>
          <a:prstGeom prst="rect">
            <a:avLst/>
          </a:prstGeom>
        </p:spPr>
      </p:pic>
      <p:pic>
        <p:nvPicPr>
          <p:cNvPr id="246" name="Immagine 245">
            <a:extLst>
              <a:ext uri="{FF2B5EF4-FFF2-40B4-BE49-F238E27FC236}">
                <a16:creationId xmlns:a16="http://schemas.microsoft.com/office/drawing/2014/main" id="{21A66DC8-4700-8531-9EC8-DD3A8228DA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3983" y="3820963"/>
            <a:ext cx="395383" cy="395383"/>
          </a:xfrm>
          <a:prstGeom prst="rect">
            <a:avLst/>
          </a:prstGeom>
        </p:spPr>
      </p:pic>
      <p:pic>
        <p:nvPicPr>
          <p:cNvPr id="253" name="Immagine 252">
            <a:extLst>
              <a:ext uri="{FF2B5EF4-FFF2-40B4-BE49-F238E27FC236}">
                <a16:creationId xmlns:a16="http://schemas.microsoft.com/office/drawing/2014/main" id="{C69FD9EE-1A89-F2AD-D04B-8BD2599CA7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734" y="2625448"/>
            <a:ext cx="421080" cy="421080"/>
          </a:xfrm>
          <a:prstGeom prst="rect">
            <a:avLst/>
          </a:prstGeom>
        </p:spPr>
      </p:pic>
      <p:sp>
        <p:nvSpPr>
          <p:cNvPr id="30" name="Rettangolo 29">
            <a:extLst>
              <a:ext uri="{FF2B5EF4-FFF2-40B4-BE49-F238E27FC236}">
                <a16:creationId xmlns:a16="http://schemas.microsoft.com/office/drawing/2014/main" id="{83DE7168-1A01-3B81-56EB-06AA8B767BDA}"/>
              </a:ext>
            </a:extLst>
          </p:cNvPr>
          <p:cNvSpPr/>
          <p:nvPr/>
        </p:nvSpPr>
        <p:spPr>
          <a:xfrm>
            <a:off x="63178" y="3105104"/>
            <a:ext cx="2384334" cy="69256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91527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2A74E-D5AA-7649-9C5F-4725C40D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tangolo con angoli in alto arrotondati 199">
            <a:extLst>
              <a:ext uri="{FF2B5EF4-FFF2-40B4-BE49-F238E27FC236}">
                <a16:creationId xmlns:a16="http://schemas.microsoft.com/office/drawing/2014/main" id="{600C21C3-29FF-31D1-5A5F-F1270F9563FA}"/>
              </a:ext>
            </a:extLst>
          </p:cNvPr>
          <p:cNvSpPr/>
          <p:nvPr/>
        </p:nvSpPr>
        <p:spPr>
          <a:xfrm>
            <a:off x="896247" y="4396354"/>
            <a:ext cx="3194304" cy="1568138"/>
          </a:xfrm>
          <a:prstGeom prst="round2Same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5945B56-BA30-FA4F-B571-9316AB618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Intent/Policy-based Network Security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F6FC29-CD73-FB4F-0BAA-EDA0696DA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6028" y="1284492"/>
            <a:ext cx="7015972" cy="4680000"/>
          </a:xfrm>
        </p:spPr>
        <p:txBody>
          <a:bodyPr/>
          <a:lstStyle/>
          <a:p>
            <a:r>
              <a:rPr lang="en-US" sz="2200" b="1" i="1" noProof="0" dirty="0"/>
              <a:t>Policy Assurance</a:t>
            </a:r>
          </a:p>
          <a:p>
            <a:r>
              <a:rPr lang="en-US" sz="2200" noProof="0" dirty="0"/>
              <a:t>It checks whether the deployed configuration satisfies the intended network security behavior.</a:t>
            </a:r>
          </a:p>
          <a:p>
            <a:endParaRPr lang="en-US" sz="2200" noProof="0" dirty="0"/>
          </a:p>
          <a:p>
            <a:r>
              <a:rPr lang="en-US" sz="2200" i="1" noProof="0" dirty="0"/>
              <a:t>How it may work</a:t>
            </a:r>
            <a:r>
              <a:rPr lang="en-US" sz="2200" noProof="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Collect runtime monitoring and telemetry data.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Analyze deployed configurations.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Apply compliance checking.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noProof="0" dirty="0"/>
              <a:t>Trigger feedback or reconfiguration when violations are detected.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06BD70A-6D13-7F41-AAEC-3CCE089DA274}"/>
              </a:ext>
            </a:extLst>
          </p:cNvPr>
          <p:cNvSpPr/>
          <p:nvPr/>
        </p:nvSpPr>
        <p:spPr>
          <a:xfrm>
            <a:off x="1017431" y="2027835"/>
            <a:ext cx="2807595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Intent Enrichment </a:t>
            </a:r>
          </a:p>
          <a:p>
            <a:pPr algn="ctr"/>
            <a:r>
              <a:rPr lang="en-US" noProof="0" dirty="0"/>
              <a:t>and Translation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021CD027-AD38-59C2-C7B0-0A4B50851B8F}"/>
              </a:ext>
            </a:extLst>
          </p:cNvPr>
          <p:cNvSpPr/>
          <p:nvPr/>
        </p:nvSpPr>
        <p:spPr>
          <a:xfrm>
            <a:off x="122772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Refinement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695D5005-1B71-C74C-9784-8E6787AA2259}"/>
              </a:ext>
            </a:extLst>
          </p:cNvPr>
          <p:cNvSpPr/>
          <p:nvPr/>
        </p:nvSpPr>
        <p:spPr>
          <a:xfrm>
            <a:off x="2632744" y="3147665"/>
            <a:ext cx="2298457" cy="6052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Policy Assurance</a:t>
            </a:r>
          </a:p>
        </p:txBody>
      </p:sp>
      <p:grpSp>
        <p:nvGrpSpPr>
          <p:cNvPr id="199" name="Gruppo 198">
            <a:extLst>
              <a:ext uri="{FF2B5EF4-FFF2-40B4-BE49-F238E27FC236}">
                <a16:creationId xmlns:a16="http://schemas.microsoft.com/office/drawing/2014/main" id="{9FBB8718-D5DE-BD1E-1F03-4B32733FEF61}"/>
              </a:ext>
            </a:extLst>
          </p:cNvPr>
          <p:cNvGrpSpPr/>
          <p:nvPr/>
        </p:nvGrpSpPr>
        <p:grpSpPr>
          <a:xfrm>
            <a:off x="1267236" y="4551095"/>
            <a:ext cx="2431042" cy="939394"/>
            <a:chOff x="1179754" y="4668926"/>
            <a:chExt cx="2807595" cy="1084900"/>
          </a:xfrm>
        </p:grpSpPr>
        <p:grpSp>
          <p:nvGrpSpPr>
            <p:cNvPr id="11" name="Google Shape;1604;p10">
              <a:extLst>
                <a:ext uri="{FF2B5EF4-FFF2-40B4-BE49-F238E27FC236}">
                  <a16:creationId xmlns:a16="http://schemas.microsoft.com/office/drawing/2014/main" id="{C29160C9-0A3B-4A45-E3AC-2140551D675D}"/>
                </a:ext>
              </a:extLst>
            </p:cNvPr>
            <p:cNvGrpSpPr/>
            <p:nvPr/>
          </p:nvGrpSpPr>
          <p:grpSpPr>
            <a:xfrm>
              <a:off x="2477159" y="4893755"/>
              <a:ext cx="316605" cy="257092"/>
              <a:chOff x="4352056" y="0"/>
              <a:chExt cx="675640" cy="548640"/>
            </a:xfrm>
          </p:grpSpPr>
          <p:grpSp>
            <p:nvGrpSpPr>
              <p:cNvPr id="72" name="Google Shape;1606;p10">
                <a:extLst>
                  <a:ext uri="{FF2B5EF4-FFF2-40B4-BE49-F238E27FC236}">
                    <a16:creationId xmlns:a16="http://schemas.microsoft.com/office/drawing/2014/main" id="{7F36297F-25E7-C4F8-9CE9-F9A501B67FC9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74" name="Google Shape;1607;p10">
                  <a:extLst>
                    <a:ext uri="{FF2B5EF4-FFF2-40B4-BE49-F238E27FC236}">
                      <a16:creationId xmlns:a16="http://schemas.microsoft.com/office/drawing/2014/main" id="{AC813095-F0C6-FC95-0E9B-035F15766F1F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5" name="Google Shape;1608;p10">
                  <a:extLst>
                    <a:ext uri="{FF2B5EF4-FFF2-40B4-BE49-F238E27FC236}">
                      <a16:creationId xmlns:a16="http://schemas.microsoft.com/office/drawing/2014/main" id="{124CE7B2-D480-0C55-6090-04014794C2FD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" name="Google Shape;1609;p10">
                  <a:extLst>
                    <a:ext uri="{FF2B5EF4-FFF2-40B4-BE49-F238E27FC236}">
                      <a16:creationId xmlns:a16="http://schemas.microsoft.com/office/drawing/2014/main" id="{4D6AFB1B-FB8B-3FC2-DB52-452DFCC3BCE5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7" name="Google Shape;1610;p10">
                  <a:extLst>
                    <a:ext uri="{FF2B5EF4-FFF2-40B4-BE49-F238E27FC236}">
                      <a16:creationId xmlns:a16="http://schemas.microsoft.com/office/drawing/2014/main" id="{8E493BC1-3203-0A5D-3A7F-2E7F57FAB517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" name="Google Shape;1611;p10">
                  <a:extLst>
                    <a:ext uri="{FF2B5EF4-FFF2-40B4-BE49-F238E27FC236}">
                      <a16:creationId xmlns:a16="http://schemas.microsoft.com/office/drawing/2014/main" id="{162D03FE-88A4-7D77-8B23-92E6721AB916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79" name="Google Shape;1612;p10">
                  <a:extLst>
                    <a:ext uri="{FF2B5EF4-FFF2-40B4-BE49-F238E27FC236}">
                      <a16:creationId xmlns:a16="http://schemas.microsoft.com/office/drawing/2014/main" id="{5609941A-79A3-39F4-2547-F92AE6FB8D75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0" name="Google Shape;1613;p10">
                  <a:extLst>
                    <a:ext uri="{FF2B5EF4-FFF2-40B4-BE49-F238E27FC236}">
                      <a16:creationId xmlns:a16="http://schemas.microsoft.com/office/drawing/2014/main" id="{144B4E8F-3CD9-BE1E-1DEF-BBB7A88D9586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1" name="Google Shape;1614;p10">
                  <a:extLst>
                    <a:ext uri="{FF2B5EF4-FFF2-40B4-BE49-F238E27FC236}">
                      <a16:creationId xmlns:a16="http://schemas.microsoft.com/office/drawing/2014/main" id="{5710384A-F10C-2F3F-875C-6DEB92634D35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1615;p10">
                  <a:extLst>
                    <a:ext uri="{FF2B5EF4-FFF2-40B4-BE49-F238E27FC236}">
                      <a16:creationId xmlns:a16="http://schemas.microsoft.com/office/drawing/2014/main" id="{C18A72A8-7B86-8DEE-4DDE-A8344201E4F3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" name="Google Shape;1617;p10">
                <a:extLst>
                  <a:ext uri="{FF2B5EF4-FFF2-40B4-BE49-F238E27FC236}">
                    <a16:creationId xmlns:a16="http://schemas.microsoft.com/office/drawing/2014/main" id="{3E585F05-9AEA-9462-7F07-194B1FA2F4C7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" name="Google Shape;1415;p7">
              <a:extLst>
                <a:ext uri="{FF2B5EF4-FFF2-40B4-BE49-F238E27FC236}">
                  <a16:creationId xmlns:a16="http://schemas.microsoft.com/office/drawing/2014/main" id="{44577110-40A0-0BD9-7DF7-BD0E9894C40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4726806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415;p7">
              <a:extLst>
                <a:ext uri="{FF2B5EF4-FFF2-40B4-BE49-F238E27FC236}">
                  <a16:creationId xmlns:a16="http://schemas.microsoft.com/office/drawing/2014/main" id="{762DE69A-F166-8C47-1695-18C39D9722C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79754" y="5091622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15;p7">
              <a:extLst>
                <a:ext uri="{FF2B5EF4-FFF2-40B4-BE49-F238E27FC236}">
                  <a16:creationId xmlns:a16="http://schemas.microsoft.com/office/drawing/2014/main" id="{3FB6FB51-4618-AD8B-996A-BD8AB018202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248" y="5485565"/>
              <a:ext cx="304668" cy="2563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80;p1">
              <a:extLst>
                <a:ext uri="{FF2B5EF4-FFF2-40B4-BE49-F238E27FC236}">
                  <a16:creationId xmlns:a16="http://schemas.microsoft.com/office/drawing/2014/main" id="{AF810B45-3B1E-B36A-0139-17BE627DBEAC}"/>
                </a:ext>
              </a:extLst>
            </p:cNvPr>
            <p:cNvSpPr/>
            <p:nvPr/>
          </p:nvSpPr>
          <p:spPr>
            <a:xfrm>
              <a:off x="3170275" y="4668926"/>
              <a:ext cx="478223" cy="26988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80;p1">
              <a:extLst>
                <a:ext uri="{FF2B5EF4-FFF2-40B4-BE49-F238E27FC236}">
                  <a16:creationId xmlns:a16="http://schemas.microsoft.com/office/drawing/2014/main" id="{6B3F33D9-4EF0-166B-F66E-D6E0E4B8C6AC}"/>
                </a:ext>
              </a:extLst>
            </p:cNvPr>
            <p:cNvSpPr/>
            <p:nvPr/>
          </p:nvSpPr>
          <p:spPr>
            <a:xfrm>
              <a:off x="2296411" y="5399345"/>
              <a:ext cx="498139" cy="281128"/>
            </a:xfrm>
            <a:custGeom>
              <a:avLst/>
              <a:gdLst/>
              <a:ahLst/>
              <a:cxnLst/>
              <a:rect l="l" t="t" r="r" b="b"/>
              <a:pathLst>
                <a:path w="406084" h="269830" extrusionOk="0">
                  <a:moveTo>
                    <a:pt x="270654" y="269830"/>
                  </a:moveTo>
                  <a:cubicBezTo>
                    <a:pt x="345350" y="269930"/>
                    <a:pt x="405984" y="209607"/>
                    <a:pt x="406084" y="135095"/>
                  </a:cubicBezTo>
                  <a:cubicBezTo>
                    <a:pt x="406184" y="60584"/>
                    <a:pt x="345712" y="100"/>
                    <a:pt x="271016" y="0"/>
                  </a:cubicBezTo>
                  <a:cubicBezTo>
                    <a:pt x="205884" y="-87"/>
                    <a:pt x="149941" y="46147"/>
                    <a:pt x="137913" y="110001"/>
                  </a:cubicBezTo>
                  <a:cubicBezTo>
                    <a:pt x="97975" y="82459"/>
                    <a:pt x="43216" y="92427"/>
                    <a:pt x="15606" y="132266"/>
                  </a:cubicBezTo>
                  <a:cubicBezTo>
                    <a:pt x="-12004" y="172105"/>
                    <a:pt x="-2011" y="226728"/>
                    <a:pt x="37927" y="254270"/>
                  </a:cubicBezTo>
                  <a:cubicBezTo>
                    <a:pt x="52661" y="264432"/>
                    <a:pt x="70156" y="269861"/>
                    <a:pt x="88069" y="269830"/>
                  </a:cubicBezTo>
                  <a:close/>
                </a:path>
              </a:pathLst>
            </a:custGeom>
            <a:noFill/>
            <a:ln w="164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A3680901-4A75-4788-B9DC-BBCD6692AF5A}"/>
                </a:ext>
              </a:extLst>
            </p:cNvPr>
            <p:cNvGrpSpPr/>
            <p:nvPr/>
          </p:nvGrpSpPr>
          <p:grpSpPr>
            <a:xfrm>
              <a:off x="3542900" y="5177446"/>
              <a:ext cx="444449" cy="256390"/>
              <a:chOff x="8600187" y="2519609"/>
              <a:chExt cx="1168494" cy="674070"/>
            </a:xfrm>
          </p:grpSpPr>
          <p:grpSp>
            <p:nvGrpSpPr>
              <p:cNvPr id="60" name="Google Shape;457;p2">
                <a:extLst>
                  <a:ext uri="{FF2B5EF4-FFF2-40B4-BE49-F238E27FC236}">
                    <a16:creationId xmlns:a16="http://schemas.microsoft.com/office/drawing/2014/main" id="{E91A0788-7291-C363-E72E-D0068FC74128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69" name="Google Shape;458;p2">
                  <a:extLst>
                    <a:ext uri="{FF2B5EF4-FFF2-40B4-BE49-F238E27FC236}">
                      <a16:creationId xmlns:a16="http://schemas.microsoft.com/office/drawing/2014/main" id="{48D86079-6FAF-8A50-60E5-7FE3CA67A67D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0" name="Google Shape;459;p2">
                  <a:extLst>
                    <a:ext uri="{FF2B5EF4-FFF2-40B4-BE49-F238E27FC236}">
                      <a16:creationId xmlns:a16="http://schemas.microsoft.com/office/drawing/2014/main" id="{BBEAC22A-9653-A316-2389-4FB8101C9FAA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71" name="Google Shape;460;p2">
                  <a:extLst>
                    <a:ext uri="{FF2B5EF4-FFF2-40B4-BE49-F238E27FC236}">
                      <a16:creationId xmlns:a16="http://schemas.microsoft.com/office/drawing/2014/main" id="{643DD54D-077C-F302-EC5E-1C575E0FF8F6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61" name="Google Shape;510;p2">
                <a:extLst>
                  <a:ext uri="{FF2B5EF4-FFF2-40B4-BE49-F238E27FC236}">
                    <a16:creationId xmlns:a16="http://schemas.microsoft.com/office/drawing/2014/main" id="{991C490C-AEF8-B8B6-45D6-23C6D47123FF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62" name="Google Shape;511;p2">
                  <a:extLst>
                    <a:ext uri="{FF2B5EF4-FFF2-40B4-BE49-F238E27FC236}">
                      <a16:creationId xmlns:a16="http://schemas.microsoft.com/office/drawing/2014/main" id="{8BAAD5E4-BB83-0BBE-1FC1-02CE84FF6008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512;p2">
                  <a:extLst>
                    <a:ext uri="{FF2B5EF4-FFF2-40B4-BE49-F238E27FC236}">
                      <a16:creationId xmlns:a16="http://schemas.microsoft.com/office/drawing/2014/main" id="{D5A9415B-DDB1-E6A7-0B13-973869ADFEE8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Google Shape;513;p2">
                  <a:extLst>
                    <a:ext uri="{FF2B5EF4-FFF2-40B4-BE49-F238E27FC236}">
                      <a16:creationId xmlns:a16="http://schemas.microsoft.com/office/drawing/2014/main" id="{CBA5C2E2-5121-C2AD-F225-139BD297A301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" name="Google Shape;514;p2">
                  <a:extLst>
                    <a:ext uri="{FF2B5EF4-FFF2-40B4-BE49-F238E27FC236}">
                      <a16:creationId xmlns:a16="http://schemas.microsoft.com/office/drawing/2014/main" id="{82E58E12-7532-A336-8BC4-BC826E60717B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Google Shape;515;p2">
                  <a:extLst>
                    <a:ext uri="{FF2B5EF4-FFF2-40B4-BE49-F238E27FC236}">
                      <a16:creationId xmlns:a16="http://schemas.microsoft.com/office/drawing/2014/main" id="{0B08CACD-AA5E-B153-4A8D-D83A7D4934C8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516;p2">
                  <a:extLst>
                    <a:ext uri="{FF2B5EF4-FFF2-40B4-BE49-F238E27FC236}">
                      <a16:creationId xmlns:a16="http://schemas.microsoft.com/office/drawing/2014/main" id="{0BABD1FB-9C18-2DB6-2C03-9DEDB400DA6A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517;p2">
                  <a:extLst>
                    <a:ext uri="{FF2B5EF4-FFF2-40B4-BE49-F238E27FC236}">
                      <a16:creationId xmlns:a16="http://schemas.microsoft.com/office/drawing/2014/main" id="{E532EE95-3A55-0567-B852-769AF1A4BF60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C1DBB2CE-5EB2-91BE-383F-B89CFE4BFD73}"/>
                </a:ext>
              </a:extLst>
            </p:cNvPr>
            <p:cNvGrpSpPr/>
            <p:nvPr/>
          </p:nvGrpSpPr>
          <p:grpSpPr>
            <a:xfrm>
              <a:off x="3542900" y="5497436"/>
              <a:ext cx="444449" cy="256390"/>
              <a:chOff x="8600187" y="2519609"/>
              <a:chExt cx="1168494" cy="674070"/>
            </a:xfrm>
          </p:grpSpPr>
          <p:grpSp>
            <p:nvGrpSpPr>
              <p:cNvPr id="48" name="Google Shape;457;p2">
                <a:extLst>
                  <a:ext uri="{FF2B5EF4-FFF2-40B4-BE49-F238E27FC236}">
                    <a16:creationId xmlns:a16="http://schemas.microsoft.com/office/drawing/2014/main" id="{392EC3CF-19DF-E12B-8F4A-EBCE09A6CC93}"/>
                  </a:ext>
                </a:extLst>
              </p:cNvPr>
              <p:cNvGrpSpPr/>
              <p:nvPr/>
            </p:nvGrpSpPr>
            <p:grpSpPr>
              <a:xfrm>
                <a:off x="8600187" y="2645611"/>
                <a:ext cx="704088" cy="539495"/>
                <a:chOff x="3792486" y="1429866"/>
                <a:chExt cx="378844" cy="360881"/>
              </a:xfrm>
            </p:grpSpPr>
            <p:sp>
              <p:nvSpPr>
                <p:cNvPr id="57" name="Google Shape;458;p2">
                  <a:extLst>
                    <a:ext uri="{FF2B5EF4-FFF2-40B4-BE49-F238E27FC236}">
                      <a16:creationId xmlns:a16="http://schemas.microsoft.com/office/drawing/2014/main" id="{60D88CE4-B486-1F11-9D66-93D31661E87D}"/>
                    </a:ext>
                  </a:extLst>
                </p:cNvPr>
                <p:cNvSpPr/>
                <p:nvPr/>
              </p:nvSpPr>
              <p:spPr>
                <a:xfrm>
                  <a:off x="3792486" y="1429866"/>
                  <a:ext cx="378844" cy="26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844" h="262459" extrusionOk="0">
                      <a:moveTo>
                        <a:pt x="0" y="16404"/>
                      </a:moveTo>
                      <a:cubicBezTo>
                        <a:pt x="0" y="7344"/>
                        <a:pt x="7374" y="0"/>
                        <a:pt x="16472" y="0"/>
                      </a:cubicBezTo>
                      <a:lnTo>
                        <a:pt x="362374" y="0"/>
                      </a:lnTo>
                      <a:cubicBezTo>
                        <a:pt x="371470" y="0"/>
                        <a:pt x="378845" y="7344"/>
                        <a:pt x="378845" y="16404"/>
                      </a:cubicBezTo>
                      <a:lnTo>
                        <a:pt x="378845" y="246056"/>
                      </a:lnTo>
                      <a:cubicBezTo>
                        <a:pt x="378845" y="255116"/>
                        <a:pt x="371470" y="262460"/>
                        <a:pt x="362374" y="262460"/>
                      </a:cubicBezTo>
                      <a:lnTo>
                        <a:pt x="16472" y="262460"/>
                      </a:lnTo>
                      <a:cubicBezTo>
                        <a:pt x="7374" y="262460"/>
                        <a:pt x="0" y="255116"/>
                        <a:pt x="0" y="246056"/>
                      </a:cubicBezTo>
                      <a:lnTo>
                        <a:pt x="0" y="16404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8" name="Google Shape;459;p2">
                  <a:extLst>
                    <a:ext uri="{FF2B5EF4-FFF2-40B4-BE49-F238E27FC236}">
                      <a16:creationId xmlns:a16="http://schemas.microsoft.com/office/drawing/2014/main" id="{E6920F9D-BC25-D666-BC23-2DF665077BFD}"/>
                    </a:ext>
                  </a:extLst>
                </p:cNvPr>
                <p:cNvSpPr/>
                <p:nvPr/>
              </p:nvSpPr>
              <p:spPr>
                <a:xfrm>
                  <a:off x="3949575" y="1692325"/>
                  <a:ext cx="64667" cy="6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67" h="60693" extrusionOk="0">
                      <a:moveTo>
                        <a:pt x="32333" y="57413"/>
                      </a:moveTo>
                      <a:cubicBezTo>
                        <a:pt x="43196" y="57377"/>
                        <a:pt x="54035" y="58478"/>
                        <a:pt x="64667" y="60694"/>
                      </a:cubicBezTo>
                      <a:lnTo>
                        <a:pt x="57041" y="0"/>
                      </a:lnTo>
                      <a:lnTo>
                        <a:pt x="7626" y="0"/>
                      </a:lnTo>
                      <a:lnTo>
                        <a:pt x="0" y="60694"/>
                      </a:lnTo>
                      <a:cubicBezTo>
                        <a:pt x="10632" y="58478"/>
                        <a:pt x="21470" y="57377"/>
                        <a:pt x="32333" y="57413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59" name="Google Shape;460;p2">
                  <a:extLst>
                    <a:ext uri="{FF2B5EF4-FFF2-40B4-BE49-F238E27FC236}">
                      <a16:creationId xmlns:a16="http://schemas.microsoft.com/office/drawing/2014/main" id="{ADB42D6B-B4AA-97CF-53E1-7D4B7BAB6B51}"/>
                    </a:ext>
                  </a:extLst>
                </p:cNvPr>
                <p:cNvSpPr/>
                <p:nvPr/>
              </p:nvSpPr>
              <p:spPr>
                <a:xfrm>
                  <a:off x="3899550" y="1749738"/>
                  <a:ext cx="164715" cy="41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715" h="41009" extrusionOk="0">
                      <a:moveTo>
                        <a:pt x="0" y="41009"/>
                      </a:moveTo>
                      <a:cubicBezTo>
                        <a:pt x="0" y="18356"/>
                        <a:pt x="36880" y="0"/>
                        <a:pt x="82358" y="0"/>
                      </a:cubicBezTo>
                      <a:cubicBezTo>
                        <a:pt x="127836" y="0"/>
                        <a:pt x="164715" y="18356"/>
                        <a:pt x="164715" y="41009"/>
                      </a:cubicBezTo>
                      <a:lnTo>
                        <a:pt x="0" y="41009"/>
                      </a:ln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lang="en-US" sz="1200" b="0" i="0" u="none" strike="noStrike" cap="none" noProof="0" dirty="0">
                    <a:solidFill>
                      <a:srgbClr val="000000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49" name="Google Shape;510;p2">
                <a:extLst>
                  <a:ext uri="{FF2B5EF4-FFF2-40B4-BE49-F238E27FC236}">
                    <a16:creationId xmlns:a16="http://schemas.microsoft.com/office/drawing/2014/main" id="{8C259E2D-0D1B-3CCC-8601-7981C6440813}"/>
                  </a:ext>
                </a:extLst>
              </p:cNvPr>
              <p:cNvGrpSpPr/>
              <p:nvPr/>
            </p:nvGrpSpPr>
            <p:grpSpPr>
              <a:xfrm>
                <a:off x="9282973" y="2519609"/>
                <a:ext cx="485708" cy="674070"/>
                <a:chOff x="5432275" y="227930"/>
                <a:chExt cx="261789" cy="377285"/>
              </a:xfrm>
            </p:grpSpPr>
            <p:sp>
              <p:nvSpPr>
                <p:cNvPr id="50" name="Google Shape;511;p2">
                  <a:extLst>
                    <a:ext uri="{FF2B5EF4-FFF2-40B4-BE49-F238E27FC236}">
                      <a16:creationId xmlns:a16="http://schemas.microsoft.com/office/drawing/2014/main" id="{C1585938-DF21-B0B4-A8E1-B0C45507A9F9}"/>
                    </a:ext>
                  </a:extLst>
                </p:cNvPr>
                <p:cNvSpPr/>
                <p:nvPr/>
              </p:nvSpPr>
              <p:spPr>
                <a:xfrm>
                  <a:off x="5489052" y="227930"/>
                  <a:ext cx="148243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43" h="344478" extrusionOk="0">
                      <a:moveTo>
                        <a:pt x="16472" y="0"/>
                      </a:moveTo>
                      <a:lnTo>
                        <a:pt x="131772" y="0"/>
                      </a:lnTo>
                      <a:cubicBezTo>
                        <a:pt x="140869" y="0"/>
                        <a:pt x="148244" y="7344"/>
                        <a:pt x="148244" y="16404"/>
                      </a:cubicBezTo>
                      <a:lnTo>
                        <a:pt x="148244" y="344478"/>
                      </a:lnTo>
                      <a:lnTo>
                        <a:pt x="0" y="344478"/>
                      </a:lnTo>
                      <a:lnTo>
                        <a:pt x="0" y="16404"/>
                      </a:lnTo>
                      <a:cubicBezTo>
                        <a:pt x="0" y="7344"/>
                        <a:pt x="7374" y="0"/>
                        <a:pt x="16472" y="0"/>
                      </a:cubicBezTo>
                      <a:close/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" name="Google Shape;512;p2">
                  <a:extLst>
                    <a:ext uri="{FF2B5EF4-FFF2-40B4-BE49-F238E27FC236}">
                      <a16:creationId xmlns:a16="http://schemas.microsoft.com/office/drawing/2014/main" id="{63065986-9267-D773-293E-5EF51899FA4F}"/>
                    </a:ext>
                  </a:extLst>
                </p:cNvPr>
                <p:cNvSpPr/>
                <p:nvPr/>
              </p:nvSpPr>
              <p:spPr>
                <a:xfrm>
                  <a:off x="5432275" y="514995"/>
                  <a:ext cx="261789" cy="90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89" h="90220" extrusionOk="0">
                      <a:moveTo>
                        <a:pt x="205016" y="0"/>
                      </a:moveTo>
                      <a:lnTo>
                        <a:pt x="219116" y="0"/>
                      </a:lnTo>
                      <a:cubicBezTo>
                        <a:pt x="225572" y="2"/>
                        <a:pt x="231433" y="3760"/>
                        <a:pt x="234105" y="9613"/>
                      </a:cubicBezTo>
                      <a:lnTo>
                        <a:pt x="260311" y="67026"/>
                      </a:lnTo>
                      <a:cubicBezTo>
                        <a:pt x="262630" y="72103"/>
                        <a:pt x="262200" y="78005"/>
                        <a:pt x="259169" y="82695"/>
                      </a:cubicBezTo>
                      <a:cubicBezTo>
                        <a:pt x="256139" y="87384"/>
                        <a:pt x="250922" y="90219"/>
                        <a:pt x="245322" y="90221"/>
                      </a:cubicBezTo>
                      <a:lnTo>
                        <a:pt x="16467" y="90221"/>
                      </a:lnTo>
                      <a:cubicBezTo>
                        <a:pt x="10866" y="90219"/>
                        <a:pt x="5651" y="87384"/>
                        <a:pt x="2620" y="82695"/>
                      </a:cubicBezTo>
                      <a:cubicBezTo>
                        <a:pt x="-410" y="78005"/>
                        <a:pt x="-840" y="72103"/>
                        <a:pt x="1477" y="67026"/>
                      </a:cubicBezTo>
                      <a:lnTo>
                        <a:pt x="27684" y="9613"/>
                      </a:lnTo>
                      <a:cubicBezTo>
                        <a:pt x="30357" y="3760"/>
                        <a:pt x="36217" y="2"/>
                        <a:pt x="42673" y="0"/>
                      </a:cubicBezTo>
                      <a:lnTo>
                        <a:pt x="56772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" name="Google Shape;513;p2">
                  <a:extLst>
                    <a:ext uri="{FF2B5EF4-FFF2-40B4-BE49-F238E27FC236}">
                      <a16:creationId xmlns:a16="http://schemas.microsoft.com/office/drawing/2014/main" id="{C646209D-3263-2C49-5047-CE274076F511}"/>
                    </a:ext>
                  </a:extLst>
                </p:cNvPr>
                <p:cNvSpPr/>
                <p:nvPr/>
              </p:nvSpPr>
              <p:spPr>
                <a:xfrm>
                  <a:off x="5538467" y="227930"/>
                  <a:ext cx="12696" cy="344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6" h="344478" extrusionOk="0">
                      <a:moveTo>
                        <a:pt x="0" y="0"/>
                      </a:moveTo>
                      <a:lnTo>
                        <a:pt x="0" y="344479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514;p2">
                  <a:extLst>
                    <a:ext uri="{FF2B5EF4-FFF2-40B4-BE49-F238E27FC236}">
                      <a16:creationId xmlns:a16="http://schemas.microsoft.com/office/drawing/2014/main" id="{CBA45AAB-BB0F-8DB4-C950-10A3AAAB462B}"/>
                    </a:ext>
                  </a:extLst>
                </p:cNvPr>
                <p:cNvSpPr/>
                <p:nvPr/>
              </p:nvSpPr>
              <p:spPr>
                <a:xfrm>
                  <a:off x="5583764" y="486289"/>
                  <a:ext cx="8235" cy="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" h="8201" extrusionOk="0">
                      <a:moveTo>
                        <a:pt x="4118" y="0"/>
                      </a:moveTo>
                      <a:cubicBezTo>
                        <a:pt x="6393" y="0"/>
                        <a:pt x="8236" y="1835"/>
                        <a:pt x="8236" y="4101"/>
                      </a:cubicBezTo>
                      <a:cubicBezTo>
                        <a:pt x="8236" y="6366"/>
                        <a:pt x="6393" y="8202"/>
                        <a:pt x="4118" y="8202"/>
                      </a:cubicBezTo>
                      <a:cubicBezTo>
                        <a:pt x="1843" y="8202"/>
                        <a:pt x="0" y="6366"/>
                        <a:pt x="0" y="4101"/>
                      </a:cubicBezTo>
                      <a:cubicBezTo>
                        <a:pt x="0" y="1835"/>
                        <a:pt x="1843" y="0"/>
                        <a:pt x="4118" y="0"/>
                      </a:cubicBez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515;p2">
                  <a:extLst>
                    <a:ext uri="{FF2B5EF4-FFF2-40B4-BE49-F238E27FC236}">
                      <a16:creationId xmlns:a16="http://schemas.microsoft.com/office/drawing/2014/main" id="{BFAF1930-7841-2DE8-6760-D77D65EE4878}"/>
                    </a:ext>
                  </a:extLst>
                </p:cNvPr>
                <p:cNvSpPr/>
                <p:nvPr/>
              </p:nvSpPr>
              <p:spPr>
                <a:xfrm>
                  <a:off x="5538467" y="277141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16;p2">
                  <a:extLst>
                    <a:ext uri="{FF2B5EF4-FFF2-40B4-BE49-F238E27FC236}">
                      <a16:creationId xmlns:a16="http://schemas.microsoft.com/office/drawing/2014/main" id="{0D73220D-BFD8-84D7-E156-78C5705DDB5C}"/>
                    </a:ext>
                  </a:extLst>
                </p:cNvPr>
                <p:cNvSpPr/>
                <p:nvPr/>
              </p:nvSpPr>
              <p:spPr>
                <a:xfrm>
                  <a:off x="5538467" y="326352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17;p2">
                  <a:extLst>
                    <a:ext uri="{FF2B5EF4-FFF2-40B4-BE49-F238E27FC236}">
                      <a16:creationId xmlns:a16="http://schemas.microsoft.com/office/drawing/2014/main" id="{C6270784-9002-184A-1DE7-D0A83C981143}"/>
                    </a:ext>
                  </a:extLst>
                </p:cNvPr>
                <p:cNvSpPr/>
                <p:nvPr/>
              </p:nvSpPr>
              <p:spPr>
                <a:xfrm>
                  <a:off x="5538467" y="375564"/>
                  <a:ext cx="98829" cy="12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829" h="12644" extrusionOk="0">
                      <a:moveTo>
                        <a:pt x="0" y="0"/>
                      </a:moveTo>
                      <a:lnTo>
                        <a:pt x="98829" y="0"/>
                      </a:lnTo>
                    </a:path>
                  </a:pathLst>
                </a:custGeom>
                <a:noFill/>
                <a:ln w="164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10B71ACB-B162-08ED-1274-E86A6B9C1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0460" y="5091622"/>
              <a:ext cx="412080" cy="274720"/>
            </a:xfrm>
            <a:prstGeom prst="rect">
              <a:avLst/>
            </a:prstGeom>
          </p:spPr>
        </p:pic>
        <p:grpSp>
          <p:nvGrpSpPr>
            <p:cNvPr id="20" name="Google Shape;1604;p10">
              <a:extLst>
                <a:ext uri="{FF2B5EF4-FFF2-40B4-BE49-F238E27FC236}">
                  <a16:creationId xmlns:a16="http://schemas.microsoft.com/office/drawing/2014/main" id="{D71697B4-C81D-867A-0562-E7CED628F6BA}"/>
                </a:ext>
              </a:extLst>
            </p:cNvPr>
            <p:cNvGrpSpPr/>
            <p:nvPr/>
          </p:nvGrpSpPr>
          <p:grpSpPr>
            <a:xfrm>
              <a:off x="3047964" y="5357019"/>
              <a:ext cx="316605" cy="257092"/>
              <a:chOff x="4352056" y="0"/>
              <a:chExt cx="675640" cy="548640"/>
            </a:xfrm>
          </p:grpSpPr>
          <p:grpSp>
            <p:nvGrpSpPr>
              <p:cNvPr id="37" name="Google Shape;1606;p10">
                <a:extLst>
                  <a:ext uri="{FF2B5EF4-FFF2-40B4-BE49-F238E27FC236}">
                    <a16:creationId xmlns:a16="http://schemas.microsoft.com/office/drawing/2014/main" id="{AB6A85BC-FF64-C8B2-4179-5B9849B9169F}"/>
                  </a:ext>
                </a:extLst>
              </p:cNvPr>
              <p:cNvGrpSpPr/>
              <p:nvPr/>
            </p:nvGrpSpPr>
            <p:grpSpPr>
              <a:xfrm>
                <a:off x="4415556" y="0"/>
                <a:ext cx="548640" cy="548640"/>
                <a:chOff x="960438" y="55563"/>
                <a:chExt cx="7424737" cy="7424737"/>
              </a:xfrm>
            </p:grpSpPr>
            <p:cxnSp>
              <p:nvCxnSpPr>
                <p:cNvPr id="39" name="Google Shape;1607;p10">
                  <a:extLst>
                    <a:ext uri="{FF2B5EF4-FFF2-40B4-BE49-F238E27FC236}">
                      <a16:creationId xmlns:a16="http://schemas.microsoft.com/office/drawing/2014/main" id="{DCDF49F0-D59E-35AD-613E-0A0ED0479520}"/>
                    </a:ext>
                  </a:extLst>
                </p:cNvPr>
                <p:cNvCxnSpPr/>
                <p:nvPr/>
              </p:nvCxnSpPr>
              <p:spPr>
                <a:xfrm>
                  <a:off x="4660895" y="4294994"/>
                  <a:ext cx="1586" cy="194627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" name="Google Shape;1608;p10">
                  <a:extLst>
                    <a:ext uri="{FF2B5EF4-FFF2-40B4-BE49-F238E27FC236}">
                      <a16:creationId xmlns:a16="http://schemas.microsoft.com/office/drawing/2014/main" id="{A319C0A7-174C-7239-7192-8B52AFBDCE10}"/>
                    </a:ext>
                  </a:extLst>
                </p:cNvPr>
                <p:cNvSpPr/>
                <p:nvPr/>
              </p:nvSpPr>
              <p:spPr>
                <a:xfrm>
                  <a:off x="4348163" y="6283325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1" extrusionOk="0">
                      <a:moveTo>
                        <a:pt x="0" y="0"/>
                      </a:moveTo>
                      <a:lnTo>
                        <a:pt x="870" y="1490"/>
                      </a:lnTo>
                      <a:lnTo>
                        <a:pt x="173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" name="Google Shape;1609;p10">
                  <a:extLst>
                    <a:ext uri="{FF2B5EF4-FFF2-40B4-BE49-F238E27FC236}">
                      <a16:creationId xmlns:a16="http://schemas.microsoft.com/office/drawing/2014/main" id="{F176A8E6-7266-962B-124F-BF389EF7230C}"/>
                    </a:ext>
                  </a:extLst>
                </p:cNvPr>
                <p:cNvCxnSpPr/>
                <p:nvPr/>
              </p:nvCxnSpPr>
              <p:spPr>
                <a:xfrm rot="10800000" flipH="1">
                  <a:off x="4660895" y="1361265"/>
                  <a:ext cx="1586" cy="2071693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2" name="Google Shape;1610;p10">
                  <a:extLst>
                    <a:ext uri="{FF2B5EF4-FFF2-40B4-BE49-F238E27FC236}">
                      <a16:creationId xmlns:a16="http://schemas.microsoft.com/office/drawing/2014/main" id="{67C79185-4E5C-6BED-DA22-1FA83DC41FC0}"/>
                    </a:ext>
                  </a:extLst>
                </p:cNvPr>
                <p:cNvSpPr/>
                <p:nvPr/>
              </p:nvSpPr>
              <p:spPr>
                <a:xfrm>
                  <a:off x="4348163" y="782638"/>
                  <a:ext cx="627062" cy="53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492" extrusionOk="0">
                      <a:moveTo>
                        <a:pt x="1739" y="1491"/>
                      </a:moveTo>
                      <a:lnTo>
                        <a:pt x="870" y="0"/>
                      </a:lnTo>
                      <a:lnTo>
                        <a:pt x="0" y="1491"/>
                      </a:lnTo>
                      <a:lnTo>
                        <a:pt x="1739" y="1491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" name="Google Shape;1611;p10">
                  <a:extLst>
                    <a:ext uri="{FF2B5EF4-FFF2-40B4-BE49-F238E27FC236}">
                      <a16:creationId xmlns:a16="http://schemas.microsoft.com/office/drawing/2014/main" id="{2F838887-E40E-7B1F-C15F-4B7F60F1BADA}"/>
                    </a:ext>
                  </a:extLst>
                </p:cNvPr>
                <p:cNvCxnSpPr/>
                <p:nvPr/>
              </p:nvCxnSpPr>
              <p:spPr>
                <a:xfrm>
                  <a:off x="5822141" y="3890958"/>
                  <a:ext cx="2068506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4" name="Google Shape;1612;p10">
                  <a:extLst>
                    <a:ext uri="{FF2B5EF4-FFF2-40B4-BE49-F238E27FC236}">
                      <a16:creationId xmlns:a16="http://schemas.microsoft.com/office/drawing/2014/main" id="{72F9ABE4-9734-BDCE-2541-C60D9A3A400B}"/>
                    </a:ext>
                  </a:extLst>
                </p:cNvPr>
                <p:cNvSpPr/>
                <p:nvPr/>
              </p:nvSpPr>
              <p:spPr>
                <a:xfrm>
                  <a:off x="52419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1492" y="1770"/>
                      </a:moveTo>
                      <a:lnTo>
                        <a:pt x="0" y="869"/>
                      </a:lnTo>
                      <a:lnTo>
                        <a:pt x="1492" y="0"/>
                      </a:lnTo>
                      <a:lnTo>
                        <a:pt x="1492" y="177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" name="Google Shape;1613;p10">
                  <a:extLst>
                    <a:ext uri="{FF2B5EF4-FFF2-40B4-BE49-F238E27FC236}">
                      <a16:creationId xmlns:a16="http://schemas.microsoft.com/office/drawing/2014/main" id="{520965FA-F919-F669-463C-9D3510CCF95F}"/>
                    </a:ext>
                  </a:extLst>
                </p:cNvPr>
                <p:cNvCxnSpPr/>
                <p:nvPr/>
              </p:nvCxnSpPr>
              <p:spPr>
                <a:xfrm flipH="1">
                  <a:off x="1451779" y="3890958"/>
                  <a:ext cx="2071693" cy="1586"/>
                </a:xfrm>
                <a:prstGeom prst="straightConnector1">
                  <a:avLst/>
                </a:pr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6" name="Google Shape;1614;p10">
                  <a:extLst>
                    <a:ext uri="{FF2B5EF4-FFF2-40B4-BE49-F238E27FC236}">
                      <a16:creationId xmlns:a16="http://schemas.microsoft.com/office/drawing/2014/main" id="{E089BA42-3F80-B73F-C4D3-5F784F02F11A}"/>
                    </a:ext>
                  </a:extLst>
                </p:cNvPr>
                <p:cNvSpPr/>
                <p:nvPr/>
              </p:nvSpPr>
              <p:spPr>
                <a:xfrm>
                  <a:off x="3565525" y="3578225"/>
                  <a:ext cx="538163" cy="6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771" extrusionOk="0">
                      <a:moveTo>
                        <a:pt x="0" y="0"/>
                      </a:moveTo>
                      <a:lnTo>
                        <a:pt x="1492" y="869"/>
                      </a:lnTo>
                      <a:lnTo>
                        <a:pt x="0" y="177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1615;p10">
                  <a:extLst>
                    <a:ext uri="{FF2B5EF4-FFF2-40B4-BE49-F238E27FC236}">
                      <a16:creationId xmlns:a16="http://schemas.microsoft.com/office/drawing/2014/main" id="{57BE2980-16EE-C95B-591C-A192939F59D9}"/>
                    </a:ext>
                  </a:extLst>
                </p:cNvPr>
                <p:cNvSpPr/>
                <p:nvPr/>
              </p:nvSpPr>
              <p:spPr>
                <a:xfrm>
                  <a:off x="960438" y="55563"/>
                  <a:ext cx="7424737" cy="742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26" h="20626" extrusionOk="0">
                      <a:moveTo>
                        <a:pt x="0" y="10313"/>
                      </a:moveTo>
                      <a:lnTo>
                        <a:pt x="0" y="10313"/>
                      </a:lnTo>
                      <a:cubicBezTo>
                        <a:pt x="0" y="16028"/>
                        <a:pt x="4628" y="20625"/>
                        <a:pt x="10313" y="20625"/>
                      </a:cubicBezTo>
                      <a:cubicBezTo>
                        <a:pt x="15997" y="20625"/>
                        <a:pt x="20625" y="16028"/>
                        <a:pt x="20625" y="10313"/>
                      </a:cubicBezTo>
                      <a:cubicBezTo>
                        <a:pt x="20625" y="4629"/>
                        <a:pt x="15997" y="0"/>
                        <a:pt x="10313" y="0"/>
                      </a:cubicBezTo>
                      <a:cubicBezTo>
                        <a:pt x="4628" y="0"/>
                        <a:pt x="0" y="4629"/>
                        <a:pt x="0" y="10313"/>
                      </a:cubicBezTo>
                    </a:path>
                  </a:pathLst>
                </a:custGeom>
                <a:noFill/>
                <a:ln w="15875" cap="rnd" cmpd="sng">
                  <a:solidFill>
                    <a:srgbClr val="01010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lang="en-US" sz="1400" b="0" i="0" u="none" strike="noStrike" cap="none" noProof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" name="Google Shape;1617;p10">
                <a:extLst>
                  <a:ext uri="{FF2B5EF4-FFF2-40B4-BE49-F238E27FC236}">
                    <a16:creationId xmlns:a16="http://schemas.microsoft.com/office/drawing/2014/main" id="{2492314B-F855-9405-6006-DEA8D301907C}"/>
                  </a:ext>
                </a:extLst>
              </p:cNvPr>
              <p:cNvSpPr/>
              <p:nvPr/>
            </p:nvSpPr>
            <p:spPr>
              <a:xfrm>
                <a:off x="4352056" y="0"/>
                <a:ext cx="675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08F5101B-7D4C-101E-2B89-D10DC02941F8}"/>
                </a:ext>
              </a:extLst>
            </p:cNvPr>
            <p:cNvCxnSpPr>
              <a:cxnSpLocks/>
            </p:cNvCxnSpPr>
            <p:nvPr/>
          </p:nvCxnSpPr>
          <p:spPr>
            <a:xfrm>
              <a:off x="1488916" y="4849145"/>
              <a:ext cx="310279" cy="311854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A1FE2C7B-6045-1E63-E6F6-FA954B9A035D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484422" y="5219817"/>
              <a:ext cx="314773" cy="5855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845EC690-C8C0-5D78-897D-2221B80A05FD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1488916" y="5315134"/>
              <a:ext cx="332136" cy="298626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DAD7F970-D13B-9017-1AEA-37F9C99583FE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>
              <a:off x="2635461" y="5150847"/>
              <a:ext cx="0" cy="24685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ttore a gomito 24">
              <a:extLst>
                <a:ext uri="{FF2B5EF4-FFF2-40B4-BE49-F238E27FC236}">
                  <a16:creationId xmlns:a16="http://schemas.microsoft.com/office/drawing/2014/main" id="{82F11E98-94C4-5AB9-EDBC-5CD8E7A937B9}"/>
                </a:ext>
              </a:extLst>
            </p:cNvPr>
            <p:cNvCxnSpPr>
              <a:cxnSpLocks/>
              <a:stCxn id="158" idx="0"/>
            </p:cNvCxnSpPr>
            <p:nvPr/>
          </p:nvCxnSpPr>
          <p:spPr>
            <a:xfrm rot="5400000" flipH="1" flipV="1">
              <a:off x="2378902" y="4960870"/>
              <a:ext cx="59280" cy="179207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a gomito 25">
              <a:extLst>
                <a:ext uri="{FF2B5EF4-FFF2-40B4-BE49-F238E27FC236}">
                  <a16:creationId xmlns:a16="http://schemas.microsoft.com/office/drawing/2014/main" id="{3E0C8E91-CCF0-6A8A-9424-F85C8B3FC3DC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rot="5400000" flipH="1" flipV="1">
              <a:off x="2866560" y="4587831"/>
              <a:ext cx="74826" cy="5370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C8A4E47F-30DA-5F8A-2FA6-0E054A52C6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1554" y="5304558"/>
              <a:ext cx="211346" cy="13354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1BB6ED2B-3ADD-A377-D8FA-D8C5F57C90A1}"/>
                </a:ext>
              </a:extLst>
            </p:cNvPr>
            <p:cNvCxnSpPr>
              <a:cxnSpLocks/>
            </p:cNvCxnSpPr>
            <p:nvPr/>
          </p:nvCxnSpPr>
          <p:spPr>
            <a:xfrm>
              <a:off x="3334812" y="5526743"/>
              <a:ext cx="208088" cy="115232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9" name="Google Shape;1620;p10">
              <a:extLst>
                <a:ext uri="{FF2B5EF4-FFF2-40B4-BE49-F238E27FC236}">
                  <a16:creationId xmlns:a16="http://schemas.microsoft.com/office/drawing/2014/main" id="{2260FB2E-AC47-073F-E52B-014F318C33F1}"/>
                </a:ext>
              </a:extLst>
            </p:cNvPr>
            <p:cNvGrpSpPr/>
            <p:nvPr/>
          </p:nvGrpSpPr>
          <p:grpSpPr>
            <a:xfrm>
              <a:off x="2211213" y="5080113"/>
              <a:ext cx="215452" cy="246850"/>
              <a:chOff x="7744332" y="687002"/>
              <a:chExt cx="378942" cy="377737"/>
            </a:xfrm>
          </p:grpSpPr>
          <p:sp>
            <p:nvSpPr>
              <p:cNvPr id="161" name="Google Shape;1621;p10">
                <a:extLst>
                  <a:ext uri="{FF2B5EF4-FFF2-40B4-BE49-F238E27FC236}">
                    <a16:creationId xmlns:a16="http://schemas.microsoft.com/office/drawing/2014/main" id="{2DDE8B8D-A1D5-0078-A2CD-9283E2A49D1D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2;p10">
                <a:extLst>
                  <a:ext uri="{FF2B5EF4-FFF2-40B4-BE49-F238E27FC236}">
                    <a16:creationId xmlns:a16="http://schemas.microsoft.com/office/drawing/2014/main" id="{65CD20E6-648D-1E84-80AB-31A447AFE7DE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23;p10">
                <a:extLst>
                  <a:ext uri="{FF2B5EF4-FFF2-40B4-BE49-F238E27FC236}">
                    <a16:creationId xmlns:a16="http://schemas.microsoft.com/office/drawing/2014/main" id="{8D6BF7E5-D2B1-E89E-56D0-EB18ABED0459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24;p10">
                <a:extLst>
                  <a:ext uri="{FF2B5EF4-FFF2-40B4-BE49-F238E27FC236}">
                    <a16:creationId xmlns:a16="http://schemas.microsoft.com/office/drawing/2014/main" id="{4989EAA5-685C-2A02-EE5E-6048AAB91F27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25;p10">
                <a:extLst>
                  <a:ext uri="{FF2B5EF4-FFF2-40B4-BE49-F238E27FC236}">
                    <a16:creationId xmlns:a16="http://schemas.microsoft.com/office/drawing/2014/main" id="{76CF67FE-36D4-25A5-059F-F48EBDB0F6BA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26;p10">
                <a:extLst>
                  <a:ext uri="{FF2B5EF4-FFF2-40B4-BE49-F238E27FC236}">
                    <a16:creationId xmlns:a16="http://schemas.microsoft.com/office/drawing/2014/main" id="{499619F9-EBC1-32C3-460C-2649BB455A84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27;p10">
                <a:extLst>
                  <a:ext uri="{FF2B5EF4-FFF2-40B4-BE49-F238E27FC236}">
                    <a16:creationId xmlns:a16="http://schemas.microsoft.com/office/drawing/2014/main" id="{DC6EEC62-E866-8D99-837B-C3033A44A5FB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28;p10">
                <a:extLst>
                  <a:ext uri="{FF2B5EF4-FFF2-40B4-BE49-F238E27FC236}">
                    <a16:creationId xmlns:a16="http://schemas.microsoft.com/office/drawing/2014/main" id="{AD66A558-4B40-D79A-2468-C192D7B219F2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29;p10">
                <a:extLst>
                  <a:ext uri="{FF2B5EF4-FFF2-40B4-BE49-F238E27FC236}">
                    <a16:creationId xmlns:a16="http://schemas.microsoft.com/office/drawing/2014/main" id="{E97EC7B6-D9AC-D734-6B8A-683D9CC3A06C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630;p10">
                <a:extLst>
                  <a:ext uri="{FF2B5EF4-FFF2-40B4-BE49-F238E27FC236}">
                    <a16:creationId xmlns:a16="http://schemas.microsoft.com/office/drawing/2014/main" id="{26444A2E-4349-2F21-71EF-A9E0EC56FB1E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" name="Google Shape;1632;p10">
              <a:extLst>
                <a:ext uri="{FF2B5EF4-FFF2-40B4-BE49-F238E27FC236}">
                  <a16:creationId xmlns:a16="http://schemas.microsoft.com/office/drawing/2014/main" id="{64FB30E6-1088-9747-8635-0DF0313462F9}"/>
                </a:ext>
              </a:extLst>
            </p:cNvPr>
            <p:cNvSpPr/>
            <p:nvPr/>
          </p:nvSpPr>
          <p:spPr>
            <a:xfrm>
              <a:off x="2186356" y="5080113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" name="Google Shape;1620;p10">
              <a:extLst>
                <a:ext uri="{FF2B5EF4-FFF2-40B4-BE49-F238E27FC236}">
                  <a16:creationId xmlns:a16="http://schemas.microsoft.com/office/drawing/2014/main" id="{38750BF1-F481-9B14-D5A6-87B949016025}"/>
                </a:ext>
              </a:extLst>
            </p:cNvPr>
            <p:cNvGrpSpPr/>
            <p:nvPr/>
          </p:nvGrpSpPr>
          <p:grpSpPr>
            <a:xfrm>
              <a:off x="2855937" y="5098955"/>
              <a:ext cx="215452" cy="246850"/>
              <a:chOff x="7744332" y="687002"/>
              <a:chExt cx="378942" cy="377737"/>
            </a:xfrm>
          </p:grpSpPr>
          <p:sp>
            <p:nvSpPr>
              <p:cNvPr id="174" name="Google Shape;1621;p10">
                <a:extLst>
                  <a:ext uri="{FF2B5EF4-FFF2-40B4-BE49-F238E27FC236}">
                    <a16:creationId xmlns:a16="http://schemas.microsoft.com/office/drawing/2014/main" id="{6853BB79-ACFD-633F-6213-313FB8518C2F}"/>
                  </a:ext>
                </a:extLst>
              </p:cNvPr>
              <p:cNvSpPr/>
              <p:nvPr/>
            </p:nvSpPr>
            <p:spPr>
              <a:xfrm>
                <a:off x="7744332" y="899982"/>
                <a:ext cx="378942" cy="164757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64757" extrusionOk="0">
                    <a:moveTo>
                      <a:pt x="0" y="16476"/>
                    </a:moveTo>
                    <a:cubicBezTo>
                      <a:pt x="0" y="7376"/>
                      <a:pt x="7379" y="0"/>
                      <a:pt x="16472" y="0"/>
                    </a:cubicBezTo>
                    <a:lnTo>
                      <a:pt x="362459" y="0"/>
                    </a:lnTo>
                    <a:cubicBezTo>
                      <a:pt x="371564" y="0"/>
                      <a:pt x="378943" y="7376"/>
                      <a:pt x="378943" y="16476"/>
                    </a:cubicBezTo>
                    <a:lnTo>
                      <a:pt x="378943" y="148281"/>
                    </a:lnTo>
                    <a:cubicBezTo>
                      <a:pt x="378943" y="157381"/>
                      <a:pt x="371564" y="164757"/>
                      <a:pt x="362459" y="164757"/>
                    </a:cubicBezTo>
                    <a:lnTo>
                      <a:pt x="16472" y="164757"/>
                    </a:lnTo>
                    <a:cubicBezTo>
                      <a:pt x="7379" y="164757"/>
                      <a:pt x="0" y="157381"/>
                      <a:pt x="0" y="148281"/>
                    </a:cubicBezTo>
                    <a:lnTo>
                      <a:pt x="0" y="16476"/>
                    </a:lnTo>
                    <a:close/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622;p10">
                <a:extLst>
                  <a:ext uri="{FF2B5EF4-FFF2-40B4-BE49-F238E27FC236}">
                    <a16:creationId xmlns:a16="http://schemas.microsoft.com/office/drawing/2014/main" id="{6112C01B-A37A-49D2-FDAE-4CD99EFAE9E4}"/>
                  </a:ext>
                </a:extLst>
              </p:cNvPr>
              <p:cNvSpPr/>
              <p:nvPr/>
            </p:nvSpPr>
            <p:spPr>
              <a:xfrm>
                <a:off x="7870596" y="801046"/>
                <a:ext cx="106438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106438" h="66100" extrusionOk="0">
                    <a:moveTo>
                      <a:pt x="0" y="66100"/>
                    </a:moveTo>
                    <a:cubicBezTo>
                      <a:pt x="3696" y="38647"/>
                      <a:pt x="20142" y="14555"/>
                      <a:pt x="44374" y="1121"/>
                    </a:cubicBezTo>
                    <a:cubicBezTo>
                      <a:pt x="47307" y="-591"/>
                      <a:pt x="51003" y="-323"/>
                      <a:pt x="53657" y="1796"/>
                    </a:cubicBezTo>
                    <a:cubicBezTo>
                      <a:pt x="56312" y="3915"/>
                      <a:pt x="57404" y="7447"/>
                      <a:pt x="56388" y="10693"/>
                    </a:cubicBezTo>
                    <a:cubicBezTo>
                      <a:pt x="51410" y="27331"/>
                      <a:pt x="53315" y="45269"/>
                      <a:pt x="61658" y="60498"/>
                    </a:cubicBezTo>
                    <a:cubicBezTo>
                      <a:pt x="69977" y="61495"/>
                      <a:pt x="78042" y="57271"/>
                      <a:pt x="81966" y="49872"/>
                    </a:cubicBezTo>
                    <a:cubicBezTo>
                      <a:pt x="83262" y="47778"/>
                      <a:pt x="85407" y="46367"/>
                      <a:pt x="87833" y="46023"/>
                    </a:cubicBezTo>
                    <a:cubicBezTo>
                      <a:pt x="90272" y="45679"/>
                      <a:pt x="92723" y="46438"/>
                      <a:pt x="94539" y="48093"/>
                    </a:cubicBezTo>
                    <a:cubicBezTo>
                      <a:pt x="99822" y="53066"/>
                      <a:pt x="103899" y="59189"/>
                      <a:pt x="106438" y="65985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623;p10">
                <a:extLst>
                  <a:ext uri="{FF2B5EF4-FFF2-40B4-BE49-F238E27FC236}">
                    <a16:creationId xmlns:a16="http://schemas.microsoft.com/office/drawing/2014/main" id="{0A59E8A7-C7C5-19CA-847C-35FA3C2E8CE4}"/>
                  </a:ext>
                </a:extLst>
              </p:cNvPr>
              <p:cNvSpPr/>
              <p:nvPr/>
            </p:nvSpPr>
            <p:spPr>
              <a:xfrm>
                <a:off x="7802523" y="687002"/>
                <a:ext cx="246055" cy="180026"/>
              </a:xfrm>
              <a:custGeom>
                <a:avLst/>
                <a:gdLst/>
                <a:ahLst/>
                <a:cxnLst/>
                <a:rect l="l" t="t" r="r" b="b"/>
                <a:pathLst>
                  <a:path w="246055" h="180026" extrusionOk="0">
                    <a:moveTo>
                      <a:pt x="239167" y="180026"/>
                    </a:moveTo>
                    <a:cubicBezTo>
                      <a:pt x="252184" y="142749"/>
                      <a:pt x="246545" y="101492"/>
                      <a:pt x="224003" y="69079"/>
                    </a:cubicBezTo>
                    <a:lnTo>
                      <a:pt x="219698" y="69079"/>
                    </a:lnTo>
                    <a:lnTo>
                      <a:pt x="188939" y="107633"/>
                    </a:lnTo>
                    <a:cubicBezTo>
                      <a:pt x="178638" y="76180"/>
                      <a:pt x="178563" y="42273"/>
                      <a:pt x="188710" y="10772"/>
                    </a:cubicBezTo>
                    <a:cubicBezTo>
                      <a:pt x="189586" y="8074"/>
                      <a:pt x="189002" y="5114"/>
                      <a:pt x="187173" y="2941"/>
                    </a:cubicBezTo>
                    <a:cubicBezTo>
                      <a:pt x="185357" y="769"/>
                      <a:pt x="182537" y="-312"/>
                      <a:pt x="179731" y="79"/>
                    </a:cubicBezTo>
                    <a:cubicBezTo>
                      <a:pt x="130265" y="6800"/>
                      <a:pt x="86957" y="36683"/>
                      <a:pt x="63132" y="80546"/>
                    </a:cubicBezTo>
                    <a:lnTo>
                      <a:pt x="41250" y="59227"/>
                    </a:lnTo>
                    <a:cubicBezTo>
                      <a:pt x="39612" y="57635"/>
                      <a:pt x="37389" y="56793"/>
                      <a:pt x="35116" y="56904"/>
                    </a:cubicBezTo>
                    <a:cubicBezTo>
                      <a:pt x="32830" y="57013"/>
                      <a:pt x="30696" y="58063"/>
                      <a:pt x="29223" y="59803"/>
                    </a:cubicBezTo>
                    <a:cubicBezTo>
                      <a:pt x="1004" y="93087"/>
                      <a:pt x="-7505" y="138824"/>
                      <a:pt x="6884" y="180026"/>
                    </a:cubicBez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624;p10">
                <a:extLst>
                  <a:ext uri="{FF2B5EF4-FFF2-40B4-BE49-F238E27FC236}">
                    <a16:creationId xmlns:a16="http://schemas.microsoft.com/office/drawing/2014/main" id="{55C77923-CCE8-FCF4-FE51-825D000495DB}"/>
                  </a:ext>
                </a:extLst>
              </p:cNvPr>
              <p:cNvSpPr/>
              <p:nvPr/>
            </p:nvSpPr>
            <p:spPr>
              <a:xfrm>
                <a:off x="7744332" y="949410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625;p10">
                <a:extLst>
                  <a:ext uri="{FF2B5EF4-FFF2-40B4-BE49-F238E27FC236}">
                    <a16:creationId xmlns:a16="http://schemas.microsoft.com/office/drawing/2014/main" id="{C1571D15-85E0-9DF2-162D-C68DBBE92A69}"/>
                  </a:ext>
                </a:extLst>
              </p:cNvPr>
              <p:cNvSpPr/>
              <p:nvPr/>
            </p:nvSpPr>
            <p:spPr>
              <a:xfrm>
                <a:off x="7744332" y="1007074"/>
                <a:ext cx="378942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378942" h="12700" extrusionOk="0">
                    <a:moveTo>
                      <a:pt x="0" y="0"/>
                    </a:moveTo>
                    <a:lnTo>
                      <a:pt x="378943" y="0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626;p10">
                <a:extLst>
                  <a:ext uri="{FF2B5EF4-FFF2-40B4-BE49-F238E27FC236}">
                    <a16:creationId xmlns:a16="http://schemas.microsoft.com/office/drawing/2014/main" id="{F26AFB21-117A-82AA-3996-A90446CC385F}"/>
                  </a:ext>
                </a:extLst>
              </p:cNvPr>
              <p:cNvSpPr/>
              <p:nvPr/>
            </p:nvSpPr>
            <p:spPr>
              <a:xfrm>
                <a:off x="7810233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627;p10">
                <a:extLst>
                  <a:ext uri="{FF2B5EF4-FFF2-40B4-BE49-F238E27FC236}">
                    <a16:creationId xmlns:a16="http://schemas.microsoft.com/office/drawing/2014/main" id="{3A3CAA4C-B7C6-A128-430B-58C7AF152C3A}"/>
                  </a:ext>
                </a:extLst>
              </p:cNvPr>
              <p:cNvSpPr/>
              <p:nvPr/>
            </p:nvSpPr>
            <p:spPr>
              <a:xfrm>
                <a:off x="7917332" y="957648"/>
                <a:ext cx="12700" cy="494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5" extrusionOk="0">
                    <a:moveTo>
                      <a:pt x="0" y="0"/>
                    </a:moveTo>
                    <a:lnTo>
                      <a:pt x="0" y="4942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628;p10">
                <a:extLst>
                  <a:ext uri="{FF2B5EF4-FFF2-40B4-BE49-F238E27FC236}">
                    <a16:creationId xmlns:a16="http://schemas.microsoft.com/office/drawing/2014/main" id="{93D019CA-A69F-A65F-7E24-356A165775BE}"/>
                  </a:ext>
                </a:extLst>
              </p:cNvPr>
              <p:cNvSpPr/>
              <p:nvPr/>
            </p:nvSpPr>
            <p:spPr>
              <a:xfrm>
                <a:off x="8007946" y="899982"/>
                <a:ext cx="12700" cy="49427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49427" extrusionOk="0">
                    <a:moveTo>
                      <a:pt x="0" y="0"/>
                    </a:moveTo>
                    <a:lnTo>
                      <a:pt x="0" y="49427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629;p10">
                <a:extLst>
                  <a:ext uri="{FF2B5EF4-FFF2-40B4-BE49-F238E27FC236}">
                    <a16:creationId xmlns:a16="http://schemas.microsoft.com/office/drawing/2014/main" id="{5B5458E7-53B6-1498-DDA0-3EB6372ED89A}"/>
                  </a:ext>
                </a:extLst>
              </p:cNvPr>
              <p:cNvSpPr/>
              <p:nvPr/>
            </p:nvSpPr>
            <p:spPr>
              <a:xfrm>
                <a:off x="7810233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630;p10">
                <a:extLst>
                  <a:ext uri="{FF2B5EF4-FFF2-40B4-BE49-F238E27FC236}">
                    <a16:creationId xmlns:a16="http://schemas.microsoft.com/office/drawing/2014/main" id="{675988A9-F108-9073-69BC-E39A6BBFB34B}"/>
                  </a:ext>
                </a:extLst>
              </p:cNvPr>
              <p:cNvSpPr/>
              <p:nvPr/>
            </p:nvSpPr>
            <p:spPr>
              <a:xfrm>
                <a:off x="8007946" y="1007074"/>
                <a:ext cx="12700" cy="5766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665" extrusionOk="0">
                    <a:moveTo>
                      <a:pt x="0" y="0"/>
                    </a:moveTo>
                    <a:lnTo>
                      <a:pt x="0" y="57666"/>
                    </a:lnTo>
                  </a:path>
                </a:pathLst>
              </a:custGeom>
              <a:noFill/>
              <a:ln w="164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US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632;p10">
              <a:extLst>
                <a:ext uri="{FF2B5EF4-FFF2-40B4-BE49-F238E27FC236}">
                  <a16:creationId xmlns:a16="http://schemas.microsoft.com/office/drawing/2014/main" id="{D2D2A75C-D165-3FE9-A995-1D378BEECD64}"/>
                </a:ext>
              </a:extLst>
            </p:cNvPr>
            <p:cNvSpPr/>
            <p:nvPr/>
          </p:nvSpPr>
          <p:spPr>
            <a:xfrm>
              <a:off x="2831080" y="5098955"/>
              <a:ext cx="265166" cy="246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" name="Connettore diritto 183">
              <a:extLst>
                <a:ext uri="{FF2B5EF4-FFF2-40B4-BE49-F238E27FC236}">
                  <a16:creationId xmlns:a16="http://schemas.microsoft.com/office/drawing/2014/main" id="{76B20FD5-C7AE-523A-C3CD-4E2A02131122}"/>
                </a:ext>
              </a:extLst>
            </p:cNvPr>
            <p:cNvCxnSpPr>
              <a:cxnSpLocks/>
            </p:cNvCxnSpPr>
            <p:nvPr/>
          </p:nvCxnSpPr>
          <p:spPr>
            <a:xfrm>
              <a:off x="2039442" y="5231905"/>
              <a:ext cx="166196" cy="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Connettore a gomito 191">
              <a:extLst>
                <a:ext uri="{FF2B5EF4-FFF2-40B4-BE49-F238E27FC236}">
                  <a16:creationId xmlns:a16="http://schemas.microsoft.com/office/drawing/2014/main" id="{3AF630B1-FDD8-51BB-1E0D-3637E1F01420}"/>
                </a:ext>
              </a:extLst>
            </p:cNvPr>
            <p:cNvCxnSpPr>
              <a:cxnSpLocks/>
              <a:endCxn id="173" idx="0"/>
            </p:cNvCxnSpPr>
            <p:nvPr/>
          </p:nvCxnSpPr>
          <p:spPr>
            <a:xfrm>
              <a:off x="2765771" y="5020833"/>
              <a:ext cx="197892" cy="7812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a gomito 195">
              <a:extLst>
                <a:ext uri="{FF2B5EF4-FFF2-40B4-BE49-F238E27FC236}">
                  <a16:creationId xmlns:a16="http://schemas.microsoft.com/office/drawing/2014/main" id="{BF001A69-DFCC-B46F-8308-4001B8B175AB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3070312" y="5245007"/>
              <a:ext cx="135955" cy="112012"/>
            </a:xfrm>
            <a:prstGeom prst="bentConnector2">
              <a:avLst/>
            </a:prstGeom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994DFBDB-5B0B-AEC3-917E-3BBB6BCB771D}"/>
              </a:ext>
            </a:extLst>
          </p:cNvPr>
          <p:cNvSpPr txBox="1"/>
          <p:nvPr/>
        </p:nvSpPr>
        <p:spPr>
          <a:xfrm>
            <a:off x="1060839" y="5569070"/>
            <a:ext cx="286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/>
              <a:t>Virtual Network</a:t>
            </a:r>
          </a:p>
        </p:txBody>
      </p:sp>
      <p:pic>
        <p:nvPicPr>
          <p:cNvPr id="204" name="Immagine 203">
            <a:extLst>
              <a:ext uri="{FF2B5EF4-FFF2-40B4-BE49-F238E27FC236}">
                <a16:creationId xmlns:a16="http://schemas.microsoft.com/office/drawing/2014/main" id="{9284FAB7-8216-6E14-B7A5-A9CB12D8C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436" y="1087382"/>
            <a:ext cx="578906" cy="578906"/>
          </a:xfrm>
          <a:prstGeom prst="rect">
            <a:avLst/>
          </a:prstGeom>
        </p:spPr>
      </p:pic>
      <p:cxnSp>
        <p:nvCxnSpPr>
          <p:cNvPr id="206" name="Connettore 2 205">
            <a:extLst>
              <a:ext uri="{FF2B5EF4-FFF2-40B4-BE49-F238E27FC236}">
                <a16:creationId xmlns:a16="http://schemas.microsoft.com/office/drawing/2014/main" id="{19ACA385-FB98-3F32-1ED5-8CF09D7BAFD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421229" y="1668618"/>
            <a:ext cx="0" cy="359217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0" name="CasellaDiTesto 209">
            <a:extLst>
              <a:ext uri="{FF2B5EF4-FFF2-40B4-BE49-F238E27FC236}">
                <a16:creationId xmlns:a16="http://schemas.microsoft.com/office/drawing/2014/main" id="{6E8EC4F3-46DC-C7BA-BBDC-0BC2599FC37C}"/>
              </a:ext>
            </a:extLst>
          </p:cNvPr>
          <p:cNvSpPr txBox="1"/>
          <p:nvPr/>
        </p:nvSpPr>
        <p:spPr>
          <a:xfrm>
            <a:off x="1410488" y="1626607"/>
            <a:ext cx="8996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Intents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2" name="Connettore a gomito 211">
            <a:extLst>
              <a:ext uri="{FF2B5EF4-FFF2-40B4-BE49-F238E27FC236}">
                <a16:creationId xmlns:a16="http://schemas.microsoft.com/office/drawing/2014/main" id="{BA938BD7-2910-28D6-DE9B-22EA51BBB707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712805" y="2330481"/>
            <a:ext cx="304627" cy="802105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CasellaDiTesto 213">
            <a:extLst>
              <a:ext uri="{FF2B5EF4-FFF2-40B4-BE49-F238E27FC236}">
                <a16:creationId xmlns:a16="http://schemas.microsoft.com/office/drawing/2014/main" id="{EE912029-94EA-9030-C4BB-BE72C320DA6D}"/>
              </a:ext>
            </a:extLst>
          </p:cNvPr>
          <p:cNvSpPr txBox="1"/>
          <p:nvPr/>
        </p:nvSpPr>
        <p:spPr>
          <a:xfrm>
            <a:off x="728671" y="2746976"/>
            <a:ext cx="1000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Policies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5" name="Connettore a gomito 214">
            <a:extLst>
              <a:ext uri="{FF2B5EF4-FFF2-40B4-BE49-F238E27FC236}">
                <a16:creationId xmlns:a16="http://schemas.microsoft.com/office/drawing/2014/main" id="{862B1BBD-2B6C-B929-E0CB-7B375DA820CD}"/>
              </a:ext>
            </a:extLst>
          </p:cNvPr>
          <p:cNvCxnSpPr>
            <a:cxnSpLocks/>
            <a:endCxn id="5" idx="3"/>
          </p:cNvCxnSpPr>
          <p:nvPr/>
        </p:nvCxnSpPr>
        <p:spPr>
          <a:xfrm rot="16200000" flipV="1">
            <a:off x="3620198" y="2535310"/>
            <a:ext cx="830740" cy="421083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CasellaDiTesto 218">
            <a:extLst>
              <a:ext uri="{FF2B5EF4-FFF2-40B4-BE49-F238E27FC236}">
                <a16:creationId xmlns:a16="http://schemas.microsoft.com/office/drawing/2014/main" id="{F8FED1AD-01D8-8BC1-9031-D04041524475}"/>
              </a:ext>
            </a:extLst>
          </p:cNvPr>
          <p:cNvSpPr txBox="1"/>
          <p:nvPr/>
        </p:nvSpPr>
        <p:spPr>
          <a:xfrm>
            <a:off x="3065323" y="2741107"/>
            <a:ext cx="1204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Feedback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0" name="Connettore a gomito 219">
            <a:extLst>
              <a:ext uri="{FF2B5EF4-FFF2-40B4-BE49-F238E27FC236}">
                <a16:creationId xmlns:a16="http://schemas.microsoft.com/office/drawing/2014/main" id="{110B0087-DC58-2E49-5B92-5905723EC3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8648" y="3861079"/>
            <a:ext cx="662907" cy="437457"/>
          </a:xfrm>
          <a:prstGeom prst="bentConnector3">
            <a:avLst>
              <a:gd name="adj1" fmla="val 67625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ttore a gomito 223">
            <a:extLst>
              <a:ext uri="{FF2B5EF4-FFF2-40B4-BE49-F238E27FC236}">
                <a16:creationId xmlns:a16="http://schemas.microsoft.com/office/drawing/2014/main" id="{74BBB5A3-5A64-AED2-B9AA-DF809F2B2E9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94918" y="3845165"/>
            <a:ext cx="638245" cy="464136"/>
          </a:xfrm>
          <a:prstGeom prst="bentConnector3">
            <a:avLst>
              <a:gd name="adj1" fmla="val 30897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CasellaDiTesto 234">
            <a:extLst>
              <a:ext uri="{FF2B5EF4-FFF2-40B4-BE49-F238E27FC236}">
                <a16:creationId xmlns:a16="http://schemas.microsoft.com/office/drawing/2014/main" id="{62EAA577-2A0D-5FA3-9BE4-A2E77EDBB0DF}"/>
              </a:ext>
            </a:extLst>
          </p:cNvPr>
          <p:cNvSpPr txBox="1"/>
          <p:nvPr/>
        </p:nvSpPr>
        <p:spPr>
          <a:xfrm>
            <a:off x="746274" y="3828266"/>
            <a:ext cx="15638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Configuration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9" name="CasellaDiTesto 238">
            <a:extLst>
              <a:ext uri="{FF2B5EF4-FFF2-40B4-BE49-F238E27FC236}">
                <a16:creationId xmlns:a16="http://schemas.microsoft.com/office/drawing/2014/main" id="{A258E4DA-91EC-280C-EA2A-A7E1CEE16492}"/>
              </a:ext>
            </a:extLst>
          </p:cNvPr>
          <p:cNvSpPr txBox="1"/>
          <p:nvPr/>
        </p:nvSpPr>
        <p:spPr>
          <a:xfrm>
            <a:off x="2385870" y="3823763"/>
            <a:ext cx="1963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Monitoring</a:t>
            </a:r>
            <a:r>
              <a:rPr lang="en-US" sz="1600" noProof="0" dirty="0">
                <a:solidFill>
                  <a:schemeClr val="accent2"/>
                </a:solidFill>
              </a:rPr>
              <a:t>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en-US" sz="18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42" name="Immagine 241">
            <a:extLst>
              <a:ext uri="{FF2B5EF4-FFF2-40B4-BE49-F238E27FC236}">
                <a16:creationId xmlns:a16="http://schemas.microsoft.com/office/drawing/2014/main" id="{1CD09FD8-E47B-A423-F1FC-9BE6EA3C9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59" y="2610540"/>
            <a:ext cx="430705" cy="430705"/>
          </a:xfrm>
          <a:prstGeom prst="rect">
            <a:avLst/>
          </a:prstGeom>
        </p:spPr>
      </p:pic>
      <p:pic>
        <p:nvPicPr>
          <p:cNvPr id="244" name="Immagine 243">
            <a:extLst>
              <a:ext uri="{FF2B5EF4-FFF2-40B4-BE49-F238E27FC236}">
                <a16:creationId xmlns:a16="http://schemas.microsoft.com/office/drawing/2014/main" id="{50783430-05B0-6FD4-6668-23493ED1E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88" y="3803269"/>
            <a:ext cx="395383" cy="395383"/>
          </a:xfrm>
          <a:prstGeom prst="rect">
            <a:avLst/>
          </a:prstGeom>
        </p:spPr>
      </p:pic>
      <p:pic>
        <p:nvPicPr>
          <p:cNvPr id="246" name="Immagine 245">
            <a:extLst>
              <a:ext uri="{FF2B5EF4-FFF2-40B4-BE49-F238E27FC236}">
                <a16:creationId xmlns:a16="http://schemas.microsoft.com/office/drawing/2014/main" id="{7ECDA7E6-9111-511E-B8BE-B68A503408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3983" y="3820963"/>
            <a:ext cx="395383" cy="395383"/>
          </a:xfrm>
          <a:prstGeom prst="rect">
            <a:avLst/>
          </a:prstGeom>
        </p:spPr>
      </p:pic>
      <p:pic>
        <p:nvPicPr>
          <p:cNvPr id="253" name="Immagine 252">
            <a:extLst>
              <a:ext uri="{FF2B5EF4-FFF2-40B4-BE49-F238E27FC236}">
                <a16:creationId xmlns:a16="http://schemas.microsoft.com/office/drawing/2014/main" id="{65BFAF93-C30F-A28F-5E3A-6927F39B73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734" y="2625448"/>
            <a:ext cx="421080" cy="42108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FCF1A526-58AA-A265-AD61-FBC81DE51557}"/>
              </a:ext>
            </a:extLst>
          </p:cNvPr>
          <p:cNvSpPr/>
          <p:nvPr/>
        </p:nvSpPr>
        <p:spPr>
          <a:xfrm>
            <a:off x="2600472" y="3105103"/>
            <a:ext cx="2384334" cy="69256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7691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683D-30FF-63EC-CAE7-1830BA571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4BB251-47CC-71AB-4217-6110C2095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62" y="-65023"/>
            <a:ext cx="11662075" cy="532838"/>
          </a:xfrm>
        </p:spPr>
        <p:txBody>
          <a:bodyPr/>
          <a:lstStyle/>
          <a:p>
            <a:r>
              <a:rPr lang="en-US" sz="2000" noProof="0" dirty="0"/>
              <a:t>Security Configuration in the IBN/PBNM Loop (RFC 9315)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ED916B6-F4B8-D37F-9164-7C80FEF55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542" y="641097"/>
            <a:ext cx="7528160" cy="621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91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5916C-E47A-9C74-5EFC-CBE5EBCD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A32BECD0-5BA0-DB6D-7C63-2F550A00EB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Network Security Configuration Automation: Past, Present, and Future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E02C7AE5-2006-6FDC-A14B-5C1927407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4E4EB63-F623-5727-87DD-3A0012801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75" y="1941049"/>
            <a:ext cx="1104849" cy="110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43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0A24-BEAC-B91B-BE6C-757ED8AD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C178DC-9F33-CEA3-48B5-343D5B4B3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How We Will Analyze the Literature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7CD81E1-7AD3-967D-1D51-7582E20BE0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1333589"/>
            <a:ext cx="11662075" cy="4680000"/>
          </a:xfrm>
        </p:spPr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b="1" noProof="0" dirty="0"/>
              <a:t>Understand the historical evolution</a:t>
            </a:r>
            <a:br>
              <a:rPr lang="en-US" noProof="0" dirty="0"/>
            </a:br>
            <a:r>
              <a:rPr lang="en-US" noProof="0" dirty="0"/>
              <a:t>Trace how network security configuration automation has progressed over time, from early function-specific solutions to increasingly comprehensive and integrated approaches.</a:t>
            </a:r>
          </a:p>
          <a:p>
            <a:pPr marL="457200" indent="-457200">
              <a:buFont typeface="+mj-lt"/>
              <a:buAutoNum type="arabicParenR"/>
            </a:pPr>
            <a:endParaRPr lang="en-US" sz="1200" noProof="0" dirty="0"/>
          </a:p>
          <a:p>
            <a:pPr marL="457200" indent="-457200">
              <a:buFont typeface="+mj-lt"/>
              <a:buAutoNum type="arabicParenR"/>
            </a:pPr>
            <a:r>
              <a:rPr lang="en-US" b="1" noProof="0" dirty="0"/>
              <a:t>Characterize the research landscape</a:t>
            </a:r>
            <a:br>
              <a:rPr lang="en-US" noProof="0" dirty="0"/>
            </a:br>
            <a:r>
              <a:rPr lang="en-US" noProof="0" dirty="0"/>
              <a:t>Analyze existing approaches along </a:t>
            </a:r>
            <a:r>
              <a:rPr lang="en-US" b="1" noProof="0" dirty="0"/>
              <a:t>five main dimensions.</a:t>
            </a:r>
            <a:endParaRPr lang="en-US" noProof="0" dirty="0"/>
          </a:p>
          <a:p>
            <a:pPr marL="1008000" lvl="1" indent="-457200">
              <a:buFont typeface="Wingdings" panose="05000000000000000000" pitchFamily="2" charset="2"/>
              <a:buChar char="v"/>
            </a:pPr>
            <a:r>
              <a:rPr lang="en-US" b="1" noProof="0" dirty="0"/>
              <a:t>Automation Scope</a:t>
            </a:r>
            <a:r>
              <a:rPr lang="en-US" noProof="0" dirty="0"/>
              <a:t>: Which phase is automated? </a:t>
            </a:r>
          </a:p>
          <a:p>
            <a:pPr marL="1008000" lvl="1" indent="-457200">
              <a:buFont typeface="Wingdings" panose="05000000000000000000" pitchFamily="2" charset="2"/>
              <a:buChar char="v"/>
            </a:pPr>
            <a:r>
              <a:rPr lang="en-US" b="1" noProof="0" dirty="0"/>
              <a:t>Target Environment</a:t>
            </a:r>
            <a:r>
              <a:rPr lang="en-US" noProof="0" dirty="0"/>
              <a:t>: Does the approach operate in physical or virtual networks? </a:t>
            </a:r>
          </a:p>
          <a:p>
            <a:pPr marL="1008000" lvl="1" indent="-457200">
              <a:buFont typeface="Wingdings" panose="05000000000000000000" pitchFamily="2" charset="2"/>
              <a:buChar char="v"/>
            </a:pPr>
            <a:r>
              <a:rPr lang="en-US" b="1" noProof="0" dirty="0"/>
              <a:t>Security Functions</a:t>
            </a:r>
            <a:r>
              <a:rPr lang="en-US" noProof="0" dirty="0"/>
              <a:t>: Which NSFs are supported? </a:t>
            </a:r>
          </a:p>
          <a:p>
            <a:pPr marL="1008000" lvl="1" indent="-457200">
              <a:buFont typeface="Wingdings" panose="05000000000000000000" pitchFamily="2" charset="2"/>
              <a:buChar char="v"/>
            </a:pPr>
            <a:r>
              <a:rPr lang="en-US" b="1" noProof="0" dirty="0"/>
              <a:t>Correctness Guarantees:</a:t>
            </a:r>
            <a:r>
              <a:rPr lang="en-US" noProof="0" dirty="0"/>
              <a:t> Is configuration correctness ensured? </a:t>
            </a:r>
          </a:p>
          <a:p>
            <a:pPr marL="1008000" lvl="1" indent="-457200">
              <a:buFont typeface="Wingdings" panose="05000000000000000000" pitchFamily="2" charset="2"/>
              <a:buChar char="v"/>
            </a:pPr>
            <a:r>
              <a:rPr lang="en-US" b="1" noProof="0" dirty="0"/>
              <a:t>Optimization Objectives:</a:t>
            </a:r>
            <a:r>
              <a:rPr lang="en-US" noProof="0" dirty="0"/>
              <a:t> Is the approach optimized?</a:t>
            </a:r>
          </a:p>
        </p:txBody>
      </p:sp>
    </p:spTree>
    <p:extLst>
      <p:ext uri="{BB962C8B-B14F-4D97-AF65-F5344CB8AC3E}">
        <p14:creationId xmlns:p14="http://schemas.microsoft.com/office/powerpoint/2010/main" val="3043525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9EAC5-7A8D-B425-7889-56A81E9E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A47748-B314-C155-9B46-5D40C717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How the Corpus was Built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ED39459-C26D-EC7E-6207-121072B53C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1333589"/>
            <a:ext cx="11662075" cy="46800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A recent </a:t>
            </a:r>
            <a:r>
              <a:rPr lang="en-US" b="1" noProof="0" dirty="0"/>
              <a:t>Systematic Literature Review (SLR)</a:t>
            </a:r>
            <a:r>
              <a:rPr lang="en-US" noProof="0" dirty="0"/>
              <a:t> on network security configuration automation provides the starting point of this analysis.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endParaRPr lang="en-US" sz="1400" noProof="0" dirty="0"/>
          </a:p>
          <a:p>
            <a:endParaRPr lang="en-US" sz="1100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The original corpus was extended through </a:t>
            </a:r>
            <a:r>
              <a:rPr lang="en-US" b="1" noProof="0" dirty="0"/>
              <a:t>forward snowballing </a:t>
            </a:r>
            <a:r>
              <a:rPr lang="en-US" noProof="0" dirty="0"/>
              <a:t>and</a:t>
            </a:r>
            <a:r>
              <a:rPr lang="en-US" b="1" noProof="0" dirty="0"/>
              <a:t> targeted searches</a:t>
            </a:r>
            <a:r>
              <a:rPr lang="en-US" noProof="0" dirty="0"/>
              <a:t>, focusing on papers published in the </a:t>
            </a:r>
            <a:r>
              <a:rPr lang="en-US" b="1" noProof="0" dirty="0"/>
              <a:t>last two years</a:t>
            </a:r>
            <a:r>
              <a:rPr lang="en-US" noProof="0" dirty="0"/>
              <a:t>.</a:t>
            </a:r>
          </a:p>
          <a:p>
            <a:endParaRPr lang="en-US" sz="4000" noProof="0" dirty="0"/>
          </a:p>
          <a:p>
            <a:r>
              <a:rPr lang="en-US" b="1" noProof="0" dirty="0"/>
              <a:t>                     Final corpus: </a:t>
            </a:r>
            <a:r>
              <a:rPr lang="en-US" b="1" u="sng" noProof="0" dirty="0"/>
              <a:t>117 papers</a:t>
            </a:r>
          </a:p>
          <a:p>
            <a:endParaRPr lang="en-US" noProof="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980B4A2-9BA9-43A0-4FCA-E77A7E64B3C6}"/>
              </a:ext>
            </a:extLst>
          </p:cNvPr>
          <p:cNvSpPr/>
          <p:nvPr/>
        </p:nvSpPr>
        <p:spPr>
          <a:xfrm>
            <a:off x="752963" y="2247617"/>
            <a:ext cx="10131551" cy="107986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noProof="0" dirty="0">
                <a:latin typeface="Century Gothic (Corpo)"/>
                <a:cs typeface="Arial" panose="020B0604020202020204" pitchFamily="34" charset="0"/>
              </a:rPr>
              <a:t>D. Bringhenti, G. Marchetto, R. Sisto, and F. Valenza, “Automation for Network Security Configuration: State of the Art and Research Trends,” ACM Computing Surveys, vol. 56, no. 3, Article 57, pp. 57:1–57:37, 2024. DOI: 10.1145/3616401.</a:t>
            </a:r>
            <a:endParaRPr lang="en-US" noProof="0" dirty="0">
              <a:latin typeface="Century Gothic (Corpo)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60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5C905-2A6F-322E-9393-836E6A173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57C2D2-3176-F602-95F6-2807A350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1" y="180000"/>
            <a:ext cx="9243360" cy="1118255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</a:rPr>
              <a:t>The (R)evolution of Network Security Configuration Automation</a:t>
            </a:r>
          </a:p>
        </p:txBody>
      </p:sp>
      <p:sp>
        <p:nvSpPr>
          <p:cNvPr id="17" name="TextBox 57">
            <a:extLst>
              <a:ext uri="{FF2B5EF4-FFF2-40B4-BE49-F238E27FC236}">
                <a16:creationId xmlns:a16="http://schemas.microsoft.com/office/drawing/2014/main" id="{23CF216D-3CB6-8DA0-066A-0DF557E7B798}"/>
              </a:ext>
            </a:extLst>
          </p:cNvPr>
          <p:cNvSpPr txBox="1"/>
          <p:nvPr/>
        </p:nvSpPr>
        <p:spPr>
          <a:xfrm>
            <a:off x="1977436" y="1524099"/>
            <a:ext cx="1549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FC9974"/>
                </a:solidFill>
                <a:latin typeface="Century Gothic" panose="020B0502020202020204" pitchFamily="34" charset="0"/>
              </a:rPr>
              <a:t>Early Security Policy-Based Automation</a:t>
            </a:r>
          </a:p>
        </p:txBody>
      </p:sp>
      <p:grpSp>
        <p:nvGrpSpPr>
          <p:cNvPr id="25" name="Group 75">
            <a:extLst>
              <a:ext uri="{FF2B5EF4-FFF2-40B4-BE49-F238E27FC236}">
                <a16:creationId xmlns:a16="http://schemas.microsoft.com/office/drawing/2014/main" id="{941A7F7B-3493-A609-5730-DD02694778AE}"/>
              </a:ext>
            </a:extLst>
          </p:cNvPr>
          <p:cNvGrpSpPr/>
          <p:nvPr/>
        </p:nvGrpSpPr>
        <p:grpSpPr>
          <a:xfrm>
            <a:off x="1660188" y="2199944"/>
            <a:ext cx="1678634" cy="1843739"/>
            <a:chOff x="-289744" y="1933592"/>
            <a:chExt cx="2005417" cy="2032618"/>
          </a:xfrm>
        </p:grpSpPr>
        <p:cxnSp>
          <p:nvCxnSpPr>
            <p:cNvPr id="26" name="Straight Connector 76">
              <a:extLst>
                <a:ext uri="{FF2B5EF4-FFF2-40B4-BE49-F238E27FC236}">
                  <a16:creationId xmlns:a16="http://schemas.microsoft.com/office/drawing/2014/main" id="{7099CEB5-BCA5-F9FA-8324-EE03B2154851}"/>
                </a:ext>
              </a:extLst>
            </p:cNvPr>
            <p:cNvCxnSpPr>
              <a:cxnSpLocks/>
            </p:cNvCxnSpPr>
            <p:nvPr/>
          </p:nvCxnSpPr>
          <p:spPr>
            <a:xfrm>
              <a:off x="712965" y="2040480"/>
              <a:ext cx="0" cy="1033323"/>
            </a:xfrm>
            <a:prstGeom prst="line">
              <a:avLst/>
            </a:prstGeom>
            <a:ln w="19050" cmpd="thickThin">
              <a:solidFill>
                <a:srgbClr val="FC997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hevron 77">
              <a:extLst>
                <a:ext uri="{FF2B5EF4-FFF2-40B4-BE49-F238E27FC236}">
                  <a16:creationId xmlns:a16="http://schemas.microsoft.com/office/drawing/2014/main" id="{6B6BB06C-3C3F-1FBA-30B3-4154E31FB923}"/>
                </a:ext>
              </a:extLst>
            </p:cNvPr>
            <p:cNvSpPr/>
            <p:nvPr/>
          </p:nvSpPr>
          <p:spPr>
            <a:xfrm>
              <a:off x="-289744" y="3471796"/>
              <a:ext cx="2005417" cy="494414"/>
            </a:xfrm>
            <a:prstGeom prst="chevron">
              <a:avLst>
                <a:gd name="adj" fmla="val 27269"/>
              </a:avLst>
            </a:prstGeom>
            <a:solidFill>
              <a:srgbClr val="FC99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Oval 78">
              <a:extLst>
                <a:ext uri="{FF2B5EF4-FFF2-40B4-BE49-F238E27FC236}">
                  <a16:creationId xmlns:a16="http://schemas.microsoft.com/office/drawing/2014/main" id="{E9951A22-13ED-993E-12BB-CCCE7335E534}"/>
                </a:ext>
              </a:extLst>
            </p:cNvPr>
            <p:cNvSpPr/>
            <p:nvPr/>
          </p:nvSpPr>
          <p:spPr>
            <a:xfrm>
              <a:off x="368757" y="3067492"/>
              <a:ext cx="688415" cy="651510"/>
            </a:xfrm>
            <a:prstGeom prst="ellipse">
              <a:avLst/>
            </a:prstGeom>
            <a:solidFill>
              <a:srgbClr val="FC997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Chevron 79">
              <a:extLst>
                <a:ext uri="{FF2B5EF4-FFF2-40B4-BE49-F238E27FC236}">
                  <a16:creationId xmlns:a16="http://schemas.microsoft.com/office/drawing/2014/main" id="{0634E286-2A9A-7881-BEA3-2D19712AF647}"/>
                </a:ext>
              </a:extLst>
            </p:cNvPr>
            <p:cNvSpPr/>
            <p:nvPr/>
          </p:nvSpPr>
          <p:spPr>
            <a:xfrm rot="16200000">
              <a:off x="641712" y="1893976"/>
              <a:ext cx="142504" cy="221736"/>
            </a:xfrm>
            <a:prstGeom prst="chevron">
              <a:avLst/>
            </a:prstGeom>
            <a:solidFill>
              <a:srgbClr val="FC9974"/>
            </a:solidFill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sp>
        <p:nvSpPr>
          <p:cNvPr id="43" name="TextBox 92">
            <a:extLst>
              <a:ext uri="{FF2B5EF4-FFF2-40B4-BE49-F238E27FC236}">
                <a16:creationId xmlns:a16="http://schemas.microsoft.com/office/drawing/2014/main" id="{2F97B49D-238B-C4A4-8D38-81FF302BDE91}"/>
              </a:ext>
            </a:extLst>
          </p:cNvPr>
          <p:cNvSpPr txBox="1"/>
          <p:nvPr/>
        </p:nvSpPr>
        <p:spPr>
          <a:xfrm>
            <a:off x="2223831" y="3293128"/>
            <a:ext cx="600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1997-2004</a:t>
            </a:r>
          </a:p>
        </p:txBody>
      </p:sp>
      <p:sp>
        <p:nvSpPr>
          <p:cNvPr id="81" name="TextBox 144">
            <a:extLst>
              <a:ext uri="{FF2B5EF4-FFF2-40B4-BE49-F238E27FC236}">
                <a16:creationId xmlns:a16="http://schemas.microsoft.com/office/drawing/2014/main" id="{F6E6AC46-DDE1-9570-2480-B294977F83CC}"/>
              </a:ext>
            </a:extLst>
          </p:cNvPr>
          <p:cNvSpPr txBox="1"/>
          <p:nvPr/>
        </p:nvSpPr>
        <p:spPr>
          <a:xfrm>
            <a:off x="11261506" y="385711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2030</a:t>
            </a:r>
          </a:p>
        </p:txBody>
      </p:sp>
      <p:pic>
        <p:nvPicPr>
          <p:cNvPr id="85" name="Immagine 84">
            <a:extLst>
              <a:ext uri="{FF2B5EF4-FFF2-40B4-BE49-F238E27FC236}">
                <a16:creationId xmlns:a16="http://schemas.microsoft.com/office/drawing/2014/main" id="{82C1664A-40D1-1D7C-49A1-F44D82032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52651" y="242393"/>
            <a:ext cx="993468" cy="99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5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8C4F-9134-2A31-5567-633FC65A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8FB200-0582-237D-4D8D-BDFC6DEE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  <a:latin typeface="Century Gothic" panose="020B0502020202020204" pitchFamily="34" charset="0"/>
              </a:rPr>
              <a:t>1) Early Security Policy-Based Automation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AE8BDF-E5FF-D794-0C94-90EEF4EE71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6" y="1333589"/>
            <a:ext cx="9274890" cy="4680000"/>
          </a:xfrm>
        </p:spPr>
        <p:txBody>
          <a:bodyPr/>
          <a:lstStyle/>
          <a:p>
            <a:r>
              <a:rPr lang="en-US" b="1" noProof="0" dirty="0"/>
              <a:t>Main idea:</a:t>
            </a:r>
            <a:br>
              <a:rPr lang="en-US" noProof="0" dirty="0"/>
            </a:br>
            <a:r>
              <a:rPr lang="en-US" noProof="0" dirty="0"/>
              <a:t>Introduce </a:t>
            </a:r>
            <a:r>
              <a:rPr lang="en-US" b="1" noProof="0" dirty="0"/>
              <a:t>Policy-Based Network Management (PBNM)</a:t>
            </a:r>
            <a:r>
              <a:rPr lang="en-US" noProof="0" dirty="0"/>
              <a:t> to separate high-level security requirements from low-level device configurations.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i="1" dirty="0"/>
              <a:t>Representative papers</a:t>
            </a:r>
            <a:r>
              <a:rPr lang="it-IT" sz="2000" dirty="0"/>
              <a:t>: [1], [3], [7], [10], [12]</a:t>
            </a:r>
            <a:endParaRPr lang="en-US" sz="2000" dirty="0"/>
          </a:p>
          <a:p>
            <a:endParaRPr lang="en-US" noProof="0" dirty="0"/>
          </a:p>
          <a:p>
            <a:r>
              <a:rPr lang="en-US" b="1" noProof="0" dirty="0"/>
              <a:t>Key characteristics:</a:t>
            </a:r>
            <a:endParaRPr lang="en-US" noProof="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Centralized, network-wide security policies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Automatic translation of policies into device-level rules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Topology-aware configuration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Security functions (mainly, firewalls) assumed to be already deployed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endParaRPr lang="en-US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1351C28-2A4E-8FDB-2E34-A00120F25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996" y="1521330"/>
            <a:ext cx="2253683" cy="381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65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BB0C6-FBC1-1689-759E-A8CD05EF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884E05-9679-9BF5-9529-0ECBF53D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  <a:latin typeface="Century Gothic" panose="020B0502020202020204" pitchFamily="34" charset="0"/>
              </a:rPr>
              <a:t>1) Early Security Policy-Based Automation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FEE6A2-3485-82F6-384B-A6B4597D87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4962" y="5683037"/>
            <a:ext cx="11662075" cy="605294"/>
          </a:xfrm>
        </p:spPr>
        <p:txBody>
          <a:bodyPr/>
          <a:lstStyle/>
          <a:p>
            <a:r>
              <a:rPr lang="en-US" sz="1600" noProof="0" dirty="0"/>
              <a:t>[7] Y. Bartal, A. J. Mayer, K. Nissim, and A. Wool, “Firmato: A novel firewall management toolkit, ” ACM Trans. </a:t>
            </a:r>
            <a:r>
              <a:rPr lang="en-US" sz="1600" noProof="0" dirty="0" err="1"/>
              <a:t>Comput</a:t>
            </a:r>
            <a:r>
              <a:rPr lang="en-US" sz="1600" noProof="0" dirty="0"/>
              <a:t>. Syst., vol. 22, no. 4, pp. 381–420, 2004. DOI: 10.1145/1035582.1035583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87045A1-752F-A76E-1A11-B4E308EA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0" y="1380943"/>
            <a:ext cx="4344180" cy="375861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EE233A4-10B9-8031-313F-5ED58A97D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764" y="872316"/>
            <a:ext cx="2418298" cy="1204575"/>
          </a:xfrm>
          <a:prstGeom prst="rect">
            <a:avLst/>
          </a:prstGeom>
        </p:spPr>
      </p:pic>
      <p:grpSp>
        <p:nvGrpSpPr>
          <p:cNvPr id="16" name="Gruppo 15">
            <a:extLst>
              <a:ext uri="{FF2B5EF4-FFF2-40B4-BE49-F238E27FC236}">
                <a16:creationId xmlns:a16="http://schemas.microsoft.com/office/drawing/2014/main" id="{094C6859-1A32-97A2-19B6-AA8F00869CEF}"/>
              </a:ext>
            </a:extLst>
          </p:cNvPr>
          <p:cNvGrpSpPr/>
          <p:nvPr/>
        </p:nvGrpSpPr>
        <p:grpSpPr>
          <a:xfrm>
            <a:off x="7827385" y="844411"/>
            <a:ext cx="3007723" cy="1595906"/>
            <a:chOff x="5625657" y="1295559"/>
            <a:chExt cx="6416596" cy="3404663"/>
          </a:xfrm>
        </p:grpSpPr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C9089024-A047-FD1D-547C-25DFBA231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63761" y="1295559"/>
              <a:ext cx="6340389" cy="2072820"/>
            </a:xfrm>
            <a:prstGeom prst="rect">
              <a:avLst/>
            </a:prstGeom>
          </p:spPr>
        </p:pic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8ECBACAC-2B93-1ED4-941A-C1F064FA2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25657" y="3229435"/>
              <a:ext cx="6416596" cy="1470787"/>
            </a:xfrm>
            <a:prstGeom prst="rect">
              <a:avLst/>
            </a:prstGeom>
          </p:spPr>
        </p:pic>
      </p:grpSp>
      <p:pic>
        <p:nvPicPr>
          <p:cNvPr id="13" name="Immagine 12">
            <a:extLst>
              <a:ext uri="{FF2B5EF4-FFF2-40B4-BE49-F238E27FC236}">
                <a16:creationId xmlns:a16="http://schemas.microsoft.com/office/drawing/2014/main" id="{732794C1-F929-E343-B84F-4474F6195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364" y="2643551"/>
            <a:ext cx="2936744" cy="906486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D2D32BF6-AD5D-70C3-E901-47EE36F59B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7331" y="2117774"/>
            <a:ext cx="2514091" cy="1806532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293E7EC0-D808-D9D0-1525-CC1CE72B3A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8279" y="3766167"/>
            <a:ext cx="3612987" cy="279715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597BD470-0A84-D515-3EF5-EAC55A9272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3109" y="4534309"/>
            <a:ext cx="2884261" cy="970004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2D947342-EFF2-4844-9640-42D05D79A447}"/>
              </a:ext>
            </a:extLst>
          </p:cNvPr>
          <p:cNvCxnSpPr/>
          <p:nvPr/>
        </p:nvCxnSpPr>
        <p:spPr>
          <a:xfrm>
            <a:off x="7814773" y="4141900"/>
            <a:ext cx="0" cy="296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382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6DE45-098F-F1AE-0542-756694418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57F425-5E53-D901-4D96-AA6111791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  <a:latin typeface="Century Gothic" panose="020B0502020202020204" pitchFamily="34" charset="0"/>
              </a:rPr>
              <a:t>1) Early Security Policy-Based Automation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41C0C8-8EC7-8623-5FF2-220E936A6D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1333589"/>
            <a:ext cx="11662075" cy="4680000"/>
          </a:xfrm>
        </p:spPr>
        <p:txBody>
          <a:bodyPr/>
          <a:lstStyle/>
          <a:p>
            <a:r>
              <a:rPr lang="en-US" b="1" noProof="0" dirty="0"/>
              <a:t>Main limitations:</a:t>
            </a: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Narrow support for security-function types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US" noProof="0" dirty="0"/>
              <a:t>Only firewalls and access-control devices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Extremely limited support for NSF placement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Mostly static network environments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Limited or no formal correctness guarantees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r>
              <a:rPr lang="en-US" b="1" noProof="0" dirty="0"/>
              <a:t>Next step:</a:t>
            </a:r>
          </a:p>
          <a:p>
            <a:endParaRPr lang="en-US" noProof="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EB054A7-5C11-8284-4862-53851F8EB649}"/>
              </a:ext>
            </a:extLst>
          </p:cNvPr>
          <p:cNvSpPr/>
          <p:nvPr/>
        </p:nvSpPr>
        <p:spPr>
          <a:xfrm>
            <a:off x="2548758" y="4664712"/>
            <a:ext cx="7843870" cy="91220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Century Gothic (Corpo)"/>
                <a:cs typeface="Arial" panose="020B0604020202020204" pitchFamily="34" charset="0"/>
              </a:rPr>
              <a:t>How can automatically generated </a:t>
            </a:r>
          </a:p>
          <a:p>
            <a:pPr algn="ctr"/>
            <a:r>
              <a:rPr lang="en-US" sz="2400" dirty="0">
                <a:latin typeface="Century Gothic (Corpo)"/>
                <a:cs typeface="Arial" panose="020B0604020202020204" pitchFamily="34" charset="0"/>
              </a:rPr>
              <a:t>c</a:t>
            </a:r>
            <a:r>
              <a:rPr lang="en-US" sz="2400" noProof="0" dirty="0" err="1">
                <a:latin typeface="Century Gothic (Corpo)"/>
                <a:cs typeface="Arial" panose="020B0604020202020204" pitchFamily="34" charset="0"/>
              </a:rPr>
              <a:t>onfigurations</a:t>
            </a:r>
            <a:r>
              <a:rPr lang="en-US" sz="2400" noProof="0" dirty="0">
                <a:latin typeface="Century Gothic (Corpo)"/>
                <a:cs typeface="Arial" panose="020B0604020202020204" pitchFamily="34" charset="0"/>
              </a:rPr>
              <a:t> be guaranteed to be correct?</a:t>
            </a:r>
            <a:endParaRPr lang="en-US" sz="2400" noProof="0" dirty="0">
              <a:latin typeface="Century Gothic (Corpo)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405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AB7B-A25B-E4B6-A982-114094B6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2D55EB-B1A8-64F9-42B8-6009DAC0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1" y="180000"/>
            <a:ext cx="9243360" cy="1118255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</a:rPr>
              <a:t>The (R)evolution of Network Security Configuration Automation</a:t>
            </a:r>
          </a:p>
        </p:txBody>
      </p: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85E97880-33C6-9DE8-EEB5-FAFFCD1224E0}"/>
              </a:ext>
            </a:extLst>
          </p:cNvPr>
          <p:cNvCxnSpPr>
            <a:cxnSpLocks/>
          </p:cNvCxnSpPr>
          <p:nvPr/>
        </p:nvCxnSpPr>
        <p:spPr>
          <a:xfrm>
            <a:off x="4100573" y="3995617"/>
            <a:ext cx="0" cy="1349104"/>
          </a:xfrm>
          <a:prstGeom prst="line">
            <a:avLst/>
          </a:prstGeom>
          <a:ln w="19050" cmpd="thickThin">
            <a:solidFill>
              <a:srgbClr val="06AF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57">
            <a:extLst>
              <a:ext uri="{FF2B5EF4-FFF2-40B4-BE49-F238E27FC236}">
                <a16:creationId xmlns:a16="http://schemas.microsoft.com/office/drawing/2014/main" id="{A1A0F9A7-58E4-3BA1-D04A-80799E181780}"/>
              </a:ext>
            </a:extLst>
          </p:cNvPr>
          <p:cNvSpPr txBox="1"/>
          <p:nvPr/>
        </p:nvSpPr>
        <p:spPr>
          <a:xfrm>
            <a:off x="1977436" y="1524099"/>
            <a:ext cx="1549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FC9974"/>
                </a:solidFill>
                <a:latin typeface="Century Gothic" panose="020B0502020202020204" pitchFamily="34" charset="0"/>
              </a:rPr>
              <a:t>Early Security Policy-Based Automation</a:t>
            </a:r>
          </a:p>
        </p:txBody>
      </p:sp>
      <p:sp>
        <p:nvSpPr>
          <p:cNvPr id="18" name="TextBox 58">
            <a:extLst>
              <a:ext uri="{FF2B5EF4-FFF2-40B4-BE49-F238E27FC236}">
                <a16:creationId xmlns:a16="http://schemas.microsoft.com/office/drawing/2014/main" id="{45D8ECD2-7238-87F5-7042-F269DBA21310}"/>
              </a:ext>
            </a:extLst>
          </p:cNvPr>
          <p:cNvSpPr txBox="1"/>
          <p:nvPr/>
        </p:nvSpPr>
        <p:spPr>
          <a:xfrm>
            <a:off x="3570889" y="5513154"/>
            <a:ext cx="173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06AFEF"/>
                </a:solidFill>
                <a:latin typeface="Century Gothic" panose="020B0502020202020204" pitchFamily="34" charset="0"/>
              </a:rPr>
              <a:t>Formal Policy Refinement &amp; Correction</a:t>
            </a:r>
          </a:p>
        </p:txBody>
      </p:sp>
      <p:grpSp>
        <p:nvGrpSpPr>
          <p:cNvPr id="25" name="Group 75">
            <a:extLst>
              <a:ext uri="{FF2B5EF4-FFF2-40B4-BE49-F238E27FC236}">
                <a16:creationId xmlns:a16="http://schemas.microsoft.com/office/drawing/2014/main" id="{0219B936-22FB-75AA-54AA-08514B814B78}"/>
              </a:ext>
            </a:extLst>
          </p:cNvPr>
          <p:cNvGrpSpPr/>
          <p:nvPr/>
        </p:nvGrpSpPr>
        <p:grpSpPr>
          <a:xfrm>
            <a:off x="1660188" y="2199944"/>
            <a:ext cx="1678634" cy="1843739"/>
            <a:chOff x="-289744" y="1933592"/>
            <a:chExt cx="2005417" cy="2032618"/>
          </a:xfrm>
        </p:grpSpPr>
        <p:cxnSp>
          <p:nvCxnSpPr>
            <p:cNvPr id="26" name="Straight Connector 76">
              <a:extLst>
                <a:ext uri="{FF2B5EF4-FFF2-40B4-BE49-F238E27FC236}">
                  <a16:creationId xmlns:a16="http://schemas.microsoft.com/office/drawing/2014/main" id="{98C2B156-D514-18CD-BC74-957A75416B08}"/>
                </a:ext>
              </a:extLst>
            </p:cNvPr>
            <p:cNvCxnSpPr>
              <a:cxnSpLocks/>
            </p:cNvCxnSpPr>
            <p:nvPr/>
          </p:nvCxnSpPr>
          <p:spPr>
            <a:xfrm>
              <a:off x="712965" y="2040480"/>
              <a:ext cx="0" cy="1033323"/>
            </a:xfrm>
            <a:prstGeom prst="line">
              <a:avLst/>
            </a:prstGeom>
            <a:ln w="19050" cmpd="thickThin">
              <a:solidFill>
                <a:srgbClr val="FC997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hevron 77">
              <a:extLst>
                <a:ext uri="{FF2B5EF4-FFF2-40B4-BE49-F238E27FC236}">
                  <a16:creationId xmlns:a16="http://schemas.microsoft.com/office/drawing/2014/main" id="{6613CB24-1D9F-BCD2-469F-0B7764232930}"/>
                </a:ext>
              </a:extLst>
            </p:cNvPr>
            <p:cNvSpPr/>
            <p:nvPr/>
          </p:nvSpPr>
          <p:spPr>
            <a:xfrm>
              <a:off x="-289744" y="3471796"/>
              <a:ext cx="2005417" cy="494414"/>
            </a:xfrm>
            <a:prstGeom prst="chevron">
              <a:avLst>
                <a:gd name="adj" fmla="val 27269"/>
              </a:avLst>
            </a:prstGeom>
            <a:solidFill>
              <a:srgbClr val="FC99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Oval 78">
              <a:extLst>
                <a:ext uri="{FF2B5EF4-FFF2-40B4-BE49-F238E27FC236}">
                  <a16:creationId xmlns:a16="http://schemas.microsoft.com/office/drawing/2014/main" id="{4A8413FB-E449-79D0-40C8-72AF35CB1A5C}"/>
                </a:ext>
              </a:extLst>
            </p:cNvPr>
            <p:cNvSpPr/>
            <p:nvPr/>
          </p:nvSpPr>
          <p:spPr>
            <a:xfrm>
              <a:off x="368757" y="3067492"/>
              <a:ext cx="688415" cy="651510"/>
            </a:xfrm>
            <a:prstGeom prst="ellipse">
              <a:avLst/>
            </a:prstGeom>
            <a:solidFill>
              <a:srgbClr val="FC997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Chevron 79">
              <a:extLst>
                <a:ext uri="{FF2B5EF4-FFF2-40B4-BE49-F238E27FC236}">
                  <a16:creationId xmlns:a16="http://schemas.microsoft.com/office/drawing/2014/main" id="{E0F8DD4F-91AC-F77A-A813-0813D7E537C2}"/>
                </a:ext>
              </a:extLst>
            </p:cNvPr>
            <p:cNvSpPr/>
            <p:nvPr/>
          </p:nvSpPr>
          <p:spPr>
            <a:xfrm rot="16200000">
              <a:off x="641712" y="1893976"/>
              <a:ext cx="142504" cy="221736"/>
            </a:xfrm>
            <a:prstGeom prst="chevron">
              <a:avLst/>
            </a:prstGeom>
            <a:solidFill>
              <a:srgbClr val="FC9974"/>
            </a:solidFill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grpSp>
        <p:nvGrpSpPr>
          <p:cNvPr id="30" name="Group 81">
            <a:extLst>
              <a:ext uri="{FF2B5EF4-FFF2-40B4-BE49-F238E27FC236}">
                <a16:creationId xmlns:a16="http://schemas.microsoft.com/office/drawing/2014/main" id="{DCF3D3E3-036A-4984-5EEB-9E5B2A436675}"/>
              </a:ext>
            </a:extLst>
          </p:cNvPr>
          <p:cNvGrpSpPr/>
          <p:nvPr/>
        </p:nvGrpSpPr>
        <p:grpSpPr>
          <a:xfrm>
            <a:off x="3299888" y="3575641"/>
            <a:ext cx="1606376" cy="1872548"/>
            <a:chOff x="2162886" y="2253356"/>
            <a:chExt cx="1606376" cy="1872548"/>
          </a:xfrm>
        </p:grpSpPr>
        <p:sp>
          <p:nvSpPr>
            <p:cNvPr id="31" name="Chevron 3">
              <a:extLst>
                <a:ext uri="{FF2B5EF4-FFF2-40B4-BE49-F238E27FC236}">
                  <a16:creationId xmlns:a16="http://schemas.microsoft.com/office/drawing/2014/main" id="{D742BC7C-17C0-34A5-3AA6-FFF59533B0A0}"/>
                </a:ext>
              </a:extLst>
            </p:cNvPr>
            <p:cNvSpPr/>
            <p:nvPr/>
          </p:nvSpPr>
          <p:spPr>
            <a:xfrm>
              <a:off x="2162886" y="2253356"/>
              <a:ext cx="1606376" cy="467337"/>
            </a:xfrm>
            <a:prstGeom prst="chevron">
              <a:avLst>
                <a:gd name="adj" fmla="val 27269"/>
              </a:avLst>
            </a:prstGeom>
            <a:solidFill>
              <a:srgbClr val="06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2" name="Chevron 32">
              <a:extLst>
                <a:ext uri="{FF2B5EF4-FFF2-40B4-BE49-F238E27FC236}">
                  <a16:creationId xmlns:a16="http://schemas.microsoft.com/office/drawing/2014/main" id="{AA0E0EDC-B748-7F01-CCE9-2C2DCBA72945}"/>
                </a:ext>
              </a:extLst>
            </p:cNvPr>
            <p:cNvSpPr/>
            <p:nvPr/>
          </p:nvSpPr>
          <p:spPr>
            <a:xfrm rot="5400000">
              <a:off x="2896221" y="3966191"/>
              <a:ext cx="134700" cy="184726"/>
            </a:xfrm>
            <a:prstGeom prst="chevron">
              <a:avLst/>
            </a:prstGeom>
            <a:solidFill>
              <a:srgbClr val="06AFE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  <p:sp>
          <p:nvSpPr>
            <p:cNvPr id="33" name="Oval 80">
              <a:extLst>
                <a:ext uri="{FF2B5EF4-FFF2-40B4-BE49-F238E27FC236}">
                  <a16:creationId xmlns:a16="http://schemas.microsoft.com/office/drawing/2014/main" id="{BCA0F943-5087-F35F-759E-610584619F47}"/>
                </a:ext>
              </a:extLst>
            </p:cNvPr>
            <p:cNvSpPr/>
            <p:nvPr/>
          </p:nvSpPr>
          <p:spPr>
            <a:xfrm>
              <a:off x="2675452" y="2448315"/>
              <a:ext cx="576238" cy="590969"/>
            </a:xfrm>
            <a:prstGeom prst="ellipse">
              <a:avLst/>
            </a:prstGeom>
            <a:solidFill>
              <a:srgbClr val="06AFEF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43" name="TextBox 92">
            <a:extLst>
              <a:ext uri="{FF2B5EF4-FFF2-40B4-BE49-F238E27FC236}">
                <a16:creationId xmlns:a16="http://schemas.microsoft.com/office/drawing/2014/main" id="{3396C3EB-CCB6-EAB1-5B62-51AA9EC28C1F}"/>
              </a:ext>
            </a:extLst>
          </p:cNvPr>
          <p:cNvSpPr txBox="1"/>
          <p:nvPr/>
        </p:nvSpPr>
        <p:spPr>
          <a:xfrm>
            <a:off x="2223831" y="3293128"/>
            <a:ext cx="600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1997-2004</a:t>
            </a:r>
          </a:p>
        </p:txBody>
      </p:sp>
      <p:sp>
        <p:nvSpPr>
          <p:cNvPr id="44" name="TextBox 93">
            <a:extLst>
              <a:ext uri="{FF2B5EF4-FFF2-40B4-BE49-F238E27FC236}">
                <a16:creationId xmlns:a16="http://schemas.microsoft.com/office/drawing/2014/main" id="{CAF1BF31-8C12-4143-3289-829E18824336}"/>
              </a:ext>
            </a:extLst>
          </p:cNvPr>
          <p:cNvSpPr txBox="1"/>
          <p:nvPr/>
        </p:nvSpPr>
        <p:spPr>
          <a:xfrm>
            <a:off x="3830146" y="3840528"/>
            <a:ext cx="609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2004-2012</a:t>
            </a:r>
          </a:p>
        </p:txBody>
      </p:sp>
      <p:sp>
        <p:nvSpPr>
          <p:cNvPr id="81" name="TextBox 144">
            <a:extLst>
              <a:ext uri="{FF2B5EF4-FFF2-40B4-BE49-F238E27FC236}">
                <a16:creationId xmlns:a16="http://schemas.microsoft.com/office/drawing/2014/main" id="{8053AC61-AA7D-C510-B90A-15EC30AB7002}"/>
              </a:ext>
            </a:extLst>
          </p:cNvPr>
          <p:cNvSpPr txBox="1"/>
          <p:nvPr/>
        </p:nvSpPr>
        <p:spPr>
          <a:xfrm>
            <a:off x="11261506" y="385711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2030</a:t>
            </a:r>
          </a:p>
        </p:txBody>
      </p:sp>
      <p:pic>
        <p:nvPicPr>
          <p:cNvPr id="85" name="Immagine 84">
            <a:extLst>
              <a:ext uri="{FF2B5EF4-FFF2-40B4-BE49-F238E27FC236}">
                <a16:creationId xmlns:a16="http://schemas.microsoft.com/office/drawing/2014/main" id="{1E6EA94A-619E-31C2-1F47-05FD9D347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52651" y="242393"/>
            <a:ext cx="993468" cy="99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B147D-E570-A4DC-C7D8-1A888BF52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7BFB86-0ED6-AE79-BFCB-566C71AE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2</a:t>
            </a:r>
            <a:r>
              <a:rPr lang="en-US" noProof="0" dirty="0">
                <a:solidFill>
                  <a:srgbClr val="00284B"/>
                </a:solidFill>
                <a:latin typeface="Century Gothic" panose="020B0502020202020204" pitchFamily="34" charset="0"/>
              </a:rPr>
              <a:t>) Formal Policy Refinement &amp; Correction</a:t>
            </a:r>
          </a:p>
        </p:txBody>
      </p:sp>
      <p:pic>
        <p:nvPicPr>
          <p:cNvPr id="4" name="Immagine 3" descr="Formal Verification in the Age of AI - Toby's Blog">
            <a:extLst>
              <a:ext uri="{FF2B5EF4-FFF2-40B4-BE49-F238E27FC236}">
                <a16:creationId xmlns:a16="http://schemas.microsoft.com/office/drawing/2014/main" id="{11AEE2D2-ADD8-C305-B065-DF3E4DBE8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310" y="2147485"/>
            <a:ext cx="3523789" cy="1931083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F743FAC-CEE4-6596-DB02-47E54F433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306870"/>
            <a:ext cx="8915437" cy="4680000"/>
          </a:xfrm>
        </p:spPr>
        <p:txBody>
          <a:bodyPr/>
          <a:lstStyle/>
          <a:p>
            <a:r>
              <a:rPr lang="en-US" b="1" noProof="0" dirty="0"/>
              <a:t>Main idea:</a:t>
            </a:r>
            <a:br>
              <a:rPr lang="en-US" noProof="0" dirty="0"/>
            </a:br>
            <a:r>
              <a:rPr lang="en-US" noProof="0" dirty="0"/>
              <a:t>Enrich policy-based automation with </a:t>
            </a:r>
            <a:r>
              <a:rPr lang="en-US" u="sng" noProof="0" dirty="0"/>
              <a:t>formal models</a:t>
            </a:r>
            <a:r>
              <a:rPr lang="en-US" noProof="0" dirty="0"/>
              <a:t> and </a:t>
            </a:r>
            <a:r>
              <a:rPr lang="en-US" u="sng" noProof="0" dirty="0"/>
              <a:t>verification</a:t>
            </a:r>
            <a:r>
              <a:rPr lang="en-US" noProof="0" dirty="0"/>
              <a:t> techniques to ensure that automatically generated configurations correctly enforce the policies.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i="1" dirty="0"/>
              <a:t>Representative papers</a:t>
            </a:r>
            <a:r>
              <a:rPr lang="it-IT" sz="2000" dirty="0"/>
              <a:t>: [14], [16], [22], [27]</a:t>
            </a:r>
            <a:endParaRPr lang="en-US" sz="2000" dirty="0"/>
          </a:p>
          <a:p>
            <a:endParaRPr lang="en-US" sz="2800" noProof="0" dirty="0"/>
          </a:p>
          <a:p>
            <a:r>
              <a:rPr lang="en-US" b="1" noProof="0" dirty="0"/>
              <a:t>Key characteristics:</a:t>
            </a:r>
            <a:endParaRPr lang="en-US" noProof="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Formal semantics for security policies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Use of formal logic, constraint solving, theorem proving, or refinement methods</a:t>
            </a:r>
            <a:endParaRPr lang="en-US" noProof="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Verification of policy consistency for configuration fixing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D24F196-BDF3-24C0-D63C-06A676B12850}"/>
              </a:ext>
            </a:extLst>
          </p:cNvPr>
          <p:cNvSpPr txBox="1"/>
          <p:nvPr/>
        </p:nvSpPr>
        <p:spPr>
          <a:xfrm>
            <a:off x="8501817" y="4078568"/>
            <a:ext cx="42693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800" dirty="0"/>
              <a:t>https://verse.systems/blog/post/2025-10-21-formal-verification-triangle/</a:t>
            </a:r>
          </a:p>
        </p:txBody>
      </p:sp>
    </p:spTree>
    <p:extLst>
      <p:ext uri="{BB962C8B-B14F-4D97-AF65-F5344CB8AC3E}">
        <p14:creationId xmlns:p14="http://schemas.microsoft.com/office/powerpoint/2010/main" val="1438919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B0B6C-4DDD-DC33-8E49-0FA9D76E6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5D1D02-41B2-D26E-9061-10D04C925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2</a:t>
            </a:r>
            <a:r>
              <a:rPr lang="en-US" noProof="0" dirty="0">
                <a:solidFill>
                  <a:srgbClr val="00284B"/>
                </a:solidFill>
                <a:latin typeface="Century Gothic" panose="020B0502020202020204" pitchFamily="34" charset="0"/>
              </a:rPr>
              <a:t>) Formal Policy Refinement &amp; Correction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0155FDF-453B-8A9D-EF52-7E50BED9B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696" y="830011"/>
            <a:ext cx="4172379" cy="238158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DE843E7-1265-230F-54DE-88AA2A707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47" y="880023"/>
            <a:ext cx="3402840" cy="219740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FAB85FA-200D-0231-5939-94AAD915B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697" y="880023"/>
            <a:ext cx="3608128" cy="201394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4D3867EB-0DC5-3BE7-C3C0-8621E8C0F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299" y="2893966"/>
            <a:ext cx="4130329" cy="2833366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27A8E40-6F94-520F-ADA2-4EB7E39BF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231" y="3808949"/>
            <a:ext cx="4224655" cy="1795988"/>
          </a:xfrm>
          <a:prstGeom prst="rect">
            <a:avLst/>
          </a:prstGeom>
        </p:spPr>
      </p:pic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728E9428-07E0-83DA-5860-E88F375629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4962" y="5727332"/>
            <a:ext cx="11662075" cy="605294"/>
          </a:xfrm>
        </p:spPr>
        <p:txBody>
          <a:bodyPr/>
          <a:lstStyle/>
          <a:p>
            <a:r>
              <a:rPr lang="en-US" sz="1600" noProof="0" dirty="0"/>
              <a:t>[17] J. Govaerts, A. K. Bandara, and K. Curran, “A formal logic approach to firewall packet filtering analysis and generation, ” </a:t>
            </a:r>
            <a:r>
              <a:rPr lang="en-US" sz="1600" noProof="0" dirty="0" err="1"/>
              <a:t>Artif</a:t>
            </a:r>
            <a:r>
              <a:rPr lang="en-US" sz="1600" noProof="0" dirty="0"/>
              <a:t>. Intell. Rev., vol. 29, no. 3-4, pp. 223–248, 2008. DOI: 10.1007/s10462-009-9147-0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D58D1A67-CC16-F445-561B-8FFA9616C7D2}"/>
              </a:ext>
            </a:extLst>
          </p:cNvPr>
          <p:cNvCxnSpPr>
            <a:cxnSpLocks/>
          </p:cNvCxnSpPr>
          <p:nvPr/>
        </p:nvCxnSpPr>
        <p:spPr>
          <a:xfrm>
            <a:off x="4691818" y="3077429"/>
            <a:ext cx="1027726" cy="73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824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F6C88-25A6-9D70-1C0B-7E768906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6CCA42-3832-2A0E-26D1-FE9319A2D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  <a:latin typeface="Century Gothic" panose="020B0502020202020204" pitchFamily="34" charset="0"/>
              </a:rPr>
              <a:t>2) </a:t>
            </a:r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Formal Policy Refinement &amp; Correction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0A39E3-D989-21E7-7A86-A461FE0D29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1333589"/>
            <a:ext cx="11662075" cy="4680000"/>
          </a:xfrm>
        </p:spPr>
        <p:txBody>
          <a:bodyPr/>
          <a:lstStyle/>
          <a:p>
            <a:r>
              <a:rPr lang="en-US" b="1" noProof="0" dirty="0"/>
              <a:t>Main limitations:</a:t>
            </a: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Formal methods increase modeling and computational complexity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Correctness guarantees depend on the accuracy and completeness of the formal model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Still mainly focused on function configuration, rather than security-function placement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Mostly designed for traditional and relatively static networks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b="1" noProof="0" dirty="0"/>
              <a:t>Next step:</a:t>
            </a:r>
          </a:p>
          <a:p>
            <a:endParaRPr lang="en-US" noProof="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5B01FD2-4064-68EC-B644-93A5C1E8C27F}"/>
              </a:ext>
            </a:extLst>
          </p:cNvPr>
          <p:cNvSpPr/>
          <p:nvPr/>
        </p:nvSpPr>
        <p:spPr>
          <a:xfrm>
            <a:off x="2194562" y="4883548"/>
            <a:ext cx="9809588" cy="109662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Century Gothic (Corpo)"/>
                <a:cs typeface="Arial" panose="020B0604020202020204" pitchFamily="34" charset="0"/>
              </a:rPr>
              <a:t>Can automation go beyond configuring existing devices and also decide where and how security functions are allocated?</a:t>
            </a:r>
            <a:endParaRPr lang="en-US" sz="2400" noProof="0" dirty="0">
              <a:latin typeface="Century Gothic (Corpo)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418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BA87-8D0E-4FBD-61D3-72A4AEA7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F77B08-664E-4974-0582-F12C63D1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1" y="180000"/>
            <a:ext cx="9243360" cy="1118255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</a:rPr>
              <a:t>The (R)evolution of Network Security Configuration Automation</a:t>
            </a:r>
          </a:p>
        </p:txBody>
      </p: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688FB551-13E0-C736-5D86-091F224EE437}"/>
              </a:ext>
            </a:extLst>
          </p:cNvPr>
          <p:cNvCxnSpPr>
            <a:cxnSpLocks/>
          </p:cNvCxnSpPr>
          <p:nvPr/>
        </p:nvCxnSpPr>
        <p:spPr>
          <a:xfrm>
            <a:off x="4100573" y="3995617"/>
            <a:ext cx="0" cy="1349104"/>
          </a:xfrm>
          <a:prstGeom prst="line">
            <a:avLst/>
          </a:prstGeom>
          <a:ln w="19050" cmpd="thickThin">
            <a:solidFill>
              <a:srgbClr val="06AF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57">
            <a:extLst>
              <a:ext uri="{FF2B5EF4-FFF2-40B4-BE49-F238E27FC236}">
                <a16:creationId xmlns:a16="http://schemas.microsoft.com/office/drawing/2014/main" id="{35E70F2B-54E0-C148-9DED-BC44212D9CDD}"/>
              </a:ext>
            </a:extLst>
          </p:cNvPr>
          <p:cNvSpPr txBox="1"/>
          <p:nvPr/>
        </p:nvSpPr>
        <p:spPr>
          <a:xfrm>
            <a:off x="1977436" y="1524099"/>
            <a:ext cx="1549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FC9974"/>
                </a:solidFill>
                <a:latin typeface="Century Gothic" panose="020B0502020202020204" pitchFamily="34" charset="0"/>
              </a:rPr>
              <a:t>Early Security Policy-Based Automation</a:t>
            </a:r>
          </a:p>
        </p:txBody>
      </p:sp>
      <p:sp>
        <p:nvSpPr>
          <p:cNvPr id="18" name="TextBox 58">
            <a:extLst>
              <a:ext uri="{FF2B5EF4-FFF2-40B4-BE49-F238E27FC236}">
                <a16:creationId xmlns:a16="http://schemas.microsoft.com/office/drawing/2014/main" id="{C60EEA78-DC78-D27D-AF31-B21D7699E922}"/>
              </a:ext>
            </a:extLst>
          </p:cNvPr>
          <p:cNvSpPr txBox="1"/>
          <p:nvPr/>
        </p:nvSpPr>
        <p:spPr>
          <a:xfrm>
            <a:off x="3570889" y="5513154"/>
            <a:ext cx="173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06AFEF"/>
                </a:solidFill>
                <a:latin typeface="Century Gothic" panose="020B0502020202020204" pitchFamily="34" charset="0"/>
              </a:rPr>
              <a:t>Formal Policy Refinement &amp; Correction</a:t>
            </a:r>
          </a:p>
        </p:txBody>
      </p:sp>
      <p:sp>
        <p:nvSpPr>
          <p:cNvPr id="19" name="TextBox 59">
            <a:extLst>
              <a:ext uri="{FF2B5EF4-FFF2-40B4-BE49-F238E27FC236}">
                <a16:creationId xmlns:a16="http://schemas.microsoft.com/office/drawing/2014/main" id="{5C852D0D-BA3D-63A7-AEB8-555C21486FA9}"/>
              </a:ext>
            </a:extLst>
          </p:cNvPr>
          <p:cNvSpPr txBox="1"/>
          <p:nvPr/>
        </p:nvSpPr>
        <p:spPr>
          <a:xfrm>
            <a:off x="5054953" y="1505491"/>
            <a:ext cx="1663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78206E"/>
                </a:solidFill>
                <a:latin typeface="Century Gothic" panose="020B0502020202020204" pitchFamily="34" charset="0"/>
              </a:rPr>
              <a:t>Programmable &amp; Virtualized Security Automation</a:t>
            </a:r>
          </a:p>
        </p:txBody>
      </p:sp>
      <p:grpSp>
        <p:nvGrpSpPr>
          <p:cNvPr id="25" name="Group 75">
            <a:extLst>
              <a:ext uri="{FF2B5EF4-FFF2-40B4-BE49-F238E27FC236}">
                <a16:creationId xmlns:a16="http://schemas.microsoft.com/office/drawing/2014/main" id="{2DDD0EE6-0496-6C32-3F7C-641FEB7C9B7F}"/>
              </a:ext>
            </a:extLst>
          </p:cNvPr>
          <p:cNvGrpSpPr/>
          <p:nvPr/>
        </p:nvGrpSpPr>
        <p:grpSpPr>
          <a:xfrm>
            <a:off x="1660188" y="2199944"/>
            <a:ext cx="1678634" cy="1843739"/>
            <a:chOff x="-289744" y="1933592"/>
            <a:chExt cx="2005417" cy="2032618"/>
          </a:xfrm>
        </p:grpSpPr>
        <p:cxnSp>
          <p:nvCxnSpPr>
            <p:cNvPr id="26" name="Straight Connector 76">
              <a:extLst>
                <a:ext uri="{FF2B5EF4-FFF2-40B4-BE49-F238E27FC236}">
                  <a16:creationId xmlns:a16="http://schemas.microsoft.com/office/drawing/2014/main" id="{16133531-4E23-DE3C-C16A-4811CB653F2F}"/>
                </a:ext>
              </a:extLst>
            </p:cNvPr>
            <p:cNvCxnSpPr>
              <a:cxnSpLocks/>
            </p:cNvCxnSpPr>
            <p:nvPr/>
          </p:nvCxnSpPr>
          <p:spPr>
            <a:xfrm>
              <a:off x="712965" y="2040480"/>
              <a:ext cx="0" cy="1033323"/>
            </a:xfrm>
            <a:prstGeom prst="line">
              <a:avLst/>
            </a:prstGeom>
            <a:ln w="19050" cmpd="thickThin">
              <a:solidFill>
                <a:srgbClr val="FC997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hevron 77">
              <a:extLst>
                <a:ext uri="{FF2B5EF4-FFF2-40B4-BE49-F238E27FC236}">
                  <a16:creationId xmlns:a16="http://schemas.microsoft.com/office/drawing/2014/main" id="{C8D894A1-B842-25A8-FE7B-858115C95478}"/>
                </a:ext>
              </a:extLst>
            </p:cNvPr>
            <p:cNvSpPr/>
            <p:nvPr/>
          </p:nvSpPr>
          <p:spPr>
            <a:xfrm>
              <a:off x="-289744" y="3471796"/>
              <a:ext cx="2005417" cy="494414"/>
            </a:xfrm>
            <a:prstGeom prst="chevron">
              <a:avLst>
                <a:gd name="adj" fmla="val 27269"/>
              </a:avLst>
            </a:prstGeom>
            <a:solidFill>
              <a:srgbClr val="FC99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Oval 78">
              <a:extLst>
                <a:ext uri="{FF2B5EF4-FFF2-40B4-BE49-F238E27FC236}">
                  <a16:creationId xmlns:a16="http://schemas.microsoft.com/office/drawing/2014/main" id="{CC1F68A9-3E2A-0B31-DAE4-1F0CDDFF89FE}"/>
                </a:ext>
              </a:extLst>
            </p:cNvPr>
            <p:cNvSpPr/>
            <p:nvPr/>
          </p:nvSpPr>
          <p:spPr>
            <a:xfrm>
              <a:off x="368757" y="3067492"/>
              <a:ext cx="688415" cy="651510"/>
            </a:xfrm>
            <a:prstGeom prst="ellipse">
              <a:avLst/>
            </a:prstGeom>
            <a:solidFill>
              <a:srgbClr val="FC997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Chevron 79">
              <a:extLst>
                <a:ext uri="{FF2B5EF4-FFF2-40B4-BE49-F238E27FC236}">
                  <a16:creationId xmlns:a16="http://schemas.microsoft.com/office/drawing/2014/main" id="{086E849F-45CD-F1F9-6588-C950B592BE17}"/>
                </a:ext>
              </a:extLst>
            </p:cNvPr>
            <p:cNvSpPr/>
            <p:nvPr/>
          </p:nvSpPr>
          <p:spPr>
            <a:xfrm rot="16200000">
              <a:off x="641712" y="1893976"/>
              <a:ext cx="142504" cy="221736"/>
            </a:xfrm>
            <a:prstGeom prst="chevron">
              <a:avLst/>
            </a:prstGeom>
            <a:solidFill>
              <a:srgbClr val="FC9974"/>
            </a:solidFill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grpSp>
        <p:nvGrpSpPr>
          <p:cNvPr id="30" name="Group 81">
            <a:extLst>
              <a:ext uri="{FF2B5EF4-FFF2-40B4-BE49-F238E27FC236}">
                <a16:creationId xmlns:a16="http://schemas.microsoft.com/office/drawing/2014/main" id="{D3DCDA70-7974-C278-155F-79F744A465AF}"/>
              </a:ext>
            </a:extLst>
          </p:cNvPr>
          <p:cNvGrpSpPr/>
          <p:nvPr/>
        </p:nvGrpSpPr>
        <p:grpSpPr>
          <a:xfrm>
            <a:off x="3299888" y="3575641"/>
            <a:ext cx="1606376" cy="1872548"/>
            <a:chOff x="2162886" y="2253356"/>
            <a:chExt cx="1606376" cy="1872548"/>
          </a:xfrm>
        </p:grpSpPr>
        <p:sp>
          <p:nvSpPr>
            <p:cNvPr id="31" name="Chevron 3">
              <a:extLst>
                <a:ext uri="{FF2B5EF4-FFF2-40B4-BE49-F238E27FC236}">
                  <a16:creationId xmlns:a16="http://schemas.microsoft.com/office/drawing/2014/main" id="{7D512568-B413-3810-3BC2-8836A3B71426}"/>
                </a:ext>
              </a:extLst>
            </p:cNvPr>
            <p:cNvSpPr/>
            <p:nvPr/>
          </p:nvSpPr>
          <p:spPr>
            <a:xfrm>
              <a:off x="2162886" y="2253356"/>
              <a:ext cx="1606376" cy="467337"/>
            </a:xfrm>
            <a:prstGeom prst="chevron">
              <a:avLst>
                <a:gd name="adj" fmla="val 27269"/>
              </a:avLst>
            </a:prstGeom>
            <a:solidFill>
              <a:srgbClr val="06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2" name="Chevron 32">
              <a:extLst>
                <a:ext uri="{FF2B5EF4-FFF2-40B4-BE49-F238E27FC236}">
                  <a16:creationId xmlns:a16="http://schemas.microsoft.com/office/drawing/2014/main" id="{DFD51D52-F5E0-9D03-6498-C6C53315E123}"/>
                </a:ext>
              </a:extLst>
            </p:cNvPr>
            <p:cNvSpPr/>
            <p:nvPr/>
          </p:nvSpPr>
          <p:spPr>
            <a:xfrm rot="5400000">
              <a:off x="2896221" y="3966191"/>
              <a:ext cx="134700" cy="184726"/>
            </a:xfrm>
            <a:prstGeom prst="chevron">
              <a:avLst/>
            </a:prstGeom>
            <a:solidFill>
              <a:srgbClr val="06AFE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  <p:sp>
          <p:nvSpPr>
            <p:cNvPr id="33" name="Oval 80">
              <a:extLst>
                <a:ext uri="{FF2B5EF4-FFF2-40B4-BE49-F238E27FC236}">
                  <a16:creationId xmlns:a16="http://schemas.microsoft.com/office/drawing/2014/main" id="{1A363BCB-BC58-0C4F-B0C8-C457063CD0F0}"/>
                </a:ext>
              </a:extLst>
            </p:cNvPr>
            <p:cNvSpPr/>
            <p:nvPr/>
          </p:nvSpPr>
          <p:spPr>
            <a:xfrm>
              <a:off x="2675452" y="2448315"/>
              <a:ext cx="576238" cy="590969"/>
            </a:xfrm>
            <a:prstGeom prst="ellipse">
              <a:avLst/>
            </a:prstGeom>
            <a:solidFill>
              <a:srgbClr val="06AFEF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4" name="Group 82">
            <a:extLst>
              <a:ext uri="{FF2B5EF4-FFF2-40B4-BE49-F238E27FC236}">
                <a16:creationId xmlns:a16="http://schemas.microsoft.com/office/drawing/2014/main" id="{49DFA401-2C0D-CE11-091A-5807485C2739}"/>
              </a:ext>
            </a:extLst>
          </p:cNvPr>
          <p:cNvGrpSpPr/>
          <p:nvPr/>
        </p:nvGrpSpPr>
        <p:grpSpPr>
          <a:xfrm>
            <a:off x="4869161" y="2224782"/>
            <a:ext cx="1606376" cy="1799328"/>
            <a:chOff x="190254" y="1982551"/>
            <a:chExt cx="1919092" cy="1983659"/>
          </a:xfrm>
          <a:solidFill>
            <a:srgbClr val="78206E"/>
          </a:solidFill>
        </p:grpSpPr>
        <p:cxnSp>
          <p:nvCxnSpPr>
            <p:cNvPr id="35" name="Straight Connector 83">
              <a:extLst>
                <a:ext uri="{FF2B5EF4-FFF2-40B4-BE49-F238E27FC236}">
                  <a16:creationId xmlns:a16="http://schemas.microsoft.com/office/drawing/2014/main" id="{28D8F071-C67F-B1C7-BDA4-E5743DFA87FF}"/>
                </a:ext>
              </a:extLst>
            </p:cNvPr>
            <p:cNvCxnSpPr>
              <a:cxnSpLocks/>
            </p:cNvCxnSpPr>
            <p:nvPr/>
          </p:nvCxnSpPr>
          <p:spPr>
            <a:xfrm>
              <a:off x="1133361" y="2127018"/>
              <a:ext cx="0" cy="1033323"/>
            </a:xfrm>
            <a:prstGeom prst="line">
              <a:avLst/>
            </a:prstGeom>
            <a:grpFill/>
            <a:ln w="19050" cmpd="thickThin">
              <a:solidFill>
                <a:srgbClr val="78206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hevron 84">
              <a:extLst>
                <a:ext uri="{FF2B5EF4-FFF2-40B4-BE49-F238E27FC236}">
                  <a16:creationId xmlns:a16="http://schemas.microsoft.com/office/drawing/2014/main" id="{1CC9142C-2B54-8311-633C-B904AC6772AC}"/>
                </a:ext>
              </a:extLst>
            </p:cNvPr>
            <p:cNvSpPr/>
            <p:nvPr/>
          </p:nvSpPr>
          <p:spPr>
            <a:xfrm>
              <a:off x="190254" y="3471796"/>
              <a:ext cx="1919092" cy="494414"/>
            </a:xfrm>
            <a:prstGeom prst="chevron">
              <a:avLst>
                <a:gd name="adj" fmla="val 272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7" name="Oval 85">
              <a:extLst>
                <a:ext uri="{FF2B5EF4-FFF2-40B4-BE49-F238E27FC236}">
                  <a16:creationId xmlns:a16="http://schemas.microsoft.com/office/drawing/2014/main" id="{A901D744-759B-4021-66B0-AE4384A4F1FF}"/>
                </a:ext>
              </a:extLst>
            </p:cNvPr>
            <p:cNvSpPr/>
            <p:nvPr/>
          </p:nvSpPr>
          <p:spPr>
            <a:xfrm>
              <a:off x="802602" y="3081188"/>
              <a:ext cx="688415" cy="651510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8" name="Chevron 86">
              <a:extLst>
                <a:ext uri="{FF2B5EF4-FFF2-40B4-BE49-F238E27FC236}">
                  <a16:creationId xmlns:a16="http://schemas.microsoft.com/office/drawing/2014/main" id="{206EC661-B4B8-196F-4BB1-2B22E0637D80}"/>
                </a:ext>
              </a:extLst>
            </p:cNvPr>
            <p:cNvSpPr/>
            <p:nvPr/>
          </p:nvSpPr>
          <p:spPr>
            <a:xfrm rot="16200000">
              <a:off x="1059682" y="1942935"/>
              <a:ext cx="142504" cy="221736"/>
            </a:xfrm>
            <a:prstGeom prst="chevron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sp>
        <p:nvSpPr>
          <p:cNvPr id="43" name="TextBox 92">
            <a:extLst>
              <a:ext uri="{FF2B5EF4-FFF2-40B4-BE49-F238E27FC236}">
                <a16:creationId xmlns:a16="http://schemas.microsoft.com/office/drawing/2014/main" id="{4F6269D8-9429-8A92-4A0B-6D62316A3E88}"/>
              </a:ext>
            </a:extLst>
          </p:cNvPr>
          <p:cNvSpPr txBox="1"/>
          <p:nvPr/>
        </p:nvSpPr>
        <p:spPr>
          <a:xfrm>
            <a:off x="2223831" y="3293128"/>
            <a:ext cx="600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1997-2004</a:t>
            </a:r>
          </a:p>
        </p:txBody>
      </p:sp>
      <p:sp>
        <p:nvSpPr>
          <p:cNvPr id="44" name="TextBox 93">
            <a:extLst>
              <a:ext uri="{FF2B5EF4-FFF2-40B4-BE49-F238E27FC236}">
                <a16:creationId xmlns:a16="http://schemas.microsoft.com/office/drawing/2014/main" id="{9E3D9A47-84A7-38CF-3377-54C13BE9C60C}"/>
              </a:ext>
            </a:extLst>
          </p:cNvPr>
          <p:cNvSpPr txBox="1"/>
          <p:nvPr/>
        </p:nvSpPr>
        <p:spPr>
          <a:xfrm>
            <a:off x="3830146" y="3840528"/>
            <a:ext cx="609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2004-2012</a:t>
            </a:r>
          </a:p>
        </p:txBody>
      </p:sp>
      <p:sp>
        <p:nvSpPr>
          <p:cNvPr id="45" name="TextBox 94">
            <a:extLst>
              <a:ext uri="{FF2B5EF4-FFF2-40B4-BE49-F238E27FC236}">
                <a16:creationId xmlns:a16="http://schemas.microsoft.com/office/drawing/2014/main" id="{D6C45D43-67EC-682A-FFE2-BD05483C9420}"/>
              </a:ext>
            </a:extLst>
          </p:cNvPr>
          <p:cNvSpPr txBox="1"/>
          <p:nvPr/>
        </p:nvSpPr>
        <p:spPr>
          <a:xfrm>
            <a:off x="5393725" y="3285981"/>
            <a:ext cx="63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2012-2018</a:t>
            </a:r>
          </a:p>
        </p:txBody>
      </p:sp>
      <p:sp>
        <p:nvSpPr>
          <p:cNvPr id="81" name="TextBox 144">
            <a:extLst>
              <a:ext uri="{FF2B5EF4-FFF2-40B4-BE49-F238E27FC236}">
                <a16:creationId xmlns:a16="http://schemas.microsoft.com/office/drawing/2014/main" id="{FA46EBA6-47BF-8C0B-65A6-0AFBFCEC6918}"/>
              </a:ext>
            </a:extLst>
          </p:cNvPr>
          <p:cNvSpPr txBox="1"/>
          <p:nvPr/>
        </p:nvSpPr>
        <p:spPr>
          <a:xfrm>
            <a:off x="11261506" y="385711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2030</a:t>
            </a:r>
          </a:p>
        </p:txBody>
      </p:sp>
      <p:pic>
        <p:nvPicPr>
          <p:cNvPr id="85" name="Immagine 84">
            <a:extLst>
              <a:ext uri="{FF2B5EF4-FFF2-40B4-BE49-F238E27FC236}">
                <a16:creationId xmlns:a16="http://schemas.microsoft.com/office/drawing/2014/main" id="{90E48292-FF82-3AB2-70E3-0B73D952C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52651" y="242393"/>
            <a:ext cx="993468" cy="99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0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C690-26C6-3039-A216-8A8B000E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FD6A7E-88A9-EBC5-8F0E-5E0168BC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  <a:latin typeface="Century Gothic" panose="020B0502020202020204" pitchFamily="34" charset="0"/>
              </a:rPr>
              <a:t>3) Programmable &amp; Virtualized Security Automation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28919A1-D7D6-8045-FD41-CE5F1BDD82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1" y="1306870"/>
            <a:ext cx="9123542" cy="4680000"/>
          </a:xfrm>
        </p:spPr>
        <p:txBody>
          <a:bodyPr/>
          <a:lstStyle/>
          <a:p>
            <a:r>
              <a:rPr lang="en-US" b="1" noProof="0" dirty="0"/>
              <a:t>Main idea:</a:t>
            </a:r>
            <a:br>
              <a:rPr lang="en-US" noProof="0" dirty="0"/>
            </a:br>
            <a:r>
              <a:rPr lang="en-US" noProof="0" dirty="0"/>
              <a:t>NFV/SDN change the scope of security automation. NSFs become </a:t>
            </a:r>
            <a:r>
              <a:rPr lang="en-US" u="sng" noProof="0" dirty="0"/>
              <a:t>programmable</a:t>
            </a:r>
            <a:r>
              <a:rPr lang="en-US" noProof="0" dirty="0"/>
              <a:t>, virtualized, dynamically allocated.</a:t>
            </a:r>
          </a:p>
          <a:p>
            <a:r>
              <a:rPr lang="en-US" sz="2000" i="1" dirty="0"/>
              <a:t>Representative papers</a:t>
            </a:r>
            <a:r>
              <a:rPr lang="it-IT" sz="2000" dirty="0"/>
              <a:t>: [44], [49], [55], [61], [62]</a:t>
            </a:r>
            <a:endParaRPr lang="en-US" sz="2000" dirty="0"/>
          </a:p>
          <a:p>
            <a:endParaRPr lang="en-US" sz="1800" noProof="0" dirty="0"/>
          </a:p>
          <a:p>
            <a:r>
              <a:rPr lang="en-US" b="1" noProof="0" dirty="0"/>
              <a:t>Key characteristics:</a:t>
            </a:r>
            <a:endParaRPr lang="en-US" noProof="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NFV and SDN enable virtualization and programmable traffic steering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u="sng" noProof="0" dirty="0"/>
              <a:t>Security Service Composition</a:t>
            </a:r>
            <a:r>
              <a:rPr lang="en-US" noProof="0" dirty="0"/>
              <a:t> now explicitly addressed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Automatic creation of Service Function Chains (SFCs)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Automation moves from device-level configuration to </a:t>
            </a:r>
            <a:r>
              <a:rPr lang="en-US" i="1" noProof="0" dirty="0"/>
              <a:t>network-wide</a:t>
            </a:r>
            <a:r>
              <a:rPr lang="en-US" noProof="0" dirty="0"/>
              <a:t> security service design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BED8978-9912-C88F-1B15-B4CFE1FDB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1169" y="2633313"/>
            <a:ext cx="2834430" cy="219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87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27C9-638B-B8F6-C995-8D37B31F2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DAB419-6BB9-64E5-641C-2A9B33F1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3) Programmable &amp; Virtualized Security Automation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0318152E-7D30-8939-4E57-2CAD967ADB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1398" y="4614217"/>
            <a:ext cx="6760254" cy="605294"/>
          </a:xfrm>
        </p:spPr>
        <p:txBody>
          <a:bodyPr/>
          <a:lstStyle/>
          <a:p>
            <a:r>
              <a:rPr lang="en-US" sz="1600" noProof="0" dirty="0"/>
              <a:t>[44] E. J. Scheid, C. C. Machado, M. F. Franco, R. L. dos Santos, R. J. </a:t>
            </a:r>
            <a:r>
              <a:rPr lang="en-US" sz="1600" noProof="0" dirty="0" err="1"/>
              <a:t>Pfitscher</a:t>
            </a:r>
            <a:r>
              <a:rPr lang="en-US" sz="1600" noProof="0" dirty="0"/>
              <a:t>, A. E. S. Filho, and L. Z. Granville, “Inspire: Integrated </a:t>
            </a:r>
            <a:r>
              <a:rPr lang="en-US" sz="1600" noProof="0" dirty="0" err="1"/>
              <a:t>nfv</a:t>
            </a:r>
            <a:r>
              <a:rPr lang="en-US" sz="1600" noProof="0" dirty="0"/>
              <a:t>-based intent refinement environment, ” in Proc. of the IFIP/IEEE Symp. on Integrated Network and Service Management (IM17), pp. 186–194, 2017. DOI: 10.23919/INM.2017.7987279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2A17C44-10E0-F0CD-C67B-DCA54A25E8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8" t="2625" r="16089"/>
          <a:stretch>
            <a:fillRect/>
          </a:stretch>
        </p:blipFill>
        <p:spPr>
          <a:xfrm>
            <a:off x="682010" y="924133"/>
            <a:ext cx="3483722" cy="5323392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DA43F69E-009A-4CE8-1FE2-48014DB52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398" y="1049321"/>
            <a:ext cx="6369823" cy="304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357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B9774-96C0-D3E7-00A1-EE6F07C0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DBBC25-E431-A08B-1740-F696E6C9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3) Programmable &amp; Virtualized Security Automation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E39B19-84B3-B0B8-9F2F-EEB66808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1333589"/>
            <a:ext cx="11662075" cy="4680000"/>
          </a:xfrm>
        </p:spPr>
        <p:txBody>
          <a:bodyPr/>
          <a:lstStyle/>
          <a:p>
            <a:r>
              <a:rPr lang="en-US" b="1" noProof="0" dirty="0"/>
              <a:t>Main limitations:</a:t>
            </a: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Security Service Composition and NSF Rule Configuration are still addressed separately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Optimization is typically partial or focused on a single sub-problem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Limited support for runtime adaptation and reactive reconfiguration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r>
              <a:rPr lang="en-US" b="1" noProof="0" dirty="0"/>
              <a:t>Next step:</a:t>
            </a:r>
          </a:p>
          <a:p>
            <a:endParaRPr lang="en-US" noProof="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3B0EA87-74B4-886A-3613-C746489DA228}"/>
              </a:ext>
            </a:extLst>
          </p:cNvPr>
          <p:cNvSpPr/>
          <p:nvPr/>
        </p:nvSpPr>
        <p:spPr>
          <a:xfrm>
            <a:off x="2434195" y="4032211"/>
            <a:ext cx="9213931" cy="123347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Century Gothic (Corpo)"/>
                <a:cs typeface="Arial" panose="020B0604020202020204" pitchFamily="34" charset="0"/>
              </a:rPr>
              <a:t>Can all the configuration decisions be jointly taken, while guaranteeing correctness and optimization?</a:t>
            </a:r>
            <a:endParaRPr lang="en-US" sz="2400" noProof="0" dirty="0">
              <a:latin typeface="Century Gothic (Corpo)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482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80D4E-0F17-E51E-48B7-59650A05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29B3A-02AE-580F-56CD-9685C26BB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1" y="180000"/>
            <a:ext cx="9243360" cy="1118255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</a:rPr>
              <a:t>The (R)evolution of Network Security Configuration Automation</a:t>
            </a:r>
          </a:p>
        </p:txBody>
      </p:sp>
      <p:cxnSp>
        <p:nvCxnSpPr>
          <p:cNvPr id="11" name="Straight Connector 91">
            <a:extLst>
              <a:ext uri="{FF2B5EF4-FFF2-40B4-BE49-F238E27FC236}">
                <a16:creationId xmlns:a16="http://schemas.microsoft.com/office/drawing/2014/main" id="{20EA48DD-C39C-BDF6-4A7D-083B75A4D577}"/>
              </a:ext>
            </a:extLst>
          </p:cNvPr>
          <p:cNvCxnSpPr>
            <a:cxnSpLocks/>
          </p:cNvCxnSpPr>
          <p:nvPr/>
        </p:nvCxnSpPr>
        <p:spPr>
          <a:xfrm>
            <a:off x="7301804" y="4042978"/>
            <a:ext cx="0" cy="1349104"/>
          </a:xfrm>
          <a:prstGeom prst="line">
            <a:avLst/>
          </a:prstGeom>
          <a:ln w="19050" cmpd="thickThin">
            <a:solidFill>
              <a:srgbClr val="3A7E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0368566B-B833-A8EC-19A1-90DAD053D133}"/>
              </a:ext>
            </a:extLst>
          </p:cNvPr>
          <p:cNvCxnSpPr>
            <a:cxnSpLocks/>
          </p:cNvCxnSpPr>
          <p:nvPr/>
        </p:nvCxnSpPr>
        <p:spPr>
          <a:xfrm>
            <a:off x="4100573" y="3995617"/>
            <a:ext cx="0" cy="1349104"/>
          </a:xfrm>
          <a:prstGeom prst="line">
            <a:avLst/>
          </a:prstGeom>
          <a:ln w="19050" cmpd="thickThin">
            <a:solidFill>
              <a:srgbClr val="06AF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57">
            <a:extLst>
              <a:ext uri="{FF2B5EF4-FFF2-40B4-BE49-F238E27FC236}">
                <a16:creationId xmlns:a16="http://schemas.microsoft.com/office/drawing/2014/main" id="{0513EAEF-FCEB-5DBA-C84F-C6A2AAA7B9C3}"/>
              </a:ext>
            </a:extLst>
          </p:cNvPr>
          <p:cNvSpPr txBox="1"/>
          <p:nvPr/>
        </p:nvSpPr>
        <p:spPr>
          <a:xfrm>
            <a:off x="1977436" y="1524099"/>
            <a:ext cx="1549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FC9974"/>
                </a:solidFill>
                <a:latin typeface="Century Gothic" panose="020B0502020202020204" pitchFamily="34" charset="0"/>
              </a:rPr>
              <a:t>Early Security Policy-Based Automation</a:t>
            </a:r>
          </a:p>
        </p:txBody>
      </p:sp>
      <p:sp>
        <p:nvSpPr>
          <p:cNvPr id="18" name="TextBox 58">
            <a:extLst>
              <a:ext uri="{FF2B5EF4-FFF2-40B4-BE49-F238E27FC236}">
                <a16:creationId xmlns:a16="http://schemas.microsoft.com/office/drawing/2014/main" id="{D5C79A72-A8E5-0FC3-4E4C-940690E2FCDB}"/>
              </a:ext>
            </a:extLst>
          </p:cNvPr>
          <p:cNvSpPr txBox="1"/>
          <p:nvPr/>
        </p:nvSpPr>
        <p:spPr>
          <a:xfrm>
            <a:off x="3570889" y="5513154"/>
            <a:ext cx="173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06AFEF"/>
                </a:solidFill>
                <a:latin typeface="Century Gothic" panose="020B0502020202020204" pitchFamily="34" charset="0"/>
              </a:rPr>
              <a:t>Formal Policy Refinement &amp; Correction</a:t>
            </a:r>
          </a:p>
        </p:txBody>
      </p:sp>
      <p:sp>
        <p:nvSpPr>
          <p:cNvPr id="19" name="TextBox 59">
            <a:extLst>
              <a:ext uri="{FF2B5EF4-FFF2-40B4-BE49-F238E27FC236}">
                <a16:creationId xmlns:a16="http://schemas.microsoft.com/office/drawing/2014/main" id="{733D28E3-9EFA-3D3E-F85C-5E3F63986A83}"/>
              </a:ext>
            </a:extLst>
          </p:cNvPr>
          <p:cNvSpPr txBox="1"/>
          <p:nvPr/>
        </p:nvSpPr>
        <p:spPr>
          <a:xfrm>
            <a:off x="5054953" y="1505491"/>
            <a:ext cx="1663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78206E"/>
                </a:solidFill>
                <a:latin typeface="Century Gothic" panose="020B0502020202020204" pitchFamily="34" charset="0"/>
              </a:rPr>
              <a:t>Programmable &amp; Virtualized Security Automation</a:t>
            </a:r>
          </a:p>
        </p:txBody>
      </p:sp>
      <p:sp>
        <p:nvSpPr>
          <p:cNvPr id="20" name="TextBox 60">
            <a:extLst>
              <a:ext uri="{FF2B5EF4-FFF2-40B4-BE49-F238E27FC236}">
                <a16:creationId xmlns:a16="http://schemas.microsoft.com/office/drawing/2014/main" id="{7C4DD40C-0EE7-E81F-89AD-26E689A64E81}"/>
              </a:ext>
            </a:extLst>
          </p:cNvPr>
          <p:cNvSpPr txBox="1"/>
          <p:nvPr/>
        </p:nvSpPr>
        <p:spPr>
          <a:xfrm>
            <a:off x="6750272" y="5513154"/>
            <a:ext cx="173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3A7E22"/>
                </a:solidFill>
                <a:latin typeface="Century Gothic" panose="020B0502020202020204" pitchFamily="34" charset="0"/>
              </a:rPr>
              <a:t>Integrated &amp; Optimized Security Automation</a:t>
            </a:r>
          </a:p>
        </p:txBody>
      </p:sp>
      <p:grpSp>
        <p:nvGrpSpPr>
          <p:cNvPr id="25" name="Group 75">
            <a:extLst>
              <a:ext uri="{FF2B5EF4-FFF2-40B4-BE49-F238E27FC236}">
                <a16:creationId xmlns:a16="http://schemas.microsoft.com/office/drawing/2014/main" id="{FC82414D-43D4-9785-2786-46349610CAF8}"/>
              </a:ext>
            </a:extLst>
          </p:cNvPr>
          <p:cNvGrpSpPr/>
          <p:nvPr/>
        </p:nvGrpSpPr>
        <p:grpSpPr>
          <a:xfrm>
            <a:off x="1660188" y="2199944"/>
            <a:ext cx="1678634" cy="1843739"/>
            <a:chOff x="-289744" y="1933592"/>
            <a:chExt cx="2005417" cy="2032618"/>
          </a:xfrm>
        </p:grpSpPr>
        <p:cxnSp>
          <p:nvCxnSpPr>
            <p:cNvPr id="26" name="Straight Connector 76">
              <a:extLst>
                <a:ext uri="{FF2B5EF4-FFF2-40B4-BE49-F238E27FC236}">
                  <a16:creationId xmlns:a16="http://schemas.microsoft.com/office/drawing/2014/main" id="{260557DB-A395-F7EF-81B6-2564F692077B}"/>
                </a:ext>
              </a:extLst>
            </p:cNvPr>
            <p:cNvCxnSpPr>
              <a:cxnSpLocks/>
            </p:cNvCxnSpPr>
            <p:nvPr/>
          </p:nvCxnSpPr>
          <p:spPr>
            <a:xfrm>
              <a:off x="712965" y="2040480"/>
              <a:ext cx="0" cy="1033323"/>
            </a:xfrm>
            <a:prstGeom prst="line">
              <a:avLst/>
            </a:prstGeom>
            <a:ln w="19050" cmpd="thickThin">
              <a:solidFill>
                <a:srgbClr val="FC997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hevron 77">
              <a:extLst>
                <a:ext uri="{FF2B5EF4-FFF2-40B4-BE49-F238E27FC236}">
                  <a16:creationId xmlns:a16="http://schemas.microsoft.com/office/drawing/2014/main" id="{2859D073-EBBB-B70C-4F47-7FC6A70A3899}"/>
                </a:ext>
              </a:extLst>
            </p:cNvPr>
            <p:cNvSpPr/>
            <p:nvPr/>
          </p:nvSpPr>
          <p:spPr>
            <a:xfrm>
              <a:off x="-289744" y="3471796"/>
              <a:ext cx="2005417" cy="494414"/>
            </a:xfrm>
            <a:prstGeom prst="chevron">
              <a:avLst>
                <a:gd name="adj" fmla="val 27269"/>
              </a:avLst>
            </a:prstGeom>
            <a:solidFill>
              <a:srgbClr val="FC99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Oval 78">
              <a:extLst>
                <a:ext uri="{FF2B5EF4-FFF2-40B4-BE49-F238E27FC236}">
                  <a16:creationId xmlns:a16="http://schemas.microsoft.com/office/drawing/2014/main" id="{F5B96B19-D8B2-B63A-2727-CA84DED066BC}"/>
                </a:ext>
              </a:extLst>
            </p:cNvPr>
            <p:cNvSpPr/>
            <p:nvPr/>
          </p:nvSpPr>
          <p:spPr>
            <a:xfrm>
              <a:off x="368757" y="3067492"/>
              <a:ext cx="688415" cy="651510"/>
            </a:xfrm>
            <a:prstGeom prst="ellipse">
              <a:avLst/>
            </a:prstGeom>
            <a:solidFill>
              <a:srgbClr val="FC997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Chevron 79">
              <a:extLst>
                <a:ext uri="{FF2B5EF4-FFF2-40B4-BE49-F238E27FC236}">
                  <a16:creationId xmlns:a16="http://schemas.microsoft.com/office/drawing/2014/main" id="{53A7A743-1FEF-9011-E7FB-332B653EF6D8}"/>
                </a:ext>
              </a:extLst>
            </p:cNvPr>
            <p:cNvSpPr/>
            <p:nvPr/>
          </p:nvSpPr>
          <p:spPr>
            <a:xfrm rot="16200000">
              <a:off x="641712" y="1893976"/>
              <a:ext cx="142504" cy="221736"/>
            </a:xfrm>
            <a:prstGeom prst="chevron">
              <a:avLst/>
            </a:prstGeom>
            <a:solidFill>
              <a:srgbClr val="FC9974"/>
            </a:solidFill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grpSp>
        <p:nvGrpSpPr>
          <p:cNvPr id="30" name="Group 81">
            <a:extLst>
              <a:ext uri="{FF2B5EF4-FFF2-40B4-BE49-F238E27FC236}">
                <a16:creationId xmlns:a16="http://schemas.microsoft.com/office/drawing/2014/main" id="{D27728F3-0579-CE5C-48CF-F252C2056C77}"/>
              </a:ext>
            </a:extLst>
          </p:cNvPr>
          <p:cNvGrpSpPr/>
          <p:nvPr/>
        </p:nvGrpSpPr>
        <p:grpSpPr>
          <a:xfrm>
            <a:off x="3299888" y="3575641"/>
            <a:ext cx="1606376" cy="1872548"/>
            <a:chOff x="2162886" y="2253356"/>
            <a:chExt cx="1606376" cy="1872548"/>
          </a:xfrm>
        </p:grpSpPr>
        <p:sp>
          <p:nvSpPr>
            <p:cNvPr id="31" name="Chevron 3">
              <a:extLst>
                <a:ext uri="{FF2B5EF4-FFF2-40B4-BE49-F238E27FC236}">
                  <a16:creationId xmlns:a16="http://schemas.microsoft.com/office/drawing/2014/main" id="{F8B7B2CB-653B-1F17-303E-E104DF13E190}"/>
                </a:ext>
              </a:extLst>
            </p:cNvPr>
            <p:cNvSpPr/>
            <p:nvPr/>
          </p:nvSpPr>
          <p:spPr>
            <a:xfrm>
              <a:off x="2162886" y="2253356"/>
              <a:ext cx="1606376" cy="467337"/>
            </a:xfrm>
            <a:prstGeom prst="chevron">
              <a:avLst>
                <a:gd name="adj" fmla="val 27269"/>
              </a:avLst>
            </a:prstGeom>
            <a:solidFill>
              <a:srgbClr val="06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2" name="Chevron 32">
              <a:extLst>
                <a:ext uri="{FF2B5EF4-FFF2-40B4-BE49-F238E27FC236}">
                  <a16:creationId xmlns:a16="http://schemas.microsoft.com/office/drawing/2014/main" id="{FEB53494-9F3F-D23A-D121-216E07C86072}"/>
                </a:ext>
              </a:extLst>
            </p:cNvPr>
            <p:cNvSpPr/>
            <p:nvPr/>
          </p:nvSpPr>
          <p:spPr>
            <a:xfrm rot="5400000">
              <a:off x="2896221" y="3966191"/>
              <a:ext cx="134700" cy="184726"/>
            </a:xfrm>
            <a:prstGeom prst="chevron">
              <a:avLst/>
            </a:prstGeom>
            <a:solidFill>
              <a:srgbClr val="06AFE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  <p:sp>
          <p:nvSpPr>
            <p:cNvPr id="33" name="Oval 80">
              <a:extLst>
                <a:ext uri="{FF2B5EF4-FFF2-40B4-BE49-F238E27FC236}">
                  <a16:creationId xmlns:a16="http://schemas.microsoft.com/office/drawing/2014/main" id="{917E293F-4AF5-1D48-BABA-42ECB59E8759}"/>
                </a:ext>
              </a:extLst>
            </p:cNvPr>
            <p:cNvSpPr/>
            <p:nvPr/>
          </p:nvSpPr>
          <p:spPr>
            <a:xfrm>
              <a:off x="2675452" y="2448315"/>
              <a:ext cx="576238" cy="590969"/>
            </a:xfrm>
            <a:prstGeom prst="ellipse">
              <a:avLst/>
            </a:prstGeom>
            <a:solidFill>
              <a:srgbClr val="06AFEF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4" name="Group 82">
            <a:extLst>
              <a:ext uri="{FF2B5EF4-FFF2-40B4-BE49-F238E27FC236}">
                <a16:creationId xmlns:a16="http://schemas.microsoft.com/office/drawing/2014/main" id="{158DD4B5-9949-6B14-C81C-684214A97D93}"/>
              </a:ext>
            </a:extLst>
          </p:cNvPr>
          <p:cNvGrpSpPr/>
          <p:nvPr/>
        </p:nvGrpSpPr>
        <p:grpSpPr>
          <a:xfrm>
            <a:off x="4869161" y="2224782"/>
            <a:ext cx="1606376" cy="1799328"/>
            <a:chOff x="190254" y="1982551"/>
            <a:chExt cx="1919092" cy="1983659"/>
          </a:xfrm>
          <a:solidFill>
            <a:srgbClr val="78206E"/>
          </a:solidFill>
        </p:grpSpPr>
        <p:cxnSp>
          <p:nvCxnSpPr>
            <p:cNvPr id="35" name="Straight Connector 83">
              <a:extLst>
                <a:ext uri="{FF2B5EF4-FFF2-40B4-BE49-F238E27FC236}">
                  <a16:creationId xmlns:a16="http://schemas.microsoft.com/office/drawing/2014/main" id="{4D2E7528-B233-30D4-A7AA-3EA6668510FC}"/>
                </a:ext>
              </a:extLst>
            </p:cNvPr>
            <p:cNvCxnSpPr>
              <a:cxnSpLocks/>
            </p:cNvCxnSpPr>
            <p:nvPr/>
          </p:nvCxnSpPr>
          <p:spPr>
            <a:xfrm>
              <a:off x="1133361" y="2127018"/>
              <a:ext cx="0" cy="1033323"/>
            </a:xfrm>
            <a:prstGeom prst="line">
              <a:avLst/>
            </a:prstGeom>
            <a:grpFill/>
            <a:ln w="19050" cmpd="thickThin">
              <a:solidFill>
                <a:srgbClr val="78206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hevron 84">
              <a:extLst>
                <a:ext uri="{FF2B5EF4-FFF2-40B4-BE49-F238E27FC236}">
                  <a16:creationId xmlns:a16="http://schemas.microsoft.com/office/drawing/2014/main" id="{27108B8D-B3AE-E72C-189A-96C47478D0A0}"/>
                </a:ext>
              </a:extLst>
            </p:cNvPr>
            <p:cNvSpPr/>
            <p:nvPr/>
          </p:nvSpPr>
          <p:spPr>
            <a:xfrm>
              <a:off x="190254" y="3471796"/>
              <a:ext cx="1919092" cy="494414"/>
            </a:xfrm>
            <a:prstGeom prst="chevron">
              <a:avLst>
                <a:gd name="adj" fmla="val 272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7" name="Oval 85">
              <a:extLst>
                <a:ext uri="{FF2B5EF4-FFF2-40B4-BE49-F238E27FC236}">
                  <a16:creationId xmlns:a16="http://schemas.microsoft.com/office/drawing/2014/main" id="{946DBB43-E152-277D-A684-814F6A16CE08}"/>
                </a:ext>
              </a:extLst>
            </p:cNvPr>
            <p:cNvSpPr/>
            <p:nvPr/>
          </p:nvSpPr>
          <p:spPr>
            <a:xfrm>
              <a:off x="802602" y="3081188"/>
              <a:ext cx="688415" cy="651510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8" name="Chevron 86">
              <a:extLst>
                <a:ext uri="{FF2B5EF4-FFF2-40B4-BE49-F238E27FC236}">
                  <a16:creationId xmlns:a16="http://schemas.microsoft.com/office/drawing/2014/main" id="{DC9FDED5-E82E-E388-6356-16E0462F0C9B}"/>
                </a:ext>
              </a:extLst>
            </p:cNvPr>
            <p:cNvSpPr/>
            <p:nvPr/>
          </p:nvSpPr>
          <p:spPr>
            <a:xfrm rot="16200000">
              <a:off x="1059682" y="1942935"/>
              <a:ext cx="142504" cy="221736"/>
            </a:xfrm>
            <a:prstGeom prst="chevron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grpSp>
        <p:nvGrpSpPr>
          <p:cNvPr id="39" name="Group 87">
            <a:extLst>
              <a:ext uri="{FF2B5EF4-FFF2-40B4-BE49-F238E27FC236}">
                <a16:creationId xmlns:a16="http://schemas.microsoft.com/office/drawing/2014/main" id="{09EEC1DB-3190-915E-81D1-23E7986A93B7}"/>
              </a:ext>
            </a:extLst>
          </p:cNvPr>
          <p:cNvGrpSpPr/>
          <p:nvPr/>
        </p:nvGrpSpPr>
        <p:grpSpPr>
          <a:xfrm>
            <a:off x="6424413" y="3558555"/>
            <a:ext cx="1738138" cy="1900877"/>
            <a:chOff x="2102681" y="2276130"/>
            <a:chExt cx="1738138" cy="1900877"/>
          </a:xfrm>
          <a:solidFill>
            <a:srgbClr val="3A7E22"/>
          </a:solidFill>
        </p:grpSpPr>
        <p:sp>
          <p:nvSpPr>
            <p:cNvPr id="40" name="Chevron 88">
              <a:extLst>
                <a:ext uri="{FF2B5EF4-FFF2-40B4-BE49-F238E27FC236}">
                  <a16:creationId xmlns:a16="http://schemas.microsoft.com/office/drawing/2014/main" id="{D20715AF-A584-3D0B-60A7-7BE0A159AA8C}"/>
                </a:ext>
              </a:extLst>
            </p:cNvPr>
            <p:cNvSpPr/>
            <p:nvPr/>
          </p:nvSpPr>
          <p:spPr>
            <a:xfrm>
              <a:off x="2102681" y="2276130"/>
              <a:ext cx="1738138" cy="467337"/>
            </a:xfrm>
            <a:prstGeom prst="chevron">
              <a:avLst>
                <a:gd name="adj" fmla="val 272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1" name="Chevron 89">
              <a:extLst>
                <a:ext uri="{FF2B5EF4-FFF2-40B4-BE49-F238E27FC236}">
                  <a16:creationId xmlns:a16="http://schemas.microsoft.com/office/drawing/2014/main" id="{1D600624-8B32-3D2A-281D-98165AF2B408}"/>
                </a:ext>
              </a:extLst>
            </p:cNvPr>
            <p:cNvSpPr/>
            <p:nvPr/>
          </p:nvSpPr>
          <p:spPr>
            <a:xfrm rot="5400000">
              <a:off x="2912722" y="4017294"/>
              <a:ext cx="134700" cy="184726"/>
            </a:xfrm>
            <a:prstGeom prst="chevron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  <p:sp>
          <p:nvSpPr>
            <p:cNvPr id="42" name="Oval 90">
              <a:extLst>
                <a:ext uri="{FF2B5EF4-FFF2-40B4-BE49-F238E27FC236}">
                  <a16:creationId xmlns:a16="http://schemas.microsoft.com/office/drawing/2014/main" id="{4D7F02C6-72A5-B357-7CDC-C31D9B289014}"/>
                </a:ext>
              </a:extLst>
            </p:cNvPr>
            <p:cNvSpPr/>
            <p:nvPr/>
          </p:nvSpPr>
          <p:spPr>
            <a:xfrm>
              <a:off x="2701727" y="2464662"/>
              <a:ext cx="576238" cy="590969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43" name="TextBox 92">
            <a:extLst>
              <a:ext uri="{FF2B5EF4-FFF2-40B4-BE49-F238E27FC236}">
                <a16:creationId xmlns:a16="http://schemas.microsoft.com/office/drawing/2014/main" id="{CE521750-818C-CA79-9A7F-3040C5C9EB4C}"/>
              </a:ext>
            </a:extLst>
          </p:cNvPr>
          <p:cNvSpPr txBox="1"/>
          <p:nvPr/>
        </p:nvSpPr>
        <p:spPr>
          <a:xfrm>
            <a:off x="2223831" y="3293128"/>
            <a:ext cx="600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1997-2004</a:t>
            </a:r>
          </a:p>
        </p:txBody>
      </p:sp>
      <p:sp>
        <p:nvSpPr>
          <p:cNvPr id="44" name="TextBox 93">
            <a:extLst>
              <a:ext uri="{FF2B5EF4-FFF2-40B4-BE49-F238E27FC236}">
                <a16:creationId xmlns:a16="http://schemas.microsoft.com/office/drawing/2014/main" id="{D28A0123-BF74-88CC-01A6-F3A294934422}"/>
              </a:ext>
            </a:extLst>
          </p:cNvPr>
          <p:cNvSpPr txBox="1"/>
          <p:nvPr/>
        </p:nvSpPr>
        <p:spPr>
          <a:xfrm>
            <a:off x="3830146" y="3840528"/>
            <a:ext cx="609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2004-2012</a:t>
            </a:r>
          </a:p>
        </p:txBody>
      </p:sp>
      <p:sp>
        <p:nvSpPr>
          <p:cNvPr id="45" name="TextBox 94">
            <a:extLst>
              <a:ext uri="{FF2B5EF4-FFF2-40B4-BE49-F238E27FC236}">
                <a16:creationId xmlns:a16="http://schemas.microsoft.com/office/drawing/2014/main" id="{B0203B8D-7E7A-0F77-2635-F235740393D8}"/>
              </a:ext>
            </a:extLst>
          </p:cNvPr>
          <p:cNvSpPr txBox="1"/>
          <p:nvPr/>
        </p:nvSpPr>
        <p:spPr>
          <a:xfrm>
            <a:off x="5393725" y="3285981"/>
            <a:ext cx="63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2012-2018</a:t>
            </a:r>
          </a:p>
        </p:txBody>
      </p:sp>
      <p:sp>
        <p:nvSpPr>
          <p:cNvPr id="46" name="TextBox 95">
            <a:extLst>
              <a:ext uri="{FF2B5EF4-FFF2-40B4-BE49-F238E27FC236}">
                <a16:creationId xmlns:a16="http://schemas.microsoft.com/office/drawing/2014/main" id="{84093127-200D-8099-B425-0ADB9A82FE71}"/>
              </a:ext>
            </a:extLst>
          </p:cNvPr>
          <p:cNvSpPr txBox="1"/>
          <p:nvPr/>
        </p:nvSpPr>
        <p:spPr>
          <a:xfrm>
            <a:off x="7038391" y="3799876"/>
            <a:ext cx="658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2018-2023</a:t>
            </a:r>
          </a:p>
        </p:txBody>
      </p:sp>
      <p:sp>
        <p:nvSpPr>
          <p:cNvPr id="81" name="TextBox 144">
            <a:extLst>
              <a:ext uri="{FF2B5EF4-FFF2-40B4-BE49-F238E27FC236}">
                <a16:creationId xmlns:a16="http://schemas.microsoft.com/office/drawing/2014/main" id="{A0994546-2C36-FF50-2CBC-74FBDE837161}"/>
              </a:ext>
            </a:extLst>
          </p:cNvPr>
          <p:cNvSpPr txBox="1"/>
          <p:nvPr/>
        </p:nvSpPr>
        <p:spPr>
          <a:xfrm>
            <a:off x="11261506" y="385711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2030</a:t>
            </a:r>
          </a:p>
        </p:txBody>
      </p:sp>
      <p:pic>
        <p:nvPicPr>
          <p:cNvPr id="85" name="Immagine 84">
            <a:extLst>
              <a:ext uri="{FF2B5EF4-FFF2-40B4-BE49-F238E27FC236}">
                <a16:creationId xmlns:a16="http://schemas.microsoft.com/office/drawing/2014/main" id="{06DA7722-4970-37A8-E52C-383E1B27F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52651" y="242393"/>
            <a:ext cx="993468" cy="99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6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0B772-56B1-1345-0ECE-14D3BB88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B9DEBB-FE3F-11AB-2F0D-7A75E2E2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4</a:t>
            </a:r>
            <a:r>
              <a:rPr lang="en-US" noProof="0" dirty="0">
                <a:solidFill>
                  <a:srgbClr val="00284B"/>
                </a:solidFill>
                <a:latin typeface="Century Gothic" panose="020B0502020202020204" pitchFamily="34" charset="0"/>
              </a:rPr>
              <a:t>) Integrated &amp; Optimized Security Automation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C4650B-2046-BCB3-E469-6A6EA7EFC6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1" y="1306870"/>
            <a:ext cx="9123542" cy="4680000"/>
          </a:xfrm>
        </p:spPr>
        <p:txBody>
          <a:bodyPr/>
          <a:lstStyle/>
          <a:p>
            <a:r>
              <a:rPr lang="en-US" b="1" noProof="0" dirty="0"/>
              <a:t>Main idea:</a:t>
            </a:r>
            <a:br>
              <a:rPr lang="en-US" noProof="0" dirty="0"/>
            </a:br>
            <a:r>
              <a:rPr lang="en-US" noProof="0" dirty="0"/>
              <a:t>Security automation starts addressing the two configuration decisions jointly, while often embedding formal verification and optimization.</a:t>
            </a:r>
          </a:p>
          <a:p>
            <a:r>
              <a:rPr lang="en-US" sz="2000" i="1" dirty="0"/>
              <a:t>Representative papers</a:t>
            </a:r>
            <a:r>
              <a:rPr lang="it-IT" sz="2000" dirty="0"/>
              <a:t>: [66], [68], [72], [79], [91] </a:t>
            </a:r>
            <a:endParaRPr lang="en-US" sz="2000" dirty="0"/>
          </a:p>
          <a:p>
            <a:endParaRPr lang="en-US" sz="1800" noProof="0" dirty="0"/>
          </a:p>
          <a:p>
            <a:r>
              <a:rPr lang="en-US" b="1" noProof="0" dirty="0"/>
              <a:t>Key characteristics:</a:t>
            </a:r>
            <a:endParaRPr lang="en-US" noProof="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dirty="0"/>
              <a:t>T</a:t>
            </a:r>
            <a:r>
              <a:rPr lang="en-US" noProof="0" dirty="0"/>
              <a:t>he two configuration tasks are jointly addressed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Larger heterogeneous security scenarios are considered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Formal methods and constraint-solving techniques are used to guarantee correctness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noProof="0" dirty="0"/>
              <a:t>Optimization objectives are explicitly introduced</a:t>
            </a:r>
          </a:p>
        </p:txBody>
      </p:sp>
    </p:spTree>
    <p:extLst>
      <p:ext uri="{BB962C8B-B14F-4D97-AF65-F5344CB8AC3E}">
        <p14:creationId xmlns:p14="http://schemas.microsoft.com/office/powerpoint/2010/main" val="35451464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9ADF-B708-A421-5503-54226098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E43EF9-93F5-7CA8-FFAD-F3840C642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4) Integrated &amp; Optimized Security Automation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865F0F7A-9BA1-1081-9FC1-5E4871EFA1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4962" y="5424633"/>
            <a:ext cx="11662075" cy="605294"/>
          </a:xfrm>
        </p:spPr>
        <p:txBody>
          <a:bodyPr/>
          <a:lstStyle/>
          <a:p>
            <a:r>
              <a:rPr lang="en-US" sz="1600" noProof="0" dirty="0"/>
              <a:t>[66] C. Basile, F. Valenza, A. Lioy, D. R. Lopez, and A. P. Perales, “Adding support for automatic enforcement of security policies in NFV networks, ” IEEE/ACM Trans. </a:t>
            </a:r>
            <a:r>
              <a:rPr lang="en-US" sz="1600" noProof="0" dirty="0" err="1"/>
              <a:t>Netw</a:t>
            </a:r>
            <a:r>
              <a:rPr lang="en-US" sz="1600" noProof="0" dirty="0"/>
              <a:t>., vol. 27, no. 2, pp. 707–720, 2019. DOI: 10.1109/TNET.2019.2895278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04A65E3-DA20-4932-8DBB-EF5DB2DB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269" y="1837213"/>
            <a:ext cx="9967824" cy="29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188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B8A1-3442-0D20-41D5-116C7500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D6BCBD-ACA7-2B11-2F53-9212D7FA7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4) Integrated &amp; Optimized Security Automation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9844EC-9D14-883A-FB1B-62A4C3BBD2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1333589"/>
            <a:ext cx="11662075" cy="4680000"/>
          </a:xfrm>
        </p:spPr>
        <p:txBody>
          <a:bodyPr/>
          <a:lstStyle/>
          <a:p>
            <a:r>
              <a:rPr lang="en-US" b="1" noProof="0" dirty="0"/>
              <a:t>Main limitations:</a:t>
            </a: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Higher computational complexity due to larger joint search spaces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Solutions often rely on accurate and complete network models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Automation is still mostly one-shot or event-triggered rather than continuously adaptive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noProof="0" dirty="0"/>
              <a:t>Next step:</a:t>
            </a:r>
          </a:p>
          <a:p>
            <a:endParaRPr lang="en-US" noProof="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A4657AC-BA01-DDD3-4DE1-7A018AFD71F8}"/>
              </a:ext>
            </a:extLst>
          </p:cNvPr>
          <p:cNvSpPr/>
          <p:nvPr/>
        </p:nvSpPr>
        <p:spPr>
          <a:xfrm>
            <a:off x="2415276" y="4044823"/>
            <a:ext cx="9213931" cy="123347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Century Gothic (Corpo)"/>
                <a:cs typeface="Arial" panose="020B0604020202020204" pitchFamily="34" charset="0"/>
              </a:rPr>
              <a:t>Can security configurations continuously adapt to changing network conditions, requirements, and threats?</a:t>
            </a:r>
            <a:endParaRPr lang="en-US" sz="2400" noProof="0" dirty="0">
              <a:latin typeface="Century Gothic (Corpo)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0737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ED52-BECF-4A21-77FB-866DA8BDB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1EB3EC-7BE2-0098-E82F-95E508EA6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1" y="180000"/>
            <a:ext cx="9243360" cy="1118255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</a:rPr>
              <a:t>The (R)evolution of Network Security Configuration Automation</a:t>
            </a:r>
          </a:p>
        </p:txBody>
      </p:sp>
      <p:cxnSp>
        <p:nvCxnSpPr>
          <p:cNvPr id="11" name="Straight Connector 91">
            <a:extLst>
              <a:ext uri="{FF2B5EF4-FFF2-40B4-BE49-F238E27FC236}">
                <a16:creationId xmlns:a16="http://schemas.microsoft.com/office/drawing/2014/main" id="{B1446ACA-DA84-7B59-4184-78E5BB86464F}"/>
              </a:ext>
            </a:extLst>
          </p:cNvPr>
          <p:cNvCxnSpPr>
            <a:cxnSpLocks/>
          </p:cNvCxnSpPr>
          <p:nvPr/>
        </p:nvCxnSpPr>
        <p:spPr>
          <a:xfrm>
            <a:off x="7301804" y="4042978"/>
            <a:ext cx="0" cy="1349104"/>
          </a:xfrm>
          <a:prstGeom prst="line">
            <a:avLst/>
          </a:prstGeom>
          <a:ln w="19050" cmpd="thickThin">
            <a:solidFill>
              <a:srgbClr val="3A7E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854A484A-3FA9-B275-A138-C0BC51D60A70}"/>
              </a:ext>
            </a:extLst>
          </p:cNvPr>
          <p:cNvCxnSpPr>
            <a:cxnSpLocks/>
          </p:cNvCxnSpPr>
          <p:nvPr/>
        </p:nvCxnSpPr>
        <p:spPr>
          <a:xfrm>
            <a:off x="4100573" y="3995617"/>
            <a:ext cx="0" cy="1349104"/>
          </a:xfrm>
          <a:prstGeom prst="line">
            <a:avLst/>
          </a:prstGeom>
          <a:ln w="19050" cmpd="thickThin">
            <a:solidFill>
              <a:srgbClr val="06AF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57">
            <a:extLst>
              <a:ext uri="{FF2B5EF4-FFF2-40B4-BE49-F238E27FC236}">
                <a16:creationId xmlns:a16="http://schemas.microsoft.com/office/drawing/2014/main" id="{4FB38E41-A655-45B7-0EC4-CFE3715CAEDE}"/>
              </a:ext>
            </a:extLst>
          </p:cNvPr>
          <p:cNvSpPr txBox="1"/>
          <p:nvPr/>
        </p:nvSpPr>
        <p:spPr>
          <a:xfrm>
            <a:off x="1977436" y="1524099"/>
            <a:ext cx="1549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FC9974"/>
                </a:solidFill>
                <a:latin typeface="Century Gothic" panose="020B0502020202020204" pitchFamily="34" charset="0"/>
              </a:rPr>
              <a:t>Early Security Policy-Based Automation</a:t>
            </a:r>
          </a:p>
        </p:txBody>
      </p:sp>
      <p:sp>
        <p:nvSpPr>
          <p:cNvPr id="18" name="TextBox 58">
            <a:extLst>
              <a:ext uri="{FF2B5EF4-FFF2-40B4-BE49-F238E27FC236}">
                <a16:creationId xmlns:a16="http://schemas.microsoft.com/office/drawing/2014/main" id="{61442B67-0C00-31B2-F514-CD9B55ABE884}"/>
              </a:ext>
            </a:extLst>
          </p:cNvPr>
          <p:cNvSpPr txBox="1"/>
          <p:nvPr/>
        </p:nvSpPr>
        <p:spPr>
          <a:xfrm>
            <a:off x="3570889" y="5513154"/>
            <a:ext cx="173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06AFEF"/>
                </a:solidFill>
                <a:latin typeface="Century Gothic" panose="020B0502020202020204" pitchFamily="34" charset="0"/>
              </a:rPr>
              <a:t>Formal Policy Refinement &amp; Correction</a:t>
            </a:r>
          </a:p>
        </p:txBody>
      </p:sp>
      <p:sp>
        <p:nvSpPr>
          <p:cNvPr id="19" name="TextBox 59">
            <a:extLst>
              <a:ext uri="{FF2B5EF4-FFF2-40B4-BE49-F238E27FC236}">
                <a16:creationId xmlns:a16="http://schemas.microsoft.com/office/drawing/2014/main" id="{FF5B00CC-8030-CCD5-F547-55186FB98904}"/>
              </a:ext>
            </a:extLst>
          </p:cNvPr>
          <p:cNvSpPr txBox="1"/>
          <p:nvPr/>
        </p:nvSpPr>
        <p:spPr>
          <a:xfrm>
            <a:off x="5054953" y="1505491"/>
            <a:ext cx="1663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78206E"/>
                </a:solidFill>
                <a:latin typeface="Century Gothic" panose="020B0502020202020204" pitchFamily="34" charset="0"/>
              </a:rPr>
              <a:t>Programmable &amp; Virtualized Security Automation</a:t>
            </a:r>
          </a:p>
        </p:txBody>
      </p:sp>
      <p:sp>
        <p:nvSpPr>
          <p:cNvPr id="20" name="TextBox 60">
            <a:extLst>
              <a:ext uri="{FF2B5EF4-FFF2-40B4-BE49-F238E27FC236}">
                <a16:creationId xmlns:a16="http://schemas.microsoft.com/office/drawing/2014/main" id="{A0B688C3-3A46-432A-2988-EEB9EF966A80}"/>
              </a:ext>
            </a:extLst>
          </p:cNvPr>
          <p:cNvSpPr txBox="1"/>
          <p:nvPr/>
        </p:nvSpPr>
        <p:spPr>
          <a:xfrm>
            <a:off x="6750272" y="5513154"/>
            <a:ext cx="173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3A7E22"/>
                </a:solidFill>
                <a:latin typeface="Century Gothic" panose="020B0502020202020204" pitchFamily="34" charset="0"/>
              </a:rPr>
              <a:t>Integrated &amp; Optimized Security Automation</a:t>
            </a:r>
          </a:p>
        </p:txBody>
      </p:sp>
      <p:sp>
        <p:nvSpPr>
          <p:cNvPr id="21" name="TextBox 61">
            <a:extLst>
              <a:ext uri="{FF2B5EF4-FFF2-40B4-BE49-F238E27FC236}">
                <a16:creationId xmlns:a16="http://schemas.microsoft.com/office/drawing/2014/main" id="{702E4F4C-D658-4D40-A4FA-A1F40F147732}"/>
              </a:ext>
            </a:extLst>
          </p:cNvPr>
          <p:cNvSpPr txBox="1"/>
          <p:nvPr/>
        </p:nvSpPr>
        <p:spPr>
          <a:xfrm>
            <a:off x="8245892" y="1502935"/>
            <a:ext cx="1692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104862"/>
                </a:solidFill>
                <a:latin typeface="Century Gothic" panose="020B0502020202020204" pitchFamily="34" charset="0"/>
              </a:rPr>
              <a:t>Adaptive &amp; Autonomous Security Automation</a:t>
            </a:r>
          </a:p>
        </p:txBody>
      </p:sp>
      <p:grpSp>
        <p:nvGrpSpPr>
          <p:cNvPr id="25" name="Group 75">
            <a:extLst>
              <a:ext uri="{FF2B5EF4-FFF2-40B4-BE49-F238E27FC236}">
                <a16:creationId xmlns:a16="http://schemas.microsoft.com/office/drawing/2014/main" id="{55F04D26-9294-AF0C-4D48-5A5ADB885F64}"/>
              </a:ext>
            </a:extLst>
          </p:cNvPr>
          <p:cNvGrpSpPr/>
          <p:nvPr/>
        </p:nvGrpSpPr>
        <p:grpSpPr>
          <a:xfrm>
            <a:off x="1660188" y="2199944"/>
            <a:ext cx="1678634" cy="1843739"/>
            <a:chOff x="-289744" y="1933592"/>
            <a:chExt cx="2005417" cy="2032618"/>
          </a:xfrm>
        </p:grpSpPr>
        <p:cxnSp>
          <p:nvCxnSpPr>
            <p:cNvPr id="26" name="Straight Connector 76">
              <a:extLst>
                <a:ext uri="{FF2B5EF4-FFF2-40B4-BE49-F238E27FC236}">
                  <a16:creationId xmlns:a16="http://schemas.microsoft.com/office/drawing/2014/main" id="{F8BCD175-1B5D-BF49-81D9-C155D1B22545}"/>
                </a:ext>
              </a:extLst>
            </p:cNvPr>
            <p:cNvCxnSpPr>
              <a:cxnSpLocks/>
            </p:cNvCxnSpPr>
            <p:nvPr/>
          </p:nvCxnSpPr>
          <p:spPr>
            <a:xfrm>
              <a:off x="712965" y="2040480"/>
              <a:ext cx="0" cy="1033323"/>
            </a:xfrm>
            <a:prstGeom prst="line">
              <a:avLst/>
            </a:prstGeom>
            <a:ln w="19050" cmpd="thickThin">
              <a:solidFill>
                <a:srgbClr val="FC997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hevron 77">
              <a:extLst>
                <a:ext uri="{FF2B5EF4-FFF2-40B4-BE49-F238E27FC236}">
                  <a16:creationId xmlns:a16="http://schemas.microsoft.com/office/drawing/2014/main" id="{516EF293-4F04-1D2E-3CAF-4B9745D3BDBD}"/>
                </a:ext>
              </a:extLst>
            </p:cNvPr>
            <p:cNvSpPr/>
            <p:nvPr/>
          </p:nvSpPr>
          <p:spPr>
            <a:xfrm>
              <a:off x="-289744" y="3471796"/>
              <a:ext cx="2005417" cy="494414"/>
            </a:xfrm>
            <a:prstGeom prst="chevron">
              <a:avLst>
                <a:gd name="adj" fmla="val 27269"/>
              </a:avLst>
            </a:prstGeom>
            <a:solidFill>
              <a:srgbClr val="FC99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Oval 78">
              <a:extLst>
                <a:ext uri="{FF2B5EF4-FFF2-40B4-BE49-F238E27FC236}">
                  <a16:creationId xmlns:a16="http://schemas.microsoft.com/office/drawing/2014/main" id="{01D9F459-4E65-D9B4-A9C9-53CD52FA62FF}"/>
                </a:ext>
              </a:extLst>
            </p:cNvPr>
            <p:cNvSpPr/>
            <p:nvPr/>
          </p:nvSpPr>
          <p:spPr>
            <a:xfrm>
              <a:off x="368757" y="3067492"/>
              <a:ext cx="688415" cy="651510"/>
            </a:xfrm>
            <a:prstGeom prst="ellipse">
              <a:avLst/>
            </a:prstGeom>
            <a:solidFill>
              <a:srgbClr val="FC997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Chevron 79">
              <a:extLst>
                <a:ext uri="{FF2B5EF4-FFF2-40B4-BE49-F238E27FC236}">
                  <a16:creationId xmlns:a16="http://schemas.microsoft.com/office/drawing/2014/main" id="{D1D85059-57AF-2A56-FC2F-2AC1F8F116CE}"/>
                </a:ext>
              </a:extLst>
            </p:cNvPr>
            <p:cNvSpPr/>
            <p:nvPr/>
          </p:nvSpPr>
          <p:spPr>
            <a:xfrm rot="16200000">
              <a:off x="641712" y="1893976"/>
              <a:ext cx="142504" cy="221736"/>
            </a:xfrm>
            <a:prstGeom prst="chevron">
              <a:avLst/>
            </a:prstGeom>
            <a:solidFill>
              <a:srgbClr val="FC9974"/>
            </a:solidFill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grpSp>
        <p:nvGrpSpPr>
          <p:cNvPr id="30" name="Group 81">
            <a:extLst>
              <a:ext uri="{FF2B5EF4-FFF2-40B4-BE49-F238E27FC236}">
                <a16:creationId xmlns:a16="http://schemas.microsoft.com/office/drawing/2014/main" id="{C8631DD0-AA8D-D1C0-8842-00D3FC2B9F31}"/>
              </a:ext>
            </a:extLst>
          </p:cNvPr>
          <p:cNvGrpSpPr/>
          <p:nvPr/>
        </p:nvGrpSpPr>
        <p:grpSpPr>
          <a:xfrm>
            <a:off x="3299888" y="3575641"/>
            <a:ext cx="1606376" cy="1872548"/>
            <a:chOff x="2162886" y="2253356"/>
            <a:chExt cx="1606376" cy="1872548"/>
          </a:xfrm>
        </p:grpSpPr>
        <p:sp>
          <p:nvSpPr>
            <p:cNvPr id="31" name="Chevron 3">
              <a:extLst>
                <a:ext uri="{FF2B5EF4-FFF2-40B4-BE49-F238E27FC236}">
                  <a16:creationId xmlns:a16="http://schemas.microsoft.com/office/drawing/2014/main" id="{F79AE104-DA12-F3D9-BCFD-9E0F58EC5B81}"/>
                </a:ext>
              </a:extLst>
            </p:cNvPr>
            <p:cNvSpPr/>
            <p:nvPr/>
          </p:nvSpPr>
          <p:spPr>
            <a:xfrm>
              <a:off x="2162886" y="2253356"/>
              <a:ext cx="1606376" cy="467337"/>
            </a:xfrm>
            <a:prstGeom prst="chevron">
              <a:avLst>
                <a:gd name="adj" fmla="val 27269"/>
              </a:avLst>
            </a:prstGeom>
            <a:solidFill>
              <a:srgbClr val="06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2" name="Chevron 32">
              <a:extLst>
                <a:ext uri="{FF2B5EF4-FFF2-40B4-BE49-F238E27FC236}">
                  <a16:creationId xmlns:a16="http://schemas.microsoft.com/office/drawing/2014/main" id="{9E7D5E0C-E61B-F6C8-6630-78AAEC195672}"/>
                </a:ext>
              </a:extLst>
            </p:cNvPr>
            <p:cNvSpPr/>
            <p:nvPr/>
          </p:nvSpPr>
          <p:spPr>
            <a:xfrm rot="5400000">
              <a:off x="2896221" y="3966191"/>
              <a:ext cx="134700" cy="184726"/>
            </a:xfrm>
            <a:prstGeom prst="chevron">
              <a:avLst/>
            </a:prstGeom>
            <a:solidFill>
              <a:srgbClr val="06AFE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  <p:sp>
          <p:nvSpPr>
            <p:cNvPr id="33" name="Oval 80">
              <a:extLst>
                <a:ext uri="{FF2B5EF4-FFF2-40B4-BE49-F238E27FC236}">
                  <a16:creationId xmlns:a16="http://schemas.microsoft.com/office/drawing/2014/main" id="{6D8E6DA8-C7A4-061F-96C4-B03B3CC57C81}"/>
                </a:ext>
              </a:extLst>
            </p:cNvPr>
            <p:cNvSpPr/>
            <p:nvPr/>
          </p:nvSpPr>
          <p:spPr>
            <a:xfrm>
              <a:off x="2675452" y="2448315"/>
              <a:ext cx="576238" cy="590969"/>
            </a:xfrm>
            <a:prstGeom prst="ellipse">
              <a:avLst/>
            </a:prstGeom>
            <a:solidFill>
              <a:srgbClr val="06AFEF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4" name="Group 82">
            <a:extLst>
              <a:ext uri="{FF2B5EF4-FFF2-40B4-BE49-F238E27FC236}">
                <a16:creationId xmlns:a16="http://schemas.microsoft.com/office/drawing/2014/main" id="{862A3954-5CFA-9A3A-45B2-EE915CDB420C}"/>
              </a:ext>
            </a:extLst>
          </p:cNvPr>
          <p:cNvGrpSpPr/>
          <p:nvPr/>
        </p:nvGrpSpPr>
        <p:grpSpPr>
          <a:xfrm>
            <a:off x="4869161" y="2224782"/>
            <a:ext cx="1606376" cy="1799328"/>
            <a:chOff x="190254" y="1982551"/>
            <a:chExt cx="1919092" cy="1983659"/>
          </a:xfrm>
          <a:solidFill>
            <a:srgbClr val="78206E"/>
          </a:solidFill>
        </p:grpSpPr>
        <p:cxnSp>
          <p:nvCxnSpPr>
            <p:cNvPr id="35" name="Straight Connector 83">
              <a:extLst>
                <a:ext uri="{FF2B5EF4-FFF2-40B4-BE49-F238E27FC236}">
                  <a16:creationId xmlns:a16="http://schemas.microsoft.com/office/drawing/2014/main" id="{B993E045-0F4B-EF11-0907-1B1794E1E079}"/>
                </a:ext>
              </a:extLst>
            </p:cNvPr>
            <p:cNvCxnSpPr>
              <a:cxnSpLocks/>
            </p:cNvCxnSpPr>
            <p:nvPr/>
          </p:nvCxnSpPr>
          <p:spPr>
            <a:xfrm>
              <a:off x="1133361" y="2127018"/>
              <a:ext cx="0" cy="1033323"/>
            </a:xfrm>
            <a:prstGeom prst="line">
              <a:avLst/>
            </a:prstGeom>
            <a:grpFill/>
            <a:ln w="19050" cmpd="thickThin">
              <a:solidFill>
                <a:srgbClr val="78206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hevron 84">
              <a:extLst>
                <a:ext uri="{FF2B5EF4-FFF2-40B4-BE49-F238E27FC236}">
                  <a16:creationId xmlns:a16="http://schemas.microsoft.com/office/drawing/2014/main" id="{8D9418EE-4062-0790-285B-0BF041FF5E96}"/>
                </a:ext>
              </a:extLst>
            </p:cNvPr>
            <p:cNvSpPr/>
            <p:nvPr/>
          </p:nvSpPr>
          <p:spPr>
            <a:xfrm>
              <a:off x="190254" y="3471796"/>
              <a:ext cx="1919092" cy="494414"/>
            </a:xfrm>
            <a:prstGeom prst="chevron">
              <a:avLst>
                <a:gd name="adj" fmla="val 272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7" name="Oval 85">
              <a:extLst>
                <a:ext uri="{FF2B5EF4-FFF2-40B4-BE49-F238E27FC236}">
                  <a16:creationId xmlns:a16="http://schemas.microsoft.com/office/drawing/2014/main" id="{4E1D859B-9D84-9FC7-2200-30BA448735F0}"/>
                </a:ext>
              </a:extLst>
            </p:cNvPr>
            <p:cNvSpPr/>
            <p:nvPr/>
          </p:nvSpPr>
          <p:spPr>
            <a:xfrm>
              <a:off x="802602" y="3081188"/>
              <a:ext cx="688415" cy="651510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8" name="Chevron 86">
              <a:extLst>
                <a:ext uri="{FF2B5EF4-FFF2-40B4-BE49-F238E27FC236}">
                  <a16:creationId xmlns:a16="http://schemas.microsoft.com/office/drawing/2014/main" id="{7F91826E-1499-A611-C830-9A6039312E78}"/>
                </a:ext>
              </a:extLst>
            </p:cNvPr>
            <p:cNvSpPr/>
            <p:nvPr/>
          </p:nvSpPr>
          <p:spPr>
            <a:xfrm rot="16200000">
              <a:off x="1059682" y="1942935"/>
              <a:ext cx="142504" cy="221736"/>
            </a:xfrm>
            <a:prstGeom prst="chevron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grpSp>
        <p:nvGrpSpPr>
          <p:cNvPr id="39" name="Group 87">
            <a:extLst>
              <a:ext uri="{FF2B5EF4-FFF2-40B4-BE49-F238E27FC236}">
                <a16:creationId xmlns:a16="http://schemas.microsoft.com/office/drawing/2014/main" id="{63076735-9FFA-6C00-3CFC-1092AEC54A89}"/>
              </a:ext>
            </a:extLst>
          </p:cNvPr>
          <p:cNvGrpSpPr/>
          <p:nvPr/>
        </p:nvGrpSpPr>
        <p:grpSpPr>
          <a:xfrm>
            <a:off x="6424413" y="3558555"/>
            <a:ext cx="1738138" cy="1900877"/>
            <a:chOff x="2102681" y="2276130"/>
            <a:chExt cx="1738138" cy="1900877"/>
          </a:xfrm>
          <a:solidFill>
            <a:srgbClr val="3A7E22"/>
          </a:solidFill>
        </p:grpSpPr>
        <p:sp>
          <p:nvSpPr>
            <p:cNvPr id="40" name="Chevron 88">
              <a:extLst>
                <a:ext uri="{FF2B5EF4-FFF2-40B4-BE49-F238E27FC236}">
                  <a16:creationId xmlns:a16="http://schemas.microsoft.com/office/drawing/2014/main" id="{2C292305-7941-753F-C6E1-D80D18A95486}"/>
                </a:ext>
              </a:extLst>
            </p:cNvPr>
            <p:cNvSpPr/>
            <p:nvPr/>
          </p:nvSpPr>
          <p:spPr>
            <a:xfrm>
              <a:off x="2102681" y="2276130"/>
              <a:ext cx="1738138" cy="467337"/>
            </a:xfrm>
            <a:prstGeom prst="chevron">
              <a:avLst>
                <a:gd name="adj" fmla="val 272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1" name="Chevron 89">
              <a:extLst>
                <a:ext uri="{FF2B5EF4-FFF2-40B4-BE49-F238E27FC236}">
                  <a16:creationId xmlns:a16="http://schemas.microsoft.com/office/drawing/2014/main" id="{207FD3EA-564C-CA1B-9616-3A45BAA10EFF}"/>
                </a:ext>
              </a:extLst>
            </p:cNvPr>
            <p:cNvSpPr/>
            <p:nvPr/>
          </p:nvSpPr>
          <p:spPr>
            <a:xfrm rot="5400000">
              <a:off x="2912722" y="4017294"/>
              <a:ext cx="134700" cy="184726"/>
            </a:xfrm>
            <a:prstGeom prst="chevron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  <p:sp>
          <p:nvSpPr>
            <p:cNvPr id="42" name="Oval 90">
              <a:extLst>
                <a:ext uri="{FF2B5EF4-FFF2-40B4-BE49-F238E27FC236}">
                  <a16:creationId xmlns:a16="http://schemas.microsoft.com/office/drawing/2014/main" id="{8ED8B460-6B87-A2E5-F349-52903C9582E1}"/>
                </a:ext>
              </a:extLst>
            </p:cNvPr>
            <p:cNvSpPr/>
            <p:nvPr/>
          </p:nvSpPr>
          <p:spPr>
            <a:xfrm>
              <a:off x="2701727" y="2464662"/>
              <a:ext cx="576238" cy="590969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43" name="TextBox 92">
            <a:extLst>
              <a:ext uri="{FF2B5EF4-FFF2-40B4-BE49-F238E27FC236}">
                <a16:creationId xmlns:a16="http://schemas.microsoft.com/office/drawing/2014/main" id="{8D2BCCA3-9A30-6368-9452-33F8839B41AA}"/>
              </a:ext>
            </a:extLst>
          </p:cNvPr>
          <p:cNvSpPr txBox="1"/>
          <p:nvPr/>
        </p:nvSpPr>
        <p:spPr>
          <a:xfrm>
            <a:off x="2223831" y="3293128"/>
            <a:ext cx="600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1997-2004</a:t>
            </a:r>
          </a:p>
        </p:txBody>
      </p:sp>
      <p:sp>
        <p:nvSpPr>
          <p:cNvPr id="44" name="TextBox 93">
            <a:extLst>
              <a:ext uri="{FF2B5EF4-FFF2-40B4-BE49-F238E27FC236}">
                <a16:creationId xmlns:a16="http://schemas.microsoft.com/office/drawing/2014/main" id="{1550A109-8721-67D4-ABCC-546F425BF7D7}"/>
              </a:ext>
            </a:extLst>
          </p:cNvPr>
          <p:cNvSpPr txBox="1"/>
          <p:nvPr/>
        </p:nvSpPr>
        <p:spPr>
          <a:xfrm>
            <a:off x="3830146" y="3840528"/>
            <a:ext cx="609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2004-2012</a:t>
            </a:r>
          </a:p>
        </p:txBody>
      </p:sp>
      <p:sp>
        <p:nvSpPr>
          <p:cNvPr id="45" name="TextBox 94">
            <a:extLst>
              <a:ext uri="{FF2B5EF4-FFF2-40B4-BE49-F238E27FC236}">
                <a16:creationId xmlns:a16="http://schemas.microsoft.com/office/drawing/2014/main" id="{9CA3674A-51DB-9BC6-696C-03554072C8EF}"/>
              </a:ext>
            </a:extLst>
          </p:cNvPr>
          <p:cNvSpPr txBox="1"/>
          <p:nvPr/>
        </p:nvSpPr>
        <p:spPr>
          <a:xfrm>
            <a:off x="5393725" y="3285981"/>
            <a:ext cx="63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2012-2018</a:t>
            </a:r>
          </a:p>
        </p:txBody>
      </p:sp>
      <p:sp>
        <p:nvSpPr>
          <p:cNvPr id="46" name="TextBox 95">
            <a:extLst>
              <a:ext uri="{FF2B5EF4-FFF2-40B4-BE49-F238E27FC236}">
                <a16:creationId xmlns:a16="http://schemas.microsoft.com/office/drawing/2014/main" id="{F009BCB5-005E-6123-6FC6-FBECD123F5C2}"/>
              </a:ext>
            </a:extLst>
          </p:cNvPr>
          <p:cNvSpPr txBox="1"/>
          <p:nvPr/>
        </p:nvSpPr>
        <p:spPr>
          <a:xfrm>
            <a:off x="7038391" y="3799876"/>
            <a:ext cx="658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2018-2023</a:t>
            </a:r>
          </a:p>
        </p:txBody>
      </p:sp>
      <p:grpSp>
        <p:nvGrpSpPr>
          <p:cNvPr id="47" name="Group 96">
            <a:extLst>
              <a:ext uri="{FF2B5EF4-FFF2-40B4-BE49-F238E27FC236}">
                <a16:creationId xmlns:a16="http://schemas.microsoft.com/office/drawing/2014/main" id="{C83BCA83-B249-A925-8A67-5D40ACE267F8}"/>
              </a:ext>
            </a:extLst>
          </p:cNvPr>
          <p:cNvGrpSpPr/>
          <p:nvPr/>
        </p:nvGrpSpPr>
        <p:grpSpPr>
          <a:xfrm>
            <a:off x="8138102" y="2207026"/>
            <a:ext cx="1738133" cy="1806261"/>
            <a:chOff x="190253" y="1974908"/>
            <a:chExt cx="2076498" cy="1991302"/>
          </a:xfrm>
          <a:solidFill>
            <a:srgbClr val="104862"/>
          </a:solidFill>
        </p:grpSpPr>
        <p:cxnSp>
          <p:nvCxnSpPr>
            <p:cNvPr id="48" name="Straight Connector 97">
              <a:extLst>
                <a:ext uri="{FF2B5EF4-FFF2-40B4-BE49-F238E27FC236}">
                  <a16:creationId xmlns:a16="http://schemas.microsoft.com/office/drawing/2014/main" id="{B20BA227-0D11-4F49-ACE6-FB2D0D4F5723}"/>
                </a:ext>
              </a:extLst>
            </p:cNvPr>
            <p:cNvCxnSpPr>
              <a:cxnSpLocks/>
            </p:cNvCxnSpPr>
            <p:nvPr/>
          </p:nvCxnSpPr>
          <p:spPr>
            <a:xfrm>
              <a:off x="1218999" y="2109605"/>
              <a:ext cx="0" cy="1033323"/>
            </a:xfrm>
            <a:prstGeom prst="line">
              <a:avLst/>
            </a:prstGeom>
            <a:grpFill/>
            <a:ln w="19050" cmpd="thickThin">
              <a:solidFill>
                <a:srgbClr val="10486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hevron 98">
              <a:extLst>
                <a:ext uri="{FF2B5EF4-FFF2-40B4-BE49-F238E27FC236}">
                  <a16:creationId xmlns:a16="http://schemas.microsoft.com/office/drawing/2014/main" id="{AEA25766-BA52-3A14-09BA-BEE6C64D23D7}"/>
                </a:ext>
              </a:extLst>
            </p:cNvPr>
            <p:cNvSpPr/>
            <p:nvPr/>
          </p:nvSpPr>
          <p:spPr>
            <a:xfrm>
              <a:off x="190253" y="3471796"/>
              <a:ext cx="2076498" cy="494414"/>
            </a:xfrm>
            <a:prstGeom prst="chevron">
              <a:avLst>
                <a:gd name="adj" fmla="val 272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0" name="Oval 99">
              <a:extLst>
                <a:ext uri="{FF2B5EF4-FFF2-40B4-BE49-F238E27FC236}">
                  <a16:creationId xmlns:a16="http://schemas.microsoft.com/office/drawing/2014/main" id="{8CF4FBFC-56FC-9840-EA76-549C60FF2BFC}"/>
                </a:ext>
              </a:extLst>
            </p:cNvPr>
            <p:cNvSpPr/>
            <p:nvPr/>
          </p:nvSpPr>
          <p:spPr>
            <a:xfrm>
              <a:off x="879624" y="3075686"/>
              <a:ext cx="688415" cy="651510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1" name="Chevron 100">
              <a:extLst>
                <a:ext uri="{FF2B5EF4-FFF2-40B4-BE49-F238E27FC236}">
                  <a16:creationId xmlns:a16="http://schemas.microsoft.com/office/drawing/2014/main" id="{70A8879E-5A06-FE96-CC4E-6160BF8857D5}"/>
                </a:ext>
              </a:extLst>
            </p:cNvPr>
            <p:cNvSpPr/>
            <p:nvPr/>
          </p:nvSpPr>
          <p:spPr>
            <a:xfrm rot="16200000">
              <a:off x="1157249" y="1935292"/>
              <a:ext cx="142504" cy="221736"/>
            </a:xfrm>
            <a:prstGeom prst="chevron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sp>
        <p:nvSpPr>
          <p:cNvPr id="52" name="TextBox 101">
            <a:extLst>
              <a:ext uri="{FF2B5EF4-FFF2-40B4-BE49-F238E27FC236}">
                <a16:creationId xmlns:a16="http://schemas.microsoft.com/office/drawing/2014/main" id="{4980E4F5-DFDB-E51F-61F1-9AD82BC7C4F2}"/>
              </a:ext>
            </a:extLst>
          </p:cNvPr>
          <p:cNvSpPr txBox="1"/>
          <p:nvPr/>
        </p:nvSpPr>
        <p:spPr>
          <a:xfrm>
            <a:off x="8737270" y="3279336"/>
            <a:ext cx="665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2023-now</a:t>
            </a:r>
          </a:p>
        </p:txBody>
      </p:sp>
      <p:sp>
        <p:nvSpPr>
          <p:cNvPr id="81" name="TextBox 144">
            <a:extLst>
              <a:ext uri="{FF2B5EF4-FFF2-40B4-BE49-F238E27FC236}">
                <a16:creationId xmlns:a16="http://schemas.microsoft.com/office/drawing/2014/main" id="{71F24799-B115-B643-B238-B9647FE25A28}"/>
              </a:ext>
            </a:extLst>
          </p:cNvPr>
          <p:cNvSpPr txBox="1"/>
          <p:nvPr/>
        </p:nvSpPr>
        <p:spPr>
          <a:xfrm>
            <a:off x="11261506" y="385711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2030</a:t>
            </a:r>
          </a:p>
        </p:txBody>
      </p:sp>
      <p:pic>
        <p:nvPicPr>
          <p:cNvPr id="85" name="Immagine 84">
            <a:extLst>
              <a:ext uri="{FF2B5EF4-FFF2-40B4-BE49-F238E27FC236}">
                <a16:creationId xmlns:a16="http://schemas.microsoft.com/office/drawing/2014/main" id="{7DD36A19-02BE-86EF-4797-BC847EBB4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52651" y="242393"/>
            <a:ext cx="993468" cy="99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7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C31F-6FF9-3A1F-B11B-C8468C88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A0113D-EB55-050C-662B-C2F1C7E8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5</a:t>
            </a:r>
            <a:r>
              <a:rPr lang="en-US" noProof="0" dirty="0">
                <a:solidFill>
                  <a:srgbClr val="00284B"/>
                </a:solidFill>
                <a:latin typeface="Century Gothic" panose="020B0502020202020204" pitchFamily="34" charset="0"/>
              </a:rPr>
              <a:t>) Adaptive &amp; Autonomous Security Automation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44F8E95-D626-A584-826F-D3163DF1EF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161826"/>
            <a:ext cx="8373102" cy="4680000"/>
          </a:xfrm>
        </p:spPr>
        <p:txBody>
          <a:bodyPr/>
          <a:lstStyle/>
          <a:p>
            <a:r>
              <a:rPr lang="en-US" b="1" noProof="0" dirty="0"/>
              <a:t>Main idea:</a:t>
            </a:r>
            <a:br>
              <a:rPr lang="en-US" noProof="0" dirty="0"/>
            </a:br>
            <a:r>
              <a:rPr lang="en-US" noProof="0" dirty="0"/>
              <a:t>Security automation increasingly moves to continuously adapting security decisions to changes in requirements, threats, traffic, and infrastructure.</a:t>
            </a:r>
          </a:p>
          <a:p>
            <a:r>
              <a:rPr lang="en-US" sz="2000" i="1" dirty="0"/>
              <a:t>Representative papers</a:t>
            </a:r>
            <a:r>
              <a:rPr lang="it-IT" sz="2000" dirty="0"/>
              <a:t>: [99], [102], [107], [110], [114], [116]  </a:t>
            </a:r>
            <a:endParaRPr lang="en-US" sz="2000" dirty="0"/>
          </a:p>
          <a:p>
            <a:endParaRPr lang="en-US" sz="1600" noProof="0" dirty="0"/>
          </a:p>
          <a:p>
            <a:r>
              <a:rPr lang="en-US" b="1" noProof="0" dirty="0"/>
              <a:t>Key characteristics:</a:t>
            </a:r>
            <a:endParaRPr lang="en-US" noProof="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dirty="0"/>
              <a:t>Security configurations are automatically reconfigured in response to network or security changes (e.g., attacks).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dirty="0"/>
              <a:t>Automation increasingly targets distributed environments, including edge-to-cloud.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dirty="0"/>
              <a:t>AI/ML techniques are introduced</a:t>
            </a:r>
            <a:endParaRPr lang="en-US" noProof="0" dirty="0"/>
          </a:p>
        </p:txBody>
      </p:sp>
      <p:pic>
        <p:nvPicPr>
          <p:cNvPr id="4" name="Immagine 3" descr="Choosing right cloud and autonomous intelligent network framework">
            <a:extLst>
              <a:ext uri="{FF2B5EF4-FFF2-40B4-BE49-F238E27FC236}">
                <a16:creationId xmlns:a16="http://schemas.microsoft.com/office/drawing/2014/main" id="{B1BCAEFF-6DF8-43DD-FAE3-11E472065C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98" t="29962" r="15654" b="16313"/>
          <a:stretch>
            <a:fillRect/>
          </a:stretch>
        </p:blipFill>
        <p:spPr>
          <a:xfrm>
            <a:off x="8065638" y="2650183"/>
            <a:ext cx="3991829" cy="155763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1A078B-D407-2ACB-15B5-2B487ADB1BA0}"/>
              </a:ext>
            </a:extLst>
          </p:cNvPr>
          <p:cNvSpPr txBox="1"/>
          <p:nvPr/>
        </p:nvSpPr>
        <p:spPr>
          <a:xfrm>
            <a:off x="8283727" y="4154243"/>
            <a:ext cx="3555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800" dirty="0"/>
              <a:t>https://www.redhat.com/en/blog/telco-autonomous-networks-choosing-the-right-cloud-and-framework</a:t>
            </a:r>
          </a:p>
        </p:txBody>
      </p:sp>
    </p:spTree>
    <p:extLst>
      <p:ext uri="{BB962C8B-B14F-4D97-AF65-F5344CB8AC3E}">
        <p14:creationId xmlns:p14="http://schemas.microsoft.com/office/powerpoint/2010/main" val="1692704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5471-8C6C-9244-3470-03B15221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600A5F-6AC3-2A00-8020-759BD8792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5) Adaptive &amp; Autonomous Security Automation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99E7869E-4B02-781F-9AD5-590C0A63B5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4962" y="5405715"/>
            <a:ext cx="11662075" cy="605294"/>
          </a:xfrm>
        </p:spPr>
        <p:txBody>
          <a:bodyPr/>
          <a:lstStyle/>
          <a:p>
            <a:r>
              <a:rPr lang="en-US" sz="1600" noProof="0" dirty="0"/>
              <a:t>[114] P. </a:t>
            </a:r>
            <a:r>
              <a:rPr lang="en-US" sz="1600" noProof="0" dirty="0" err="1"/>
              <a:t>Kamarajapandian</a:t>
            </a:r>
            <a:r>
              <a:rPr lang="en-US" sz="1600" noProof="0" dirty="0"/>
              <a:t>, S. Nithya, A. Syed Haroon, V. Bharathi, A. Kaliappan, and L. Meenachi, “Intent-based networking using LLM-driven agentic reinforcement learning for zero-touch 5G/6G and IoT systems,” Computer Communications, vol. 257, art. 108602, 2026. **DOI:** `10.1016/j.comcom.2026.108602`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E2152CF-9358-AF3C-CDA8-8636F856D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100" y="977462"/>
            <a:ext cx="5009878" cy="433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502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E37B-8F1F-0093-1441-C5C9373E1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B488A2-B076-FF43-BDD1-160A2080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/>
              <a:t>Five-Dimensional Analysis of the Literature</a:t>
            </a:r>
            <a:endParaRPr lang="en-US" noProof="0" dirty="0"/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6EB7513E-A8A7-FCDF-D1A8-7E5E2B1983BC}"/>
              </a:ext>
            </a:extLst>
          </p:cNvPr>
          <p:cNvSpPr/>
          <p:nvPr/>
        </p:nvSpPr>
        <p:spPr>
          <a:xfrm>
            <a:off x="506073" y="2729011"/>
            <a:ext cx="2148840" cy="2410548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it-IT" sz="2800" dirty="0"/>
          </a:p>
        </p:txBody>
      </p:sp>
      <p:sp>
        <p:nvSpPr>
          <p:cNvPr id="9" name="Shape 16">
            <a:extLst>
              <a:ext uri="{FF2B5EF4-FFF2-40B4-BE49-F238E27FC236}">
                <a16:creationId xmlns:a16="http://schemas.microsoft.com/office/drawing/2014/main" id="{7B040F54-C91C-6AE7-424B-0CFBD9DA1FB5}"/>
              </a:ext>
            </a:extLst>
          </p:cNvPr>
          <p:cNvSpPr/>
          <p:nvPr/>
        </p:nvSpPr>
        <p:spPr>
          <a:xfrm>
            <a:off x="506073" y="2729011"/>
            <a:ext cx="2148840" cy="1097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280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DFE775E0-E6EA-5E78-0389-A730FA8480C2}"/>
              </a:ext>
            </a:extLst>
          </p:cNvPr>
          <p:cNvSpPr/>
          <p:nvPr/>
        </p:nvSpPr>
        <p:spPr>
          <a:xfrm>
            <a:off x="643233" y="3172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</a:rPr>
              <a:t>Automation Scope</a:t>
            </a:r>
            <a:endParaRPr lang="en-US" dirty="0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E472121E-C951-8CE7-B3AC-B292A09C7B52}"/>
              </a:ext>
            </a:extLst>
          </p:cNvPr>
          <p:cNvSpPr/>
          <p:nvPr/>
        </p:nvSpPr>
        <p:spPr>
          <a:xfrm>
            <a:off x="643233" y="4175655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Which phase of the configuration process is automated?</a:t>
            </a:r>
          </a:p>
        </p:txBody>
      </p:sp>
      <p:sp>
        <p:nvSpPr>
          <p:cNvPr id="15" name="Shape 19">
            <a:extLst>
              <a:ext uri="{FF2B5EF4-FFF2-40B4-BE49-F238E27FC236}">
                <a16:creationId xmlns:a16="http://schemas.microsoft.com/office/drawing/2014/main" id="{58ABBDA6-ED16-0132-94FA-944C74044187}"/>
              </a:ext>
            </a:extLst>
          </p:cNvPr>
          <p:cNvSpPr/>
          <p:nvPr/>
        </p:nvSpPr>
        <p:spPr>
          <a:xfrm>
            <a:off x="2782929" y="2729011"/>
            <a:ext cx="2148840" cy="2410548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it-IT" sz="280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FC6D02FB-F3FB-35A2-53CB-84E033D42460}"/>
              </a:ext>
            </a:extLst>
          </p:cNvPr>
          <p:cNvSpPr/>
          <p:nvPr/>
        </p:nvSpPr>
        <p:spPr>
          <a:xfrm>
            <a:off x="2782929" y="2729011"/>
            <a:ext cx="2148840" cy="10972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280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3FCD6A81-453D-D3D7-7F6A-ED78A1CA7327}"/>
              </a:ext>
            </a:extLst>
          </p:cNvPr>
          <p:cNvSpPr/>
          <p:nvPr/>
        </p:nvSpPr>
        <p:spPr>
          <a:xfrm>
            <a:off x="2843679" y="315152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</a:rPr>
              <a:t>Target Environment</a:t>
            </a:r>
            <a:endParaRPr lang="en-US" dirty="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3035878F-5723-CD6F-3DF8-BF3528E87078}"/>
              </a:ext>
            </a:extLst>
          </p:cNvPr>
          <p:cNvSpPr/>
          <p:nvPr/>
        </p:nvSpPr>
        <p:spPr>
          <a:xfrm>
            <a:off x="2878783" y="4232410"/>
            <a:ext cx="205298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Does the approach operate in physical, virtual, or mixed networks?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D7C78B90-D8DB-6413-431A-D501A147086A}"/>
              </a:ext>
            </a:extLst>
          </p:cNvPr>
          <p:cNvSpPr/>
          <p:nvPr/>
        </p:nvSpPr>
        <p:spPr>
          <a:xfrm>
            <a:off x="5059785" y="2729010"/>
            <a:ext cx="2148840" cy="2410548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it-IT" sz="280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CC83C070-3A37-100C-056A-D2D9E28CAFCA}"/>
              </a:ext>
            </a:extLst>
          </p:cNvPr>
          <p:cNvSpPr/>
          <p:nvPr/>
        </p:nvSpPr>
        <p:spPr>
          <a:xfrm>
            <a:off x="5059785" y="2729011"/>
            <a:ext cx="2148840" cy="10972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28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90D4CB3-A8CB-C67B-F68F-4BDCA10B5A35}"/>
              </a:ext>
            </a:extLst>
          </p:cNvPr>
          <p:cNvSpPr/>
          <p:nvPr/>
        </p:nvSpPr>
        <p:spPr>
          <a:xfrm>
            <a:off x="5196945" y="3172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</a:rPr>
              <a:t>Security Functions</a:t>
            </a:r>
            <a:endParaRPr lang="en-US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26A515C-5CE6-B9D5-EB7B-FA45BFCF77A0}"/>
              </a:ext>
            </a:extLst>
          </p:cNvPr>
          <p:cNvSpPr/>
          <p:nvPr/>
        </p:nvSpPr>
        <p:spPr>
          <a:xfrm>
            <a:off x="5196945" y="4216329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Which NSFs are supported?</a:t>
            </a: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4270054B-3ED2-EBBE-D53E-CB9141326832}"/>
              </a:ext>
            </a:extLst>
          </p:cNvPr>
          <p:cNvSpPr/>
          <p:nvPr/>
        </p:nvSpPr>
        <p:spPr>
          <a:xfrm>
            <a:off x="7336641" y="2729010"/>
            <a:ext cx="2148840" cy="2410547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it-IT" sz="280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92CD214B-8C82-921B-745C-E542F358BEEA}"/>
              </a:ext>
            </a:extLst>
          </p:cNvPr>
          <p:cNvSpPr/>
          <p:nvPr/>
        </p:nvSpPr>
        <p:spPr>
          <a:xfrm>
            <a:off x="7336641" y="2729011"/>
            <a:ext cx="2148840" cy="10972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280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56148370-BA1B-19EE-F5C6-8C8A8393F324}"/>
              </a:ext>
            </a:extLst>
          </p:cNvPr>
          <p:cNvSpPr/>
          <p:nvPr/>
        </p:nvSpPr>
        <p:spPr>
          <a:xfrm>
            <a:off x="7473801" y="3178959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</a:rPr>
              <a:t>Correctness Guarantees</a:t>
            </a:r>
            <a:endParaRPr lang="en-US" dirty="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0694DB63-3BDE-C5D6-46F2-E717EC6DC13B}"/>
              </a:ext>
            </a:extLst>
          </p:cNvPr>
          <p:cNvSpPr/>
          <p:nvPr/>
        </p:nvSpPr>
        <p:spPr>
          <a:xfrm>
            <a:off x="7473801" y="4216801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Is configuration correctness formally ensured?</a:t>
            </a:r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83153736-13AB-E904-92E5-C960F3CA6EF6}"/>
              </a:ext>
            </a:extLst>
          </p:cNvPr>
          <p:cNvSpPr/>
          <p:nvPr/>
        </p:nvSpPr>
        <p:spPr>
          <a:xfrm>
            <a:off x="9613497" y="2729010"/>
            <a:ext cx="2148840" cy="2410547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it-IT" sz="3600"/>
          </a:p>
        </p:txBody>
      </p:sp>
      <p:sp>
        <p:nvSpPr>
          <p:cNvPr id="41" name="Shape 32">
            <a:extLst>
              <a:ext uri="{FF2B5EF4-FFF2-40B4-BE49-F238E27FC236}">
                <a16:creationId xmlns:a16="http://schemas.microsoft.com/office/drawing/2014/main" id="{F4473F81-EA94-6A42-21F0-FC9E99665A01}"/>
              </a:ext>
            </a:extLst>
          </p:cNvPr>
          <p:cNvSpPr/>
          <p:nvPr/>
        </p:nvSpPr>
        <p:spPr>
          <a:xfrm>
            <a:off x="9613497" y="2729011"/>
            <a:ext cx="2148840" cy="109728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2800"/>
          </a:p>
        </p:txBody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F4753D2D-86D3-967D-D620-DEFA3196F42E}"/>
              </a:ext>
            </a:extLst>
          </p:cNvPr>
          <p:cNvSpPr/>
          <p:nvPr/>
        </p:nvSpPr>
        <p:spPr>
          <a:xfrm>
            <a:off x="9750657" y="322467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Objectives</a:t>
            </a:r>
            <a:endParaRPr lang="en-US" dirty="0"/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0E084B30-F737-2F0D-0F1A-FD9989DA6F9F}"/>
              </a:ext>
            </a:extLst>
          </p:cNvPr>
          <p:cNvSpPr/>
          <p:nvPr/>
        </p:nvSpPr>
        <p:spPr>
          <a:xfrm>
            <a:off x="9750657" y="4216329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Is the approach optimized?</a:t>
            </a:r>
          </a:p>
        </p:txBody>
      </p:sp>
      <p:pic>
        <p:nvPicPr>
          <p:cNvPr id="47" name="Immagine 46">
            <a:extLst>
              <a:ext uri="{FF2B5EF4-FFF2-40B4-BE49-F238E27FC236}">
                <a16:creationId xmlns:a16="http://schemas.microsoft.com/office/drawing/2014/main" id="{ED5172EB-DC67-1560-F700-54DD9F990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945" y="1044623"/>
            <a:ext cx="1274169" cy="12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611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AE96-F5F8-1DF0-5172-F4F0F4B6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72A088-28E1-9457-EE45-87DE70B71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Automation Scope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95EBFC-9A95-D089-B8F7-2397A378D6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4414345"/>
            <a:ext cx="11662075" cy="178843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Security Service Composition still requires investigation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sz="2200" dirty="0"/>
              <a:t>In the literature, Virtual Network Embedding (VNE) is more addressed.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11111"/>
                </a:solidFill>
              </a:rPr>
              <a:t>Joint Composition + Configuration has been dominating the last years.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endParaRPr lang="en-US" sz="2000" noProof="0" dirty="0"/>
          </a:p>
        </p:txBody>
      </p:sp>
      <p:graphicFrame>
        <p:nvGraphicFramePr>
          <p:cNvPr id="30" name="Chart 0">
            <a:extLst>
              <a:ext uri="{FF2B5EF4-FFF2-40B4-BE49-F238E27FC236}">
                <a16:creationId xmlns:a16="http://schemas.microsoft.com/office/drawing/2014/main" id="{14C3B0C5-90B8-6E78-12B1-CCE18E7C39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1683135"/>
              </p:ext>
            </p:extLst>
          </p:nvPr>
        </p:nvGraphicFramePr>
        <p:xfrm>
          <a:off x="900737" y="978809"/>
          <a:ext cx="3427279" cy="3242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" name="Text 3">
            <a:extLst>
              <a:ext uri="{FF2B5EF4-FFF2-40B4-BE49-F238E27FC236}">
                <a16:creationId xmlns:a16="http://schemas.microsoft.com/office/drawing/2014/main" id="{063F48BE-53FA-3E56-72F6-1DE095149E94}"/>
              </a:ext>
            </a:extLst>
          </p:cNvPr>
          <p:cNvSpPr/>
          <p:nvPr/>
        </p:nvSpPr>
        <p:spPr>
          <a:xfrm>
            <a:off x="6446520" y="10515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3C"/>
                </a:solidFill>
              </a:rPr>
              <a:t>Distribution</a:t>
            </a:r>
            <a:endParaRPr lang="en-US" sz="16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F366ECBF-4E2A-321B-FA8E-EDBCE375AC1C}"/>
              </a:ext>
            </a:extLst>
          </p:cNvPr>
          <p:cNvSpPr/>
          <p:nvPr/>
        </p:nvSpPr>
        <p:spPr>
          <a:xfrm>
            <a:off x="6446520" y="1508760"/>
            <a:ext cx="164592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541B7304-477B-F907-676A-E5ADD16B0F29}"/>
              </a:ext>
            </a:extLst>
          </p:cNvPr>
          <p:cNvSpPr/>
          <p:nvPr/>
        </p:nvSpPr>
        <p:spPr>
          <a:xfrm>
            <a:off x="6757416" y="1444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Function Configuration</a:t>
            </a:r>
            <a:endParaRPr lang="en-US" sz="12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3C7A24FD-5572-6D74-90FE-F4855B454189}"/>
              </a:ext>
            </a:extLst>
          </p:cNvPr>
          <p:cNvSpPr/>
          <p:nvPr/>
        </p:nvSpPr>
        <p:spPr>
          <a:xfrm>
            <a:off x="10058400" y="1444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81</a:t>
            </a:r>
            <a:endParaRPr lang="en-US" sz="12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34B4DFAB-99FF-E470-7945-1EF4130AC659}"/>
              </a:ext>
            </a:extLst>
          </p:cNvPr>
          <p:cNvSpPr/>
          <p:nvPr/>
        </p:nvSpPr>
        <p:spPr>
          <a:xfrm>
            <a:off x="10607040" y="1444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69.2%</a:t>
            </a:r>
            <a:endParaRPr lang="en-US" sz="1200" dirty="0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9A1D4D8C-149C-605C-EFF0-8E3FDC735491}"/>
              </a:ext>
            </a:extLst>
          </p:cNvPr>
          <p:cNvSpPr/>
          <p:nvPr/>
        </p:nvSpPr>
        <p:spPr>
          <a:xfrm>
            <a:off x="6446520" y="1901952"/>
            <a:ext cx="164592" cy="164592"/>
          </a:xfrm>
          <a:prstGeom prst="rect">
            <a:avLst/>
          </a:prstGeom>
          <a:solidFill>
            <a:srgbClr val="2AB7A9"/>
          </a:solidFill>
          <a:ln w="12700">
            <a:solidFill>
              <a:srgbClr val="2AB7A9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A6086531-749E-1C30-93B3-510AA61E52A7}"/>
              </a:ext>
            </a:extLst>
          </p:cNvPr>
          <p:cNvSpPr/>
          <p:nvPr/>
        </p:nvSpPr>
        <p:spPr>
          <a:xfrm>
            <a:off x="6757416" y="18379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Service Composition</a:t>
            </a:r>
            <a:endParaRPr lang="en-US" sz="12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4BE64532-7B59-7EA7-E834-4A10B0C24F74}"/>
              </a:ext>
            </a:extLst>
          </p:cNvPr>
          <p:cNvSpPr/>
          <p:nvPr/>
        </p:nvSpPr>
        <p:spPr>
          <a:xfrm>
            <a:off x="10058400" y="18379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23</a:t>
            </a:r>
            <a:endParaRPr lang="en-US" sz="12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EA953DB5-B43F-833C-CAFC-A4CE2BB66218}"/>
              </a:ext>
            </a:extLst>
          </p:cNvPr>
          <p:cNvSpPr/>
          <p:nvPr/>
        </p:nvSpPr>
        <p:spPr>
          <a:xfrm>
            <a:off x="10607040" y="18379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19.7%</a:t>
            </a:r>
            <a:endParaRPr lang="en-US" sz="1200" dirty="0"/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AC28B02C-EECF-B5F6-9394-3F1EC050A361}"/>
              </a:ext>
            </a:extLst>
          </p:cNvPr>
          <p:cNvSpPr/>
          <p:nvPr/>
        </p:nvSpPr>
        <p:spPr>
          <a:xfrm>
            <a:off x="6446520" y="2295144"/>
            <a:ext cx="164592" cy="164592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it-IT" sz="240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0406BE2-5D44-1D1C-6BD7-CFF73E44066A}"/>
              </a:ext>
            </a:extLst>
          </p:cNvPr>
          <p:cNvSpPr/>
          <p:nvPr/>
        </p:nvSpPr>
        <p:spPr>
          <a:xfrm>
            <a:off x="6757416" y="2231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Joint Composition + Configuration</a:t>
            </a:r>
            <a:endParaRPr lang="en-US" sz="1200" dirty="0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6897F2C3-E7B0-718A-2CC0-CD81C9ED5EE1}"/>
              </a:ext>
            </a:extLst>
          </p:cNvPr>
          <p:cNvSpPr/>
          <p:nvPr/>
        </p:nvSpPr>
        <p:spPr>
          <a:xfrm>
            <a:off x="10058400" y="22311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13</a:t>
            </a:r>
            <a:endParaRPr lang="en-US" sz="1200" dirty="0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5076823E-FD3D-84FA-310A-FD45B1A63E68}"/>
              </a:ext>
            </a:extLst>
          </p:cNvPr>
          <p:cNvSpPr/>
          <p:nvPr/>
        </p:nvSpPr>
        <p:spPr>
          <a:xfrm>
            <a:off x="10607040" y="22311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11.1%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718622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6CCF-EB8F-00BA-0EAB-19379F20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B002B5-6D5E-57DE-A13D-1428A01BA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Target Environment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A650A4C-64B9-D65F-1908-5CC3F651D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4414345"/>
            <a:ext cx="11662075" cy="178843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Virtualized networks are the dominant class…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…but such historical transition is not a replacement of traditional networks: it is a broadening of the </a:t>
            </a:r>
            <a:r>
              <a:rPr lang="en-US" sz="2200" u="sng" dirty="0"/>
              <a:t>design space</a:t>
            </a:r>
            <a:r>
              <a:rPr lang="en-US" sz="2200" dirty="0"/>
              <a:t> toward mixed software-controlled infrastructures.</a:t>
            </a:r>
          </a:p>
        </p:txBody>
      </p:sp>
      <p:graphicFrame>
        <p:nvGraphicFramePr>
          <p:cNvPr id="30" name="Chart 0">
            <a:extLst>
              <a:ext uri="{FF2B5EF4-FFF2-40B4-BE49-F238E27FC236}">
                <a16:creationId xmlns:a16="http://schemas.microsoft.com/office/drawing/2014/main" id="{15353675-5A09-731D-8845-B0A0F934B3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0250131"/>
              </p:ext>
            </p:extLst>
          </p:nvPr>
        </p:nvGraphicFramePr>
        <p:xfrm>
          <a:off x="900737" y="978809"/>
          <a:ext cx="3427279" cy="3242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2546FC0E-F2C3-A9E3-AB23-8FCF69F3C3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8390528"/>
              </p:ext>
            </p:extLst>
          </p:nvPr>
        </p:nvGraphicFramePr>
        <p:xfrm>
          <a:off x="1147578" y="838725"/>
          <a:ext cx="3427279" cy="3242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">
            <a:extLst>
              <a:ext uri="{FF2B5EF4-FFF2-40B4-BE49-F238E27FC236}">
                <a16:creationId xmlns:a16="http://schemas.microsoft.com/office/drawing/2014/main" id="{454E9382-FC1F-D806-AFDD-8F46029583B3}"/>
              </a:ext>
            </a:extLst>
          </p:cNvPr>
          <p:cNvSpPr/>
          <p:nvPr/>
        </p:nvSpPr>
        <p:spPr>
          <a:xfrm>
            <a:off x="6446520" y="10515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3C"/>
                </a:solidFill>
              </a:rPr>
              <a:t>Distribution</a:t>
            </a:r>
            <a:endParaRPr lang="en-US" sz="1600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060DA80B-F1B2-92EC-DD9E-E0B9473514FA}"/>
              </a:ext>
            </a:extLst>
          </p:cNvPr>
          <p:cNvSpPr/>
          <p:nvPr/>
        </p:nvSpPr>
        <p:spPr>
          <a:xfrm>
            <a:off x="6446520" y="1508760"/>
            <a:ext cx="164592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4F994A31-8568-366F-86DB-A90C9914273A}"/>
              </a:ext>
            </a:extLst>
          </p:cNvPr>
          <p:cNvSpPr/>
          <p:nvPr/>
        </p:nvSpPr>
        <p:spPr>
          <a:xfrm>
            <a:off x="6757416" y="1444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Virtual</a:t>
            </a:r>
            <a:endParaRPr lang="en-US" sz="1200" dirty="0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AD64CA04-8335-5185-33F6-CA057D91B171}"/>
              </a:ext>
            </a:extLst>
          </p:cNvPr>
          <p:cNvSpPr/>
          <p:nvPr/>
        </p:nvSpPr>
        <p:spPr>
          <a:xfrm>
            <a:off x="10058400" y="1444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52</a:t>
            </a:r>
            <a:endParaRPr lang="en-US" sz="1200" dirty="0"/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7EF369A7-ECEC-1E78-D5A7-0B58E8CAF522}"/>
              </a:ext>
            </a:extLst>
          </p:cNvPr>
          <p:cNvSpPr/>
          <p:nvPr/>
        </p:nvSpPr>
        <p:spPr>
          <a:xfrm>
            <a:off x="10607040" y="1444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44.4%</a:t>
            </a:r>
            <a:endParaRPr lang="en-US" sz="1200" dirty="0"/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3453B72E-C42A-1AE7-0DC2-4FFF8CFBBEA6}"/>
              </a:ext>
            </a:extLst>
          </p:cNvPr>
          <p:cNvSpPr/>
          <p:nvPr/>
        </p:nvSpPr>
        <p:spPr>
          <a:xfrm>
            <a:off x="6446520" y="1901952"/>
            <a:ext cx="164592" cy="164592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22DDF22F-47C5-88DC-0463-3B1B86EBF40C}"/>
              </a:ext>
            </a:extLst>
          </p:cNvPr>
          <p:cNvSpPr/>
          <p:nvPr/>
        </p:nvSpPr>
        <p:spPr>
          <a:xfrm>
            <a:off x="6757416" y="18379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Traditional</a:t>
            </a:r>
            <a:endParaRPr lang="en-US" sz="1200" dirty="0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A1D256AC-DA2E-1056-EC34-D3E7A0068FBC}"/>
              </a:ext>
            </a:extLst>
          </p:cNvPr>
          <p:cNvSpPr/>
          <p:nvPr/>
        </p:nvSpPr>
        <p:spPr>
          <a:xfrm>
            <a:off x="10058400" y="18379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40</a:t>
            </a:r>
            <a:endParaRPr lang="en-US" sz="1200" dirty="0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2365381C-E3D4-5704-9B5B-AB97A2256D0B}"/>
              </a:ext>
            </a:extLst>
          </p:cNvPr>
          <p:cNvSpPr/>
          <p:nvPr/>
        </p:nvSpPr>
        <p:spPr>
          <a:xfrm>
            <a:off x="10607040" y="18379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34.2%</a:t>
            </a:r>
            <a:endParaRPr lang="en-US" sz="1200" dirty="0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F933984F-ADD2-8C83-2E67-960646099B4B}"/>
              </a:ext>
            </a:extLst>
          </p:cNvPr>
          <p:cNvSpPr/>
          <p:nvPr/>
        </p:nvSpPr>
        <p:spPr>
          <a:xfrm>
            <a:off x="6446520" y="2295144"/>
            <a:ext cx="164592" cy="164592"/>
          </a:xfrm>
          <a:prstGeom prst="rect">
            <a:avLst/>
          </a:prstGeom>
          <a:solidFill>
            <a:srgbClr val="2AB7A9"/>
          </a:solidFill>
          <a:ln w="12700">
            <a:solidFill>
              <a:srgbClr val="2AB7A9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956585EA-8BFD-F9B9-9B71-64ADEBC594A0}"/>
              </a:ext>
            </a:extLst>
          </p:cNvPr>
          <p:cNvSpPr/>
          <p:nvPr/>
        </p:nvSpPr>
        <p:spPr>
          <a:xfrm>
            <a:off x="6757416" y="2231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Both</a:t>
            </a:r>
            <a:endParaRPr lang="en-US" sz="1200" dirty="0"/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BBB24E9E-A240-CEEC-D70C-9C4BB79D844F}"/>
              </a:ext>
            </a:extLst>
          </p:cNvPr>
          <p:cNvSpPr/>
          <p:nvPr/>
        </p:nvSpPr>
        <p:spPr>
          <a:xfrm>
            <a:off x="10058400" y="22311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25</a:t>
            </a:r>
            <a:endParaRPr lang="en-US" sz="120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8E0C1276-875A-9811-0556-287152A3C1F3}"/>
              </a:ext>
            </a:extLst>
          </p:cNvPr>
          <p:cNvSpPr/>
          <p:nvPr/>
        </p:nvSpPr>
        <p:spPr>
          <a:xfrm>
            <a:off x="10607040" y="22311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21.4%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361115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D095-50BF-DF4C-D0A3-4467E930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FA88CC-49ED-9DB4-2C22-F8EE9B09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Security Functions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166D7A-E8DF-D50B-6C3E-786E2F1305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206" y="4921684"/>
            <a:ext cx="11662075" cy="91186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Firewalls represent the most investigated NSF.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Embedded systems have seen strong growth in recent years.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Most service composition approaches are not tailored to a specific NSF.</a:t>
            </a:r>
          </a:p>
        </p:txBody>
      </p:sp>
      <p:graphicFrame>
        <p:nvGraphicFramePr>
          <p:cNvPr id="83" name="Chart 0">
            <a:extLst>
              <a:ext uri="{FF2B5EF4-FFF2-40B4-BE49-F238E27FC236}">
                <a16:creationId xmlns:a16="http://schemas.microsoft.com/office/drawing/2014/main" id="{37C69359-98B3-82B1-7FCC-2832D31035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495307"/>
              </p:ext>
            </p:extLst>
          </p:nvPr>
        </p:nvGraphicFramePr>
        <p:xfrm>
          <a:off x="944880" y="984572"/>
          <a:ext cx="3711269" cy="3647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5" name="Text 3">
            <a:extLst>
              <a:ext uri="{FF2B5EF4-FFF2-40B4-BE49-F238E27FC236}">
                <a16:creationId xmlns:a16="http://schemas.microsoft.com/office/drawing/2014/main" id="{031EE291-6EB1-9F50-D2BD-8AD42E9ED09D}"/>
              </a:ext>
            </a:extLst>
          </p:cNvPr>
          <p:cNvSpPr/>
          <p:nvPr/>
        </p:nvSpPr>
        <p:spPr>
          <a:xfrm>
            <a:off x="6446520" y="10515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3C"/>
                </a:solidFill>
              </a:rPr>
              <a:t>Distribution</a:t>
            </a:r>
            <a:endParaRPr lang="en-US" sz="1600" dirty="0"/>
          </a:p>
        </p:txBody>
      </p:sp>
      <p:sp>
        <p:nvSpPr>
          <p:cNvPr id="87" name="Shape 4">
            <a:extLst>
              <a:ext uri="{FF2B5EF4-FFF2-40B4-BE49-F238E27FC236}">
                <a16:creationId xmlns:a16="http://schemas.microsoft.com/office/drawing/2014/main" id="{42E0FB27-0414-6424-237F-7B9867A80E1D}"/>
              </a:ext>
            </a:extLst>
          </p:cNvPr>
          <p:cNvSpPr/>
          <p:nvPr/>
        </p:nvSpPr>
        <p:spPr>
          <a:xfrm>
            <a:off x="6446520" y="1508760"/>
            <a:ext cx="164592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89" name="Text 5">
            <a:extLst>
              <a:ext uri="{FF2B5EF4-FFF2-40B4-BE49-F238E27FC236}">
                <a16:creationId xmlns:a16="http://schemas.microsoft.com/office/drawing/2014/main" id="{28586C36-8BBD-98C2-5FD3-EF439285765E}"/>
              </a:ext>
            </a:extLst>
          </p:cNvPr>
          <p:cNvSpPr/>
          <p:nvPr/>
        </p:nvSpPr>
        <p:spPr>
          <a:xfrm>
            <a:off x="6757416" y="1444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Firewall</a:t>
            </a:r>
            <a:endParaRPr lang="en-US" sz="1200" dirty="0"/>
          </a:p>
        </p:txBody>
      </p:sp>
      <p:sp>
        <p:nvSpPr>
          <p:cNvPr id="91" name="Text 6">
            <a:extLst>
              <a:ext uri="{FF2B5EF4-FFF2-40B4-BE49-F238E27FC236}">
                <a16:creationId xmlns:a16="http://schemas.microsoft.com/office/drawing/2014/main" id="{6C4970DD-029D-DE5C-7AE1-2AD0361BD844}"/>
              </a:ext>
            </a:extLst>
          </p:cNvPr>
          <p:cNvSpPr/>
          <p:nvPr/>
        </p:nvSpPr>
        <p:spPr>
          <a:xfrm>
            <a:off x="10058400" y="1444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31</a:t>
            </a:r>
            <a:endParaRPr lang="en-US" sz="1200" dirty="0"/>
          </a:p>
        </p:txBody>
      </p:sp>
      <p:sp>
        <p:nvSpPr>
          <p:cNvPr id="93" name="Text 7">
            <a:extLst>
              <a:ext uri="{FF2B5EF4-FFF2-40B4-BE49-F238E27FC236}">
                <a16:creationId xmlns:a16="http://schemas.microsoft.com/office/drawing/2014/main" id="{94F06EC2-DE5F-59FA-B204-03E6F318C69A}"/>
              </a:ext>
            </a:extLst>
          </p:cNvPr>
          <p:cNvSpPr/>
          <p:nvPr/>
        </p:nvSpPr>
        <p:spPr>
          <a:xfrm>
            <a:off x="10607040" y="1444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26.5%</a:t>
            </a:r>
            <a:endParaRPr lang="en-US" sz="1200" dirty="0"/>
          </a:p>
        </p:txBody>
      </p:sp>
      <p:sp>
        <p:nvSpPr>
          <p:cNvPr id="95" name="Shape 8">
            <a:extLst>
              <a:ext uri="{FF2B5EF4-FFF2-40B4-BE49-F238E27FC236}">
                <a16:creationId xmlns:a16="http://schemas.microsoft.com/office/drawing/2014/main" id="{2C373516-7856-42D8-1B45-AC915F12F7BE}"/>
              </a:ext>
            </a:extLst>
          </p:cNvPr>
          <p:cNvSpPr/>
          <p:nvPr/>
        </p:nvSpPr>
        <p:spPr>
          <a:xfrm>
            <a:off x="6446520" y="1901952"/>
            <a:ext cx="164592" cy="164592"/>
          </a:xfrm>
          <a:prstGeom prst="rect">
            <a:avLst/>
          </a:prstGeom>
          <a:solidFill>
            <a:srgbClr val="2AB7A9"/>
          </a:solidFill>
          <a:ln w="12700">
            <a:solidFill>
              <a:srgbClr val="2AB7A9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5C4B96FF-941B-F943-F081-256CE257015C}"/>
              </a:ext>
            </a:extLst>
          </p:cNvPr>
          <p:cNvSpPr/>
          <p:nvPr/>
        </p:nvSpPr>
        <p:spPr>
          <a:xfrm>
            <a:off x="6757416" y="18379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Generic / Multiple NSFs</a:t>
            </a:r>
            <a:endParaRPr lang="en-US" sz="1200" dirty="0"/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5A396650-021F-0149-1BBE-1153F7CE101B}"/>
              </a:ext>
            </a:extLst>
          </p:cNvPr>
          <p:cNvSpPr/>
          <p:nvPr/>
        </p:nvSpPr>
        <p:spPr>
          <a:xfrm>
            <a:off x="10058400" y="18379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30</a:t>
            </a:r>
            <a:endParaRPr lang="en-US" sz="1200" dirty="0"/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FB72BDEE-E87F-FA51-517E-0252301F983E}"/>
              </a:ext>
            </a:extLst>
          </p:cNvPr>
          <p:cNvSpPr/>
          <p:nvPr/>
        </p:nvSpPr>
        <p:spPr>
          <a:xfrm>
            <a:off x="10607040" y="18379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25.6%</a:t>
            </a:r>
            <a:endParaRPr lang="en-US" sz="1200" dirty="0"/>
          </a:p>
        </p:txBody>
      </p:sp>
      <p:sp>
        <p:nvSpPr>
          <p:cNvPr id="103" name="Shape 12">
            <a:extLst>
              <a:ext uri="{FF2B5EF4-FFF2-40B4-BE49-F238E27FC236}">
                <a16:creationId xmlns:a16="http://schemas.microsoft.com/office/drawing/2014/main" id="{3E755395-CBD7-C2BA-E16D-2CCD294EBA2F}"/>
              </a:ext>
            </a:extLst>
          </p:cNvPr>
          <p:cNvSpPr/>
          <p:nvPr/>
        </p:nvSpPr>
        <p:spPr>
          <a:xfrm>
            <a:off x="6446520" y="2295144"/>
            <a:ext cx="164592" cy="164592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05" name="Text 13">
            <a:extLst>
              <a:ext uri="{FF2B5EF4-FFF2-40B4-BE49-F238E27FC236}">
                <a16:creationId xmlns:a16="http://schemas.microsoft.com/office/drawing/2014/main" id="{EB47A037-3DCC-092F-45E9-70B849D296C2}"/>
              </a:ext>
            </a:extLst>
          </p:cNvPr>
          <p:cNvSpPr/>
          <p:nvPr/>
        </p:nvSpPr>
        <p:spPr>
          <a:xfrm>
            <a:off x="6757416" y="2231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Embedded systems</a:t>
            </a:r>
            <a:endParaRPr lang="en-US" sz="1200" dirty="0"/>
          </a:p>
        </p:txBody>
      </p:sp>
      <p:sp>
        <p:nvSpPr>
          <p:cNvPr id="107" name="Text 14">
            <a:extLst>
              <a:ext uri="{FF2B5EF4-FFF2-40B4-BE49-F238E27FC236}">
                <a16:creationId xmlns:a16="http://schemas.microsoft.com/office/drawing/2014/main" id="{F2E11173-430D-6E41-B0F1-55C78A6FC960}"/>
              </a:ext>
            </a:extLst>
          </p:cNvPr>
          <p:cNvSpPr/>
          <p:nvPr/>
        </p:nvSpPr>
        <p:spPr>
          <a:xfrm>
            <a:off x="10058400" y="22311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19</a:t>
            </a:r>
            <a:endParaRPr lang="en-US" sz="1200" dirty="0"/>
          </a:p>
        </p:txBody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84A04AAF-BBDE-13A7-FAC2-E105E840AFCF}"/>
              </a:ext>
            </a:extLst>
          </p:cNvPr>
          <p:cNvSpPr/>
          <p:nvPr/>
        </p:nvSpPr>
        <p:spPr>
          <a:xfrm>
            <a:off x="10607040" y="22311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16.2%</a:t>
            </a:r>
            <a:endParaRPr lang="en-US" sz="1200" dirty="0"/>
          </a:p>
        </p:txBody>
      </p:sp>
      <p:sp>
        <p:nvSpPr>
          <p:cNvPr id="111" name="Shape 16">
            <a:extLst>
              <a:ext uri="{FF2B5EF4-FFF2-40B4-BE49-F238E27FC236}">
                <a16:creationId xmlns:a16="http://schemas.microsoft.com/office/drawing/2014/main" id="{CF5CEB99-1F4C-44A8-13E2-D4267903BBEF}"/>
              </a:ext>
            </a:extLst>
          </p:cNvPr>
          <p:cNvSpPr/>
          <p:nvPr/>
        </p:nvSpPr>
        <p:spPr>
          <a:xfrm>
            <a:off x="6446520" y="2688336"/>
            <a:ext cx="164592" cy="164592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13" name="Text 17">
            <a:extLst>
              <a:ext uri="{FF2B5EF4-FFF2-40B4-BE49-F238E27FC236}">
                <a16:creationId xmlns:a16="http://schemas.microsoft.com/office/drawing/2014/main" id="{D2D64512-7AC8-EAA9-B102-0C16D7EE8411}"/>
              </a:ext>
            </a:extLst>
          </p:cNvPr>
          <p:cNvSpPr/>
          <p:nvPr/>
        </p:nvSpPr>
        <p:spPr>
          <a:xfrm>
            <a:off x="6757416" y="26243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Access-control devices</a:t>
            </a:r>
            <a:endParaRPr lang="en-US" sz="1200" dirty="0"/>
          </a:p>
        </p:txBody>
      </p:sp>
      <p:sp>
        <p:nvSpPr>
          <p:cNvPr id="115" name="Text 18">
            <a:extLst>
              <a:ext uri="{FF2B5EF4-FFF2-40B4-BE49-F238E27FC236}">
                <a16:creationId xmlns:a16="http://schemas.microsoft.com/office/drawing/2014/main" id="{7853722A-70B3-A857-BAFF-6694773B80E6}"/>
              </a:ext>
            </a:extLst>
          </p:cNvPr>
          <p:cNvSpPr/>
          <p:nvPr/>
        </p:nvSpPr>
        <p:spPr>
          <a:xfrm>
            <a:off x="10058400" y="26243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12</a:t>
            </a:r>
            <a:endParaRPr lang="en-US" sz="1200" dirty="0"/>
          </a:p>
        </p:txBody>
      </p:sp>
      <p:sp>
        <p:nvSpPr>
          <p:cNvPr id="117" name="Text 19">
            <a:extLst>
              <a:ext uri="{FF2B5EF4-FFF2-40B4-BE49-F238E27FC236}">
                <a16:creationId xmlns:a16="http://schemas.microsoft.com/office/drawing/2014/main" id="{D124BCFC-11E2-E85B-88E1-A5027FC9F25C}"/>
              </a:ext>
            </a:extLst>
          </p:cNvPr>
          <p:cNvSpPr/>
          <p:nvPr/>
        </p:nvSpPr>
        <p:spPr>
          <a:xfrm>
            <a:off x="10607040" y="2624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10.3%</a:t>
            </a:r>
            <a:endParaRPr lang="en-US" sz="1200" dirty="0"/>
          </a:p>
        </p:txBody>
      </p:sp>
      <p:sp>
        <p:nvSpPr>
          <p:cNvPr id="119" name="Shape 20">
            <a:extLst>
              <a:ext uri="{FF2B5EF4-FFF2-40B4-BE49-F238E27FC236}">
                <a16:creationId xmlns:a16="http://schemas.microsoft.com/office/drawing/2014/main" id="{3B19BE24-96BB-9BDF-83F2-0EAACF4D5496}"/>
              </a:ext>
            </a:extLst>
          </p:cNvPr>
          <p:cNvSpPr/>
          <p:nvPr/>
        </p:nvSpPr>
        <p:spPr>
          <a:xfrm>
            <a:off x="6446520" y="3081528"/>
            <a:ext cx="164592" cy="1645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21" name="Text 21">
            <a:extLst>
              <a:ext uri="{FF2B5EF4-FFF2-40B4-BE49-F238E27FC236}">
                <a16:creationId xmlns:a16="http://schemas.microsoft.com/office/drawing/2014/main" id="{3A31B3D3-00DD-709A-186B-370B9E32EF99}"/>
              </a:ext>
            </a:extLst>
          </p:cNvPr>
          <p:cNvSpPr/>
          <p:nvPr/>
        </p:nvSpPr>
        <p:spPr>
          <a:xfrm>
            <a:off x="6757416" y="3017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SDN switch</a:t>
            </a:r>
            <a:endParaRPr lang="en-US" sz="1200" dirty="0"/>
          </a:p>
        </p:txBody>
      </p:sp>
      <p:sp>
        <p:nvSpPr>
          <p:cNvPr id="123" name="Text 22">
            <a:extLst>
              <a:ext uri="{FF2B5EF4-FFF2-40B4-BE49-F238E27FC236}">
                <a16:creationId xmlns:a16="http://schemas.microsoft.com/office/drawing/2014/main" id="{7A0A5C80-503D-F42D-4F39-0D662FD34143}"/>
              </a:ext>
            </a:extLst>
          </p:cNvPr>
          <p:cNvSpPr/>
          <p:nvPr/>
        </p:nvSpPr>
        <p:spPr>
          <a:xfrm>
            <a:off x="10058400" y="3017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11</a:t>
            </a:r>
            <a:endParaRPr lang="en-US" sz="1200" dirty="0"/>
          </a:p>
        </p:txBody>
      </p:sp>
      <p:sp>
        <p:nvSpPr>
          <p:cNvPr id="125" name="Text 23">
            <a:extLst>
              <a:ext uri="{FF2B5EF4-FFF2-40B4-BE49-F238E27FC236}">
                <a16:creationId xmlns:a16="http://schemas.microsoft.com/office/drawing/2014/main" id="{C27ADA2B-E432-F3D6-CCE5-C0352B9C0272}"/>
              </a:ext>
            </a:extLst>
          </p:cNvPr>
          <p:cNvSpPr/>
          <p:nvPr/>
        </p:nvSpPr>
        <p:spPr>
          <a:xfrm>
            <a:off x="10607040" y="3017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9.4%</a:t>
            </a:r>
            <a:endParaRPr lang="en-US" sz="1200" dirty="0"/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18E644E4-56BB-CE07-E098-7ABAE3956911}"/>
              </a:ext>
            </a:extLst>
          </p:cNvPr>
          <p:cNvSpPr/>
          <p:nvPr/>
        </p:nvSpPr>
        <p:spPr>
          <a:xfrm>
            <a:off x="6446520" y="3474720"/>
            <a:ext cx="164592" cy="164592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29" name="Text 25">
            <a:extLst>
              <a:ext uri="{FF2B5EF4-FFF2-40B4-BE49-F238E27FC236}">
                <a16:creationId xmlns:a16="http://schemas.microsoft.com/office/drawing/2014/main" id="{7A33DA63-C551-679C-9EF7-7F31F4C0EDE7}"/>
              </a:ext>
            </a:extLst>
          </p:cNvPr>
          <p:cNvSpPr/>
          <p:nvPr/>
        </p:nvSpPr>
        <p:spPr>
          <a:xfrm>
            <a:off x="6757416" y="3410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VPN gateway</a:t>
            </a:r>
            <a:endParaRPr lang="en-US" sz="1200" dirty="0"/>
          </a:p>
        </p:txBody>
      </p:sp>
      <p:sp>
        <p:nvSpPr>
          <p:cNvPr id="131" name="Text 26">
            <a:extLst>
              <a:ext uri="{FF2B5EF4-FFF2-40B4-BE49-F238E27FC236}">
                <a16:creationId xmlns:a16="http://schemas.microsoft.com/office/drawing/2014/main" id="{717E16A7-D119-AB40-8AC8-6637AA9161C4}"/>
              </a:ext>
            </a:extLst>
          </p:cNvPr>
          <p:cNvSpPr/>
          <p:nvPr/>
        </p:nvSpPr>
        <p:spPr>
          <a:xfrm>
            <a:off x="10058400" y="3410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10</a:t>
            </a:r>
            <a:endParaRPr lang="en-US" sz="1200" dirty="0"/>
          </a:p>
        </p:txBody>
      </p:sp>
      <p:sp>
        <p:nvSpPr>
          <p:cNvPr id="133" name="Text 27">
            <a:extLst>
              <a:ext uri="{FF2B5EF4-FFF2-40B4-BE49-F238E27FC236}">
                <a16:creationId xmlns:a16="http://schemas.microsoft.com/office/drawing/2014/main" id="{C40A2D40-471B-42BB-6728-949A3DA6F996}"/>
              </a:ext>
            </a:extLst>
          </p:cNvPr>
          <p:cNvSpPr/>
          <p:nvPr/>
        </p:nvSpPr>
        <p:spPr>
          <a:xfrm>
            <a:off x="10607040" y="3410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8.5%</a:t>
            </a:r>
            <a:endParaRPr lang="en-US" sz="1200" dirty="0"/>
          </a:p>
        </p:txBody>
      </p:sp>
      <p:sp>
        <p:nvSpPr>
          <p:cNvPr id="135" name="Shape 28">
            <a:extLst>
              <a:ext uri="{FF2B5EF4-FFF2-40B4-BE49-F238E27FC236}">
                <a16:creationId xmlns:a16="http://schemas.microsoft.com/office/drawing/2014/main" id="{FDDF7AA8-3928-25AE-F96F-CAF30EE44835}"/>
              </a:ext>
            </a:extLst>
          </p:cNvPr>
          <p:cNvSpPr/>
          <p:nvPr/>
        </p:nvSpPr>
        <p:spPr>
          <a:xfrm>
            <a:off x="6446520" y="3867912"/>
            <a:ext cx="164592" cy="164592"/>
          </a:xfrm>
          <a:prstGeom prst="rect">
            <a:avLst/>
          </a:prstGeom>
          <a:solidFill>
            <a:srgbClr val="A7B1BE"/>
          </a:solidFill>
          <a:ln w="12700">
            <a:solidFill>
              <a:srgbClr val="A7B1BE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37" name="Text 29">
            <a:extLst>
              <a:ext uri="{FF2B5EF4-FFF2-40B4-BE49-F238E27FC236}">
                <a16:creationId xmlns:a16="http://schemas.microsoft.com/office/drawing/2014/main" id="{77436A48-EAA4-1FDE-C883-84A590901AB5}"/>
              </a:ext>
            </a:extLst>
          </p:cNvPr>
          <p:cNvSpPr/>
          <p:nvPr/>
        </p:nvSpPr>
        <p:spPr>
          <a:xfrm>
            <a:off x="6757416" y="3803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Others</a:t>
            </a:r>
            <a:endParaRPr lang="en-US" sz="1200" dirty="0"/>
          </a:p>
        </p:txBody>
      </p:sp>
      <p:sp>
        <p:nvSpPr>
          <p:cNvPr id="139" name="Text 30">
            <a:extLst>
              <a:ext uri="{FF2B5EF4-FFF2-40B4-BE49-F238E27FC236}">
                <a16:creationId xmlns:a16="http://schemas.microsoft.com/office/drawing/2014/main" id="{049AB411-8ABD-9B59-397C-7CC32E7D0777}"/>
              </a:ext>
            </a:extLst>
          </p:cNvPr>
          <p:cNvSpPr/>
          <p:nvPr/>
        </p:nvSpPr>
        <p:spPr>
          <a:xfrm>
            <a:off x="10058400" y="3803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4</a:t>
            </a:r>
            <a:endParaRPr lang="en-US" sz="1200" dirty="0"/>
          </a:p>
        </p:txBody>
      </p:sp>
      <p:sp>
        <p:nvSpPr>
          <p:cNvPr id="141" name="Text 31">
            <a:extLst>
              <a:ext uri="{FF2B5EF4-FFF2-40B4-BE49-F238E27FC236}">
                <a16:creationId xmlns:a16="http://schemas.microsoft.com/office/drawing/2014/main" id="{023438FB-5C1C-9088-4646-93D7F1192F0A}"/>
              </a:ext>
            </a:extLst>
          </p:cNvPr>
          <p:cNvSpPr/>
          <p:nvPr/>
        </p:nvSpPr>
        <p:spPr>
          <a:xfrm>
            <a:off x="10607040" y="3803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3.4%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367335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8D4FD-22AB-5B79-AAAE-4C04D98B5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B613F1-A46F-82B8-BA88-91619C10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Correctness Guarantees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4CE131-15FE-9728-117D-556E8269DD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4414345"/>
            <a:ext cx="11662075" cy="178843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Automation still does not imply always assurance.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Several approaches can generate configurations, but only a subset can prove or verify that the generated configuration enforces the intended behavior.</a:t>
            </a:r>
          </a:p>
        </p:txBody>
      </p:sp>
      <p:graphicFrame>
        <p:nvGraphicFramePr>
          <p:cNvPr id="27" name="Chart 0">
            <a:extLst>
              <a:ext uri="{FF2B5EF4-FFF2-40B4-BE49-F238E27FC236}">
                <a16:creationId xmlns:a16="http://schemas.microsoft.com/office/drawing/2014/main" id="{D1A5DE65-F0B6-7903-B663-83C7572B04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4655567"/>
              </p:ext>
            </p:extLst>
          </p:nvPr>
        </p:nvGraphicFramePr>
        <p:xfrm>
          <a:off x="1322726" y="858541"/>
          <a:ext cx="3406929" cy="3323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Text 3">
            <a:extLst>
              <a:ext uri="{FF2B5EF4-FFF2-40B4-BE49-F238E27FC236}">
                <a16:creationId xmlns:a16="http://schemas.microsoft.com/office/drawing/2014/main" id="{683F638E-C6B2-E149-56EF-5464311132DB}"/>
              </a:ext>
            </a:extLst>
          </p:cNvPr>
          <p:cNvSpPr/>
          <p:nvPr/>
        </p:nvSpPr>
        <p:spPr>
          <a:xfrm>
            <a:off x="6446520" y="10515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3C"/>
                </a:solidFill>
              </a:rPr>
              <a:t>Distribution</a:t>
            </a:r>
            <a:endParaRPr lang="en-US" sz="16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D3419079-4737-7F99-CB3F-67CF1BE99C31}"/>
              </a:ext>
            </a:extLst>
          </p:cNvPr>
          <p:cNvSpPr/>
          <p:nvPr/>
        </p:nvSpPr>
        <p:spPr>
          <a:xfrm>
            <a:off x="6446520" y="1508760"/>
            <a:ext cx="164592" cy="164592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it-IT" sz="240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C2FD7E20-1F49-7DAB-20E5-0525DA6327B4}"/>
              </a:ext>
            </a:extLst>
          </p:cNvPr>
          <p:cNvSpPr/>
          <p:nvPr/>
        </p:nvSpPr>
        <p:spPr>
          <a:xfrm>
            <a:off x="6757416" y="1444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No formal guarantee</a:t>
            </a:r>
            <a:endParaRPr lang="en-US" sz="12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F86BF425-5D92-180A-6A2D-A9F7CDB7CE91}"/>
              </a:ext>
            </a:extLst>
          </p:cNvPr>
          <p:cNvSpPr/>
          <p:nvPr/>
        </p:nvSpPr>
        <p:spPr>
          <a:xfrm>
            <a:off x="10058400" y="1444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80</a:t>
            </a:r>
            <a:endParaRPr lang="en-US" sz="12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E5F63637-857A-F4C7-50A4-DFAF2C3CE40B}"/>
              </a:ext>
            </a:extLst>
          </p:cNvPr>
          <p:cNvSpPr/>
          <p:nvPr/>
        </p:nvSpPr>
        <p:spPr>
          <a:xfrm>
            <a:off x="10607040" y="1444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68.4%</a:t>
            </a:r>
            <a:endParaRPr lang="en-US" sz="120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9D1AC3BC-6671-43E4-2555-2C6155782DC3}"/>
              </a:ext>
            </a:extLst>
          </p:cNvPr>
          <p:cNvSpPr/>
          <p:nvPr/>
        </p:nvSpPr>
        <p:spPr>
          <a:xfrm>
            <a:off x="6446520" y="1901952"/>
            <a:ext cx="164592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CDBA5B60-E479-4675-2DC6-DA6B9AFC9B77}"/>
              </a:ext>
            </a:extLst>
          </p:cNvPr>
          <p:cNvSpPr/>
          <p:nvPr/>
        </p:nvSpPr>
        <p:spPr>
          <a:xfrm>
            <a:off x="6757416" y="18379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Formal correctness assurance</a:t>
            </a:r>
            <a:endParaRPr lang="en-US" sz="1200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99076D37-B6E6-F0BE-4CAE-655F55ABC0CD}"/>
              </a:ext>
            </a:extLst>
          </p:cNvPr>
          <p:cNvSpPr/>
          <p:nvPr/>
        </p:nvSpPr>
        <p:spPr>
          <a:xfrm>
            <a:off x="10058400" y="18379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37</a:t>
            </a:r>
            <a:endParaRPr lang="en-US" sz="120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E05EC2D0-6955-5940-0C98-CFAD13D11A1B}"/>
              </a:ext>
            </a:extLst>
          </p:cNvPr>
          <p:cNvSpPr/>
          <p:nvPr/>
        </p:nvSpPr>
        <p:spPr>
          <a:xfrm>
            <a:off x="10607040" y="18379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31.6%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477407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BC4B7-6A67-251F-E1D0-3F687652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2B164C-6BC3-8703-3B20-F1B475E3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84B"/>
                </a:solidFill>
                <a:latin typeface="Century Gothic" panose="020B0502020202020204" pitchFamily="34" charset="0"/>
              </a:rPr>
              <a:t>Optimization Objectives</a:t>
            </a:r>
            <a:endParaRPr lang="en-US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6A69B0-FAB6-E378-EE7A-12B8E1035D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5" y="4414345"/>
            <a:ext cx="11662075" cy="178843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Optimization is present in a significant minority of the corpus, but most papers do not formulate optimality as a primary goal.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Most goals are about resource consumption instead of security efficiency.</a:t>
            </a: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5B65BA38-D194-8064-6DD3-18EE0B9C68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8579980"/>
              </p:ext>
            </p:extLst>
          </p:nvPr>
        </p:nvGraphicFramePr>
        <p:xfrm>
          <a:off x="1253357" y="736564"/>
          <a:ext cx="3312337" cy="3527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3">
            <a:extLst>
              <a:ext uri="{FF2B5EF4-FFF2-40B4-BE49-F238E27FC236}">
                <a16:creationId xmlns:a16="http://schemas.microsoft.com/office/drawing/2014/main" id="{09280308-8423-A0E8-33A3-6E26C4D1F19D}"/>
              </a:ext>
            </a:extLst>
          </p:cNvPr>
          <p:cNvSpPr/>
          <p:nvPr/>
        </p:nvSpPr>
        <p:spPr>
          <a:xfrm>
            <a:off x="6446520" y="10515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3C"/>
                </a:solidFill>
              </a:rPr>
              <a:t>Distribution</a:t>
            </a:r>
            <a:endParaRPr lang="en-US" sz="16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53C9D250-A5D0-4031-3A5B-9B9EDBE6062B}"/>
              </a:ext>
            </a:extLst>
          </p:cNvPr>
          <p:cNvSpPr/>
          <p:nvPr/>
        </p:nvSpPr>
        <p:spPr>
          <a:xfrm>
            <a:off x="6446520" y="1508760"/>
            <a:ext cx="164592" cy="164592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it-IT" sz="240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962DAA8-AFB2-1F58-CD2F-7A621A1F85EE}"/>
              </a:ext>
            </a:extLst>
          </p:cNvPr>
          <p:cNvSpPr/>
          <p:nvPr/>
        </p:nvSpPr>
        <p:spPr>
          <a:xfrm>
            <a:off x="6757416" y="1444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No optimality</a:t>
            </a:r>
            <a:endParaRPr lang="en-US" sz="12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94B5D488-0CE7-FC11-39C5-5FA79AA96D58}"/>
              </a:ext>
            </a:extLst>
          </p:cNvPr>
          <p:cNvSpPr/>
          <p:nvPr/>
        </p:nvSpPr>
        <p:spPr>
          <a:xfrm>
            <a:off x="10058400" y="1444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83</a:t>
            </a:r>
            <a:endParaRPr lang="en-US" sz="12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F6435438-C6AB-27A9-219C-9D45577D2F62}"/>
              </a:ext>
            </a:extLst>
          </p:cNvPr>
          <p:cNvSpPr/>
          <p:nvPr/>
        </p:nvSpPr>
        <p:spPr>
          <a:xfrm>
            <a:off x="10607040" y="1444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70.9%</a:t>
            </a:r>
            <a:endParaRPr lang="en-US" sz="12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A0EDA39A-9BB2-AE94-7CC3-D00FC94313B1}"/>
              </a:ext>
            </a:extLst>
          </p:cNvPr>
          <p:cNvSpPr/>
          <p:nvPr/>
        </p:nvSpPr>
        <p:spPr>
          <a:xfrm>
            <a:off x="6446520" y="1901952"/>
            <a:ext cx="164592" cy="1645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it-IT" sz="2400">
              <a:solidFill>
                <a:srgbClr val="4CAF50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F2530704-6CEA-04EB-8511-3141E5A8BAF0}"/>
              </a:ext>
            </a:extLst>
          </p:cNvPr>
          <p:cNvSpPr/>
          <p:nvPr/>
        </p:nvSpPr>
        <p:spPr>
          <a:xfrm>
            <a:off x="6757416" y="18379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Optimization</a:t>
            </a:r>
            <a:endParaRPr lang="en-US" sz="12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3452F583-E809-34E9-BE38-77DC5768C013}"/>
              </a:ext>
            </a:extLst>
          </p:cNvPr>
          <p:cNvSpPr/>
          <p:nvPr/>
        </p:nvSpPr>
        <p:spPr>
          <a:xfrm>
            <a:off x="10058400" y="18379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233C"/>
                </a:solidFill>
              </a:rPr>
              <a:t>34</a:t>
            </a:r>
            <a:endParaRPr lang="en-US" sz="12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EEEDD829-D42A-E5CE-CBEE-AA5E43C65AE7}"/>
              </a:ext>
            </a:extLst>
          </p:cNvPr>
          <p:cNvSpPr/>
          <p:nvPr/>
        </p:nvSpPr>
        <p:spPr>
          <a:xfrm>
            <a:off x="10607040" y="18379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</a:rPr>
              <a:t>29.1%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378002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EC942-E30D-9F96-CBF5-376C50008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1FF27F-D68B-AB26-A78A-7B5CB914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1" y="180000"/>
            <a:ext cx="9243360" cy="1118255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rgbClr val="00284B"/>
                </a:solidFill>
              </a:rPr>
              <a:t>The (R)evolution of Network Security Configuration Automation</a:t>
            </a:r>
          </a:p>
        </p:txBody>
      </p:sp>
      <p:cxnSp>
        <p:nvCxnSpPr>
          <p:cNvPr id="11" name="Straight Connector 91">
            <a:extLst>
              <a:ext uri="{FF2B5EF4-FFF2-40B4-BE49-F238E27FC236}">
                <a16:creationId xmlns:a16="http://schemas.microsoft.com/office/drawing/2014/main" id="{1FE656ED-3EC2-A0DE-E994-6B7BE0C38B02}"/>
              </a:ext>
            </a:extLst>
          </p:cNvPr>
          <p:cNvCxnSpPr>
            <a:cxnSpLocks/>
          </p:cNvCxnSpPr>
          <p:nvPr/>
        </p:nvCxnSpPr>
        <p:spPr>
          <a:xfrm>
            <a:off x="7301804" y="4042978"/>
            <a:ext cx="0" cy="1349104"/>
          </a:xfrm>
          <a:prstGeom prst="line">
            <a:avLst/>
          </a:prstGeom>
          <a:ln w="19050" cmpd="thickThin">
            <a:solidFill>
              <a:srgbClr val="3A7E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DFE06581-8268-CD8C-20A1-EF33C7848311}"/>
              </a:ext>
            </a:extLst>
          </p:cNvPr>
          <p:cNvCxnSpPr>
            <a:cxnSpLocks/>
          </p:cNvCxnSpPr>
          <p:nvPr/>
        </p:nvCxnSpPr>
        <p:spPr>
          <a:xfrm>
            <a:off x="4100573" y="3995617"/>
            <a:ext cx="0" cy="1349104"/>
          </a:xfrm>
          <a:prstGeom prst="line">
            <a:avLst/>
          </a:prstGeom>
          <a:ln w="19050" cmpd="thickThin">
            <a:solidFill>
              <a:srgbClr val="06AF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57">
            <a:extLst>
              <a:ext uri="{FF2B5EF4-FFF2-40B4-BE49-F238E27FC236}">
                <a16:creationId xmlns:a16="http://schemas.microsoft.com/office/drawing/2014/main" id="{BB00FFB9-397A-FE2F-948E-952890E8C133}"/>
              </a:ext>
            </a:extLst>
          </p:cNvPr>
          <p:cNvSpPr txBox="1"/>
          <p:nvPr/>
        </p:nvSpPr>
        <p:spPr>
          <a:xfrm>
            <a:off x="1977436" y="1524099"/>
            <a:ext cx="1549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FC9974"/>
                </a:solidFill>
                <a:latin typeface="Century Gothic" panose="020B0502020202020204" pitchFamily="34" charset="0"/>
              </a:rPr>
              <a:t>Early Security Policy-Based Automation</a:t>
            </a:r>
          </a:p>
        </p:txBody>
      </p:sp>
      <p:sp>
        <p:nvSpPr>
          <p:cNvPr id="18" name="TextBox 58">
            <a:extLst>
              <a:ext uri="{FF2B5EF4-FFF2-40B4-BE49-F238E27FC236}">
                <a16:creationId xmlns:a16="http://schemas.microsoft.com/office/drawing/2014/main" id="{882A8F21-8AA4-C93B-465A-D815A152C74A}"/>
              </a:ext>
            </a:extLst>
          </p:cNvPr>
          <p:cNvSpPr txBox="1"/>
          <p:nvPr/>
        </p:nvSpPr>
        <p:spPr>
          <a:xfrm>
            <a:off x="3570889" y="5513154"/>
            <a:ext cx="173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06AFEF"/>
                </a:solidFill>
                <a:latin typeface="Century Gothic" panose="020B0502020202020204" pitchFamily="34" charset="0"/>
              </a:rPr>
              <a:t>Formal Policy Refinement &amp; Correction</a:t>
            </a:r>
          </a:p>
        </p:txBody>
      </p:sp>
      <p:sp>
        <p:nvSpPr>
          <p:cNvPr id="19" name="TextBox 59">
            <a:extLst>
              <a:ext uri="{FF2B5EF4-FFF2-40B4-BE49-F238E27FC236}">
                <a16:creationId xmlns:a16="http://schemas.microsoft.com/office/drawing/2014/main" id="{1F11853B-7C60-2C9E-844A-63297257A75E}"/>
              </a:ext>
            </a:extLst>
          </p:cNvPr>
          <p:cNvSpPr txBox="1"/>
          <p:nvPr/>
        </p:nvSpPr>
        <p:spPr>
          <a:xfrm>
            <a:off x="5054953" y="1505491"/>
            <a:ext cx="1663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78206E"/>
                </a:solidFill>
                <a:latin typeface="Century Gothic" panose="020B0502020202020204" pitchFamily="34" charset="0"/>
              </a:rPr>
              <a:t>Programmable &amp; Virtualized Security Automation</a:t>
            </a:r>
          </a:p>
        </p:txBody>
      </p:sp>
      <p:sp>
        <p:nvSpPr>
          <p:cNvPr id="20" name="TextBox 60">
            <a:extLst>
              <a:ext uri="{FF2B5EF4-FFF2-40B4-BE49-F238E27FC236}">
                <a16:creationId xmlns:a16="http://schemas.microsoft.com/office/drawing/2014/main" id="{37C9F5C6-AE8D-D449-53AE-EE7EB9F8DAC0}"/>
              </a:ext>
            </a:extLst>
          </p:cNvPr>
          <p:cNvSpPr txBox="1"/>
          <p:nvPr/>
        </p:nvSpPr>
        <p:spPr>
          <a:xfrm>
            <a:off x="6750272" y="5513154"/>
            <a:ext cx="173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3A7E22"/>
                </a:solidFill>
                <a:latin typeface="Century Gothic" panose="020B0502020202020204" pitchFamily="34" charset="0"/>
              </a:rPr>
              <a:t>Integrated &amp; Optimized Security Automation</a:t>
            </a:r>
          </a:p>
        </p:txBody>
      </p:sp>
      <p:sp>
        <p:nvSpPr>
          <p:cNvPr id="21" name="TextBox 61">
            <a:extLst>
              <a:ext uri="{FF2B5EF4-FFF2-40B4-BE49-F238E27FC236}">
                <a16:creationId xmlns:a16="http://schemas.microsoft.com/office/drawing/2014/main" id="{AE1AC8AA-C122-78EF-EB8E-A72396F38802}"/>
              </a:ext>
            </a:extLst>
          </p:cNvPr>
          <p:cNvSpPr txBox="1"/>
          <p:nvPr/>
        </p:nvSpPr>
        <p:spPr>
          <a:xfrm>
            <a:off x="8245892" y="1502935"/>
            <a:ext cx="1692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104862"/>
                </a:solidFill>
                <a:latin typeface="Century Gothic" panose="020B0502020202020204" pitchFamily="34" charset="0"/>
              </a:rPr>
              <a:t>Adaptive &amp; Autonomous Security Automation</a:t>
            </a:r>
          </a:p>
        </p:txBody>
      </p:sp>
      <p:grpSp>
        <p:nvGrpSpPr>
          <p:cNvPr id="25" name="Group 75">
            <a:extLst>
              <a:ext uri="{FF2B5EF4-FFF2-40B4-BE49-F238E27FC236}">
                <a16:creationId xmlns:a16="http://schemas.microsoft.com/office/drawing/2014/main" id="{D8964A55-2FD1-88E1-41C0-50EA7F517D06}"/>
              </a:ext>
            </a:extLst>
          </p:cNvPr>
          <p:cNvGrpSpPr/>
          <p:nvPr/>
        </p:nvGrpSpPr>
        <p:grpSpPr>
          <a:xfrm>
            <a:off x="1660188" y="2199944"/>
            <a:ext cx="1678634" cy="1843739"/>
            <a:chOff x="-289744" y="1933592"/>
            <a:chExt cx="2005417" cy="2032618"/>
          </a:xfrm>
        </p:grpSpPr>
        <p:cxnSp>
          <p:nvCxnSpPr>
            <p:cNvPr id="26" name="Straight Connector 76">
              <a:extLst>
                <a:ext uri="{FF2B5EF4-FFF2-40B4-BE49-F238E27FC236}">
                  <a16:creationId xmlns:a16="http://schemas.microsoft.com/office/drawing/2014/main" id="{AE66A0B5-3334-BA6A-6243-EDC2FDE6AF0D}"/>
                </a:ext>
              </a:extLst>
            </p:cNvPr>
            <p:cNvCxnSpPr>
              <a:cxnSpLocks/>
            </p:cNvCxnSpPr>
            <p:nvPr/>
          </p:nvCxnSpPr>
          <p:spPr>
            <a:xfrm>
              <a:off x="712965" y="2040480"/>
              <a:ext cx="0" cy="1033323"/>
            </a:xfrm>
            <a:prstGeom prst="line">
              <a:avLst/>
            </a:prstGeom>
            <a:ln w="19050" cmpd="thickThin">
              <a:solidFill>
                <a:srgbClr val="FC997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hevron 77">
              <a:extLst>
                <a:ext uri="{FF2B5EF4-FFF2-40B4-BE49-F238E27FC236}">
                  <a16:creationId xmlns:a16="http://schemas.microsoft.com/office/drawing/2014/main" id="{67BE1020-C3EA-2FAA-386C-8AA555FAAFF6}"/>
                </a:ext>
              </a:extLst>
            </p:cNvPr>
            <p:cNvSpPr/>
            <p:nvPr/>
          </p:nvSpPr>
          <p:spPr>
            <a:xfrm>
              <a:off x="-289744" y="3471796"/>
              <a:ext cx="2005417" cy="494414"/>
            </a:xfrm>
            <a:prstGeom prst="chevron">
              <a:avLst>
                <a:gd name="adj" fmla="val 27269"/>
              </a:avLst>
            </a:prstGeom>
            <a:solidFill>
              <a:srgbClr val="FC99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Oval 78">
              <a:extLst>
                <a:ext uri="{FF2B5EF4-FFF2-40B4-BE49-F238E27FC236}">
                  <a16:creationId xmlns:a16="http://schemas.microsoft.com/office/drawing/2014/main" id="{C0140314-FA5F-9C38-408D-3F4B0D7D983A}"/>
                </a:ext>
              </a:extLst>
            </p:cNvPr>
            <p:cNvSpPr/>
            <p:nvPr/>
          </p:nvSpPr>
          <p:spPr>
            <a:xfrm>
              <a:off x="368757" y="3067492"/>
              <a:ext cx="688415" cy="651510"/>
            </a:xfrm>
            <a:prstGeom prst="ellipse">
              <a:avLst/>
            </a:prstGeom>
            <a:solidFill>
              <a:srgbClr val="FC997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Chevron 79">
              <a:extLst>
                <a:ext uri="{FF2B5EF4-FFF2-40B4-BE49-F238E27FC236}">
                  <a16:creationId xmlns:a16="http://schemas.microsoft.com/office/drawing/2014/main" id="{7E84ED51-BAD3-C553-9C7F-543B2A19ECF7}"/>
                </a:ext>
              </a:extLst>
            </p:cNvPr>
            <p:cNvSpPr/>
            <p:nvPr/>
          </p:nvSpPr>
          <p:spPr>
            <a:xfrm rot="16200000">
              <a:off x="641712" y="1893976"/>
              <a:ext cx="142504" cy="221736"/>
            </a:xfrm>
            <a:prstGeom prst="chevron">
              <a:avLst/>
            </a:prstGeom>
            <a:solidFill>
              <a:srgbClr val="FC9974"/>
            </a:solidFill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grpSp>
        <p:nvGrpSpPr>
          <p:cNvPr id="30" name="Group 81">
            <a:extLst>
              <a:ext uri="{FF2B5EF4-FFF2-40B4-BE49-F238E27FC236}">
                <a16:creationId xmlns:a16="http://schemas.microsoft.com/office/drawing/2014/main" id="{E7B027D3-2B5E-DCB7-0E34-CFD6FE337B53}"/>
              </a:ext>
            </a:extLst>
          </p:cNvPr>
          <p:cNvGrpSpPr/>
          <p:nvPr/>
        </p:nvGrpSpPr>
        <p:grpSpPr>
          <a:xfrm>
            <a:off x="3299888" y="3575641"/>
            <a:ext cx="1606376" cy="1872548"/>
            <a:chOff x="2162886" y="2253356"/>
            <a:chExt cx="1606376" cy="1872548"/>
          </a:xfrm>
        </p:grpSpPr>
        <p:sp>
          <p:nvSpPr>
            <p:cNvPr id="31" name="Chevron 3">
              <a:extLst>
                <a:ext uri="{FF2B5EF4-FFF2-40B4-BE49-F238E27FC236}">
                  <a16:creationId xmlns:a16="http://schemas.microsoft.com/office/drawing/2014/main" id="{EA5A094D-3A04-63CC-9B0A-AAFF60521D78}"/>
                </a:ext>
              </a:extLst>
            </p:cNvPr>
            <p:cNvSpPr/>
            <p:nvPr/>
          </p:nvSpPr>
          <p:spPr>
            <a:xfrm>
              <a:off x="2162886" y="2253356"/>
              <a:ext cx="1606376" cy="467337"/>
            </a:xfrm>
            <a:prstGeom prst="chevron">
              <a:avLst>
                <a:gd name="adj" fmla="val 27269"/>
              </a:avLst>
            </a:prstGeom>
            <a:solidFill>
              <a:srgbClr val="06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2" name="Chevron 32">
              <a:extLst>
                <a:ext uri="{FF2B5EF4-FFF2-40B4-BE49-F238E27FC236}">
                  <a16:creationId xmlns:a16="http://schemas.microsoft.com/office/drawing/2014/main" id="{D1ADC983-18C9-4536-AD5F-52253800F10A}"/>
                </a:ext>
              </a:extLst>
            </p:cNvPr>
            <p:cNvSpPr/>
            <p:nvPr/>
          </p:nvSpPr>
          <p:spPr>
            <a:xfrm rot="5400000">
              <a:off x="2896221" y="3966191"/>
              <a:ext cx="134700" cy="184726"/>
            </a:xfrm>
            <a:prstGeom prst="chevron">
              <a:avLst/>
            </a:prstGeom>
            <a:solidFill>
              <a:srgbClr val="06AFE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  <p:sp>
          <p:nvSpPr>
            <p:cNvPr id="33" name="Oval 80">
              <a:extLst>
                <a:ext uri="{FF2B5EF4-FFF2-40B4-BE49-F238E27FC236}">
                  <a16:creationId xmlns:a16="http://schemas.microsoft.com/office/drawing/2014/main" id="{C6164717-66F8-AC25-32D1-73207E225F1B}"/>
                </a:ext>
              </a:extLst>
            </p:cNvPr>
            <p:cNvSpPr/>
            <p:nvPr/>
          </p:nvSpPr>
          <p:spPr>
            <a:xfrm>
              <a:off x="2675452" y="2448315"/>
              <a:ext cx="576238" cy="590969"/>
            </a:xfrm>
            <a:prstGeom prst="ellipse">
              <a:avLst/>
            </a:prstGeom>
            <a:solidFill>
              <a:srgbClr val="06AFEF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4" name="Group 82">
            <a:extLst>
              <a:ext uri="{FF2B5EF4-FFF2-40B4-BE49-F238E27FC236}">
                <a16:creationId xmlns:a16="http://schemas.microsoft.com/office/drawing/2014/main" id="{F9ED52CF-95F6-579B-F883-3A842E9CC9BC}"/>
              </a:ext>
            </a:extLst>
          </p:cNvPr>
          <p:cNvGrpSpPr/>
          <p:nvPr/>
        </p:nvGrpSpPr>
        <p:grpSpPr>
          <a:xfrm>
            <a:off x="4869161" y="2224782"/>
            <a:ext cx="1606376" cy="1799328"/>
            <a:chOff x="190254" y="1982551"/>
            <a:chExt cx="1919092" cy="1983659"/>
          </a:xfrm>
          <a:solidFill>
            <a:srgbClr val="78206E"/>
          </a:solidFill>
        </p:grpSpPr>
        <p:cxnSp>
          <p:nvCxnSpPr>
            <p:cNvPr id="35" name="Straight Connector 83">
              <a:extLst>
                <a:ext uri="{FF2B5EF4-FFF2-40B4-BE49-F238E27FC236}">
                  <a16:creationId xmlns:a16="http://schemas.microsoft.com/office/drawing/2014/main" id="{7EA1382B-C2E6-BF6D-4BEC-B397FF0BEE6E}"/>
                </a:ext>
              </a:extLst>
            </p:cNvPr>
            <p:cNvCxnSpPr>
              <a:cxnSpLocks/>
            </p:cNvCxnSpPr>
            <p:nvPr/>
          </p:nvCxnSpPr>
          <p:spPr>
            <a:xfrm>
              <a:off x="1133361" y="2127018"/>
              <a:ext cx="0" cy="1033323"/>
            </a:xfrm>
            <a:prstGeom prst="line">
              <a:avLst/>
            </a:prstGeom>
            <a:grpFill/>
            <a:ln w="19050" cmpd="thickThin">
              <a:solidFill>
                <a:srgbClr val="78206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hevron 84">
              <a:extLst>
                <a:ext uri="{FF2B5EF4-FFF2-40B4-BE49-F238E27FC236}">
                  <a16:creationId xmlns:a16="http://schemas.microsoft.com/office/drawing/2014/main" id="{0613512D-B8BE-D943-5136-E64AF097C0E3}"/>
                </a:ext>
              </a:extLst>
            </p:cNvPr>
            <p:cNvSpPr/>
            <p:nvPr/>
          </p:nvSpPr>
          <p:spPr>
            <a:xfrm>
              <a:off x="190254" y="3471796"/>
              <a:ext cx="1919092" cy="494414"/>
            </a:xfrm>
            <a:prstGeom prst="chevron">
              <a:avLst>
                <a:gd name="adj" fmla="val 272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7" name="Oval 85">
              <a:extLst>
                <a:ext uri="{FF2B5EF4-FFF2-40B4-BE49-F238E27FC236}">
                  <a16:creationId xmlns:a16="http://schemas.microsoft.com/office/drawing/2014/main" id="{A438098C-1D4D-E698-9CA7-A5A37313A6DE}"/>
                </a:ext>
              </a:extLst>
            </p:cNvPr>
            <p:cNvSpPr/>
            <p:nvPr/>
          </p:nvSpPr>
          <p:spPr>
            <a:xfrm>
              <a:off x="802602" y="3081188"/>
              <a:ext cx="688415" cy="651510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8" name="Chevron 86">
              <a:extLst>
                <a:ext uri="{FF2B5EF4-FFF2-40B4-BE49-F238E27FC236}">
                  <a16:creationId xmlns:a16="http://schemas.microsoft.com/office/drawing/2014/main" id="{95470F2C-9D06-3B2F-71C8-7A0C33D6D242}"/>
                </a:ext>
              </a:extLst>
            </p:cNvPr>
            <p:cNvSpPr/>
            <p:nvPr/>
          </p:nvSpPr>
          <p:spPr>
            <a:xfrm rot="16200000">
              <a:off x="1059682" y="1942935"/>
              <a:ext cx="142504" cy="221736"/>
            </a:xfrm>
            <a:prstGeom prst="chevron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grpSp>
        <p:nvGrpSpPr>
          <p:cNvPr id="39" name="Group 87">
            <a:extLst>
              <a:ext uri="{FF2B5EF4-FFF2-40B4-BE49-F238E27FC236}">
                <a16:creationId xmlns:a16="http://schemas.microsoft.com/office/drawing/2014/main" id="{BF84222A-CAD8-CC57-BEDF-440A6C655B3B}"/>
              </a:ext>
            </a:extLst>
          </p:cNvPr>
          <p:cNvGrpSpPr/>
          <p:nvPr/>
        </p:nvGrpSpPr>
        <p:grpSpPr>
          <a:xfrm>
            <a:off x="6424413" y="3558555"/>
            <a:ext cx="1738138" cy="1900877"/>
            <a:chOff x="2102681" y="2276130"/>
            <a:chExt cx="1738138" cy="1900877"/>
          </a:xfrm>
          <a:solidFill>
            <a:srgbClr val="3A7E22"/>
          </a:solidFill>
        </p:grpSpPr>
        <p:sp>
          <p:nvSpPr>
            <p:cNvPr id="40" name="Chevron 88">
              <a:extLst>
                <a:ext uri="{FF2B5EF4-FFF2-40B4-BE49-F238E27FC236}">
                  <a16:creationId xmlns:a16="http://schemas.microsoft.com/office/drawing/2014/main" id="{FFE4A9DD-87D4-931D-EEAA-3A5F6F11CB7C}"/>
                </a:ext>
              </a:extLst>
            </p:cNvPr>
            <p:cNvSpPr/>
            <p:nvPr/>
          </p:nvSpPr>
          <p:spPr>
            <a:xfrm>
              <a:off x="2102681" y="2276130"/>
              <a:ext cx="1738138" cy="467337"/>
            </a:xfrm>
            <a:prstGeom prst="chevron">
              <a:avLst>
                <a:gd name="adj" fmla="val 272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1" name="Chevron 89">
              <a:extLst>
                <a:ext uri="{FF2B5EF4-FFF2-40B4-BE49-F238E27FC236}">
                  <a16:creationId xmlns:a16="http://schemas.microsoft.com/office/drawing/2014/main" id="{9399944D-BE73-C933-A8FB-31A84EFAA3A9}"/>
                </a:ext>
              </a:extLst>
            </p:cNvPr>
            <p:cNvSpPr/>
            <p:nvPr/>
          </p:nvSpPr>
          <p:spPr>
            <a:xfrm rot="5400000">
              <a:off x="2912722" y="4017294"/>
              <a:ext cx="134700" cy="184726"/>
            </a:xfrm>
            <a:prstGeom prst="chevron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  <p:sp>
          <p:nvSpPr>
            <p:cNvPr id="42" name="Oval 90">
              <a:extLst>
                <a:ext uri="{FF2B5EF4-FFF2-40B4-BE49-F238E27FC236}">
                  <a16:creationId xmlns:a16="http://schemas.microsoft.com/office/drawing/2014/main" id="{6266E45A-4FE7-9267-DFD1-84CA45EC7069}"/>
                </a:ext>
              </a:extLst>
            </p:cNvPr>
            <p:cNvSpPr/>
            <p:nvPr/>
          </p:nvSpPr>
          <p:spPr>
            <a:xfrm>
              <a:off x="2701727" y="2464662"/>
              <a:ext cx="576238" cy="590969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43" name="TextBox 92">
            <a:extLst>
              <a:ext uri="{FF2B5EF4-FFF2-40B4-BE49-F238E27FC236}">
                <a16:creationId xmlns:a16="http://schemas.microsoft.com/office/drawing/2014/main" id="{D150C92A-873F-43C0-F213-D0ADAC89322E}"/>
              </a:ext>
            </a:extLst>
          </p:cNvPr>
          <p:cNvSpPr txBox="1"/>
          <p:nvPr/>
        </p:nvSpPr>
        <p:spPr>
          <a:xfrm>
            <a:off x="2223831" y="3293128"/>
            <a:ext cx="600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1997-2004</a:t>
            </a:r>
          </a:p>
        </p:txBody>
      </p:sp>
      <p:sp>
        <p:nvSpPr>
          <p:cNvPr id="44" name="TextBox 93">
            <a:extLst>
              <a:ext uri="{FF2B5EF4-FFF2-40B4-BE49-F238E27FC236}">
                <a16:creationId xmlns:a16="http://schemas.microsoft.com/office/drawing/2014/main" id="{9EE41486-8789-24C7-C8F8-E84377ECC1D0}"/>
              </a:ext>
            </a:extLst>
          </p:cNvPr>
          <p:cNvSpPr txBox="1"/>
          <p:nvPr/>
        </p:nvSpPr>
        <p:spPr>
          <a:xfrm>
            <a:off x="3830146" y="3840528"/>
            <a:ext cx="609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2004-2012</a:t>
            </a:r>
          </a:p>
        </p:txBody>
      </p:sp>
      <p:sp>
        <p:nvSpPr>
          <p:cNvPr id="45" name="TextBox 94">
            <a:extLst>
              <a:ext uri="{FF2B5EF4-FFF2-40B4-BE49-F238E27FC236}">
                <a16:creationId xmlns:a16="http://schemas.microsoft.com/office/drawing/2014/main" id="{2E0470AC-7540-D8C1-1B15-8DE627494710}"/>
              </a:ext>
            </a:extLst>
          </p:cNvPr>
          <p:cNvSpPr txBox="1"/>
          <p:nvPr/>
        </p:nvSpPr>
        <p:spPr>
          <a:xfrm>
            <a:off x="5393725" y="3285981"/>
            <a:ext cx="63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2012-2018</a:t>
            </a:r>
          </a:p>
        </p:txBody>
      </p:sp>
      <p:sp>
        <p:nvSpPr>
          <p:cNvPr id="46" name="TextBox 95">
            <a:extLst>
              <a:ext uri="{FF2B5EF4-FFF2-40B4-BE49-F238E27FC236}">
                <a16:creationId xmlns:a16="http://schemas.microsoft.com/office/drawing/2014/main" id="{83A73845-E974-9899-EFE3-594535F3EC33}"/>
              </a:ext>
            </a:extLst>
          </p:cNvPr>
          <p:cNvSpPr txBox="1"/>
          <p:nvPr/>
        </p:nvSpPr>
        <p:spPr>
          <a:xfrm>
            <a:off x="7038391" y="3799876"/>
            <a:ext cx="658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2018-2023</a:t>
            </a:r>
          </a:p>
        </p:txBody>
      </p:sp>
      <p:grpSp>
        <p:nvGrpSpPr>
          <p:cNvPr id="47" name="Group 96">
            <a:extLst>
              <a:ext uri="{FF2B5EF4-FFF2-40B4-BE49-F238E27FC236}">
                <a16:creationId xmlns:a16="http://schemas.microsoft.com/office/drawing/2014/main" id="{8164A23F-45FE-B4FC-E18A-B82ACF28799E}"/>
              </a:ext>
            </a:extLst>
          </p:cNvPr>
          <p:cNvGrpSpPr/>
          <p:nvPr/>
        </p:nvGrpSpPr>
        <p:grpSpPr>
          <a:xfrm>
            <a:off x="8138102" y="2207026"/>
            <a:ext cx="1738133" cy="1806261"/>
            <a:chOff x="190253" y="1974908"/>
            <a:chExt cx="2076498" cy="1991302"/>
          </a:xfrm>
          <a:solidFill>
            <a:srgbClr val="104862"/>
          </a:solidFill>
        </p:grpSpPr>
        <p:cxnSp>
          <p:nvCxnSpPr>
            <p:cNvPr id="48" name="Straight Connector 97">
              <a:extLst>
                <a:ext uri="{FF2B5EF4-FFF2-40B4-BE49-F238E27FC236}">
                  <a16:creationId xmlns:a16="http://schemas.microsoft.com/office/drawing/2014/main" id="{C3B71938-BEFC-A34A-0514-6C651FB39E6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999" y="2109605"/>
              <a:ext cx="0" cy="1033323"/>
            </a:xfrm>
            <a:prstGeom prst="line">
              <a:avLst/>
            </a:prstGeom>
            <a:grpFill/>
            <a:ln w="19050" cmpd="thickThin">
              <a:solidFill>
                <a:srgbClr val="10486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hevron 98">
              <a:extLst>
                <a:ext uri="{FF2B5EF4-FFF2-40B4-BE49-F238E27FC236}">
                  <a16:creationId xmlns:a16="http://schemas.microsoft.com/office/drawing/2014/main" id="{46A2F337-CFCA-8288-C218-0AD14DE50B46}"/>
                </a:ext>
              </a:extLst>
            </p:cNvPr>
            <p:cNvSpPr/>
            <p:nvPr/>
          </p:nvSpPr>
          <p:spPr>
            <a:xfrm>
              <a:off x="190253" y="3471796"/>
              <a:ext cx="2076498" cy="494414"/>
            </a:xfrm>
            <a:prstGeom prst="chevron">
              <a:avLst>
                <a:gd name="adj" fmla="val 272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0" name="Oval 99">
              <a:extLst>
                <a:ext uri="{FF2B5EF4-FFF2-40B4-BE49-F238E27FC236}">
                  <a16:creationId xmlns:a16="http://schemas.microsoft.com/office/drawing/2014/main" id="{E5ED39DD-13D2-5C49-422B-F0AB5492D7F7}"/>
                </a:ext>
              </a:extLst>
            </p:cNvPr>
            <p:cNvSpPr/>
            <p:nvPr/>
          </p:nvSpPr>
          <p:spPr>
            <a:xfrm>
              <a:off x="879624" y="3075686"/>
              <a:ext cx="688415" cy="651510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b="1" noProof="0" dirty="0">
                <a:solidFill>
                  <a:srgbClr val="00284B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1" name="Chevron 100">
              <a:extLst>
                <a:ext uri="{FF2B5EF4-FFF2-40B4-BE49-F238E27FC236}">
                  <a16:creationId xmlns:a16="http://schemas.microsoft.com/office/drawing/2014/main" id="{C17F1D7F-1A6E-C8E8-FD40-7424D89A09BF}"/>
                </a:ext>
              </a:extLst>
            </p:cNvPr>
            <p:cNvSpPr/>
            <p:nvPr/>
          </p:nvSpPr>
          <p:spPr>
            <a:xfrm rot="16200000">
              <a:off x="1157249" y="1935292"/>
              <a:ext cx="142504" cy="221736"/>
            </a:xfrm>
            <a:prstGeom prst="chevron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00284B"/>
                </a:solidFill>
              </a:endParaRPr>
            </a:p>
          </p:txBody>
        </p:sp>
      </p:grpSp>
      <p:sp>
        <p:nvSpPr>
          <p:cNvPr id="52" name="TextBox 101">
            <a:extLst>
              <a:ext uri="{FF2B5EF4-FFF2-40B4-BE49-F238E27FC236}">
                <a16:creationId xmlns:a16="http://schemas.microsoft.com/office/drawing/2014/main" id="{F99E5518-D77B-1540-3622-1EE7E6D888DB}"/>
              </a:ext>
            </a:extLst>
          </p:cNvPr>
          <p:cNvSpPr txBox="1"/>
          <p:nvPr/>
        </p:nvSpPr>
        <p:spPr>
          <a:xfrm>
            <a:off x="8737270" y="3279336"/>
            <a:ext cx="665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2023-now</a:t>
            </a:r>
          </a:p>
        </p:txBody>
      </p:sp>
      <p:pic>
        <p:nvPicPr>
          <p:cNvPr id="85" name="Immagine 84">
            <a:extLst>
              <a:ext uri="{FF2B5EF4-FFF2-40B4-BE49-F238E27FC236}">
                <a16:creationId xmlns:a16="http://schemas.microsoft.com/office/drawing/2014/main" id="{04F5FD72-0FC7-C25B-6F42-69026E255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52651" y="242393"/>
            <a:ext cx="993468" cy="993468"/>
          </a:xfrm>
          <a:prstGeom prst="rect">
            <a:avLst/>
          </a:prstGeom>
        </p:spPr>
      </p:pic>
      <p:sp>
        <p:nvSpPr>
          <p:cNvPr id="4" name="Chevron 98">
            <a:extLst>
              <a:ext uri="{FF2B5EF4-FFF2-40B4-BE49-F238E27FC236}">
                <a16:creationId xmlns:a16="http://schemas.microsoft.com/office/drawing/2014/main" id="{8C1C0FBD-20FD-192C-B8C5-A2D9BFC0373E}"/>
              </a:ext>
            </a:extLst>
          </p:cNvPr>
          <p:cNvSpPr/>
          <p:nvPr/>
        </p:nvSpPr>
        <p:spPr>
          <a:xfrm>
            <a:off x="9883331" y="3564816"/>
            <a:ext cx="233024" cy="437032"/>
          </a:xfrm>
          <a:prstGeom prst="chevron">
            <a:avLst>
              <a:gd name="adj" fmla="val 27269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hevron 98">
            <a:extLst>
              <a:ext uri="{FF2B5EF4-FFF2-40B4-BE49-F238E27FC236}">
                <a16:creationId xmlns:a16="http://schemas.microsoft.com/office/drawing/2014/main" id="{22D8F065-572E-A23C-99C8-A83AFFDAFDAC}"/>
              </a:ext>
            </a:extLst>
          </p:cNvPr>
          <p:cNvSpPr/>
          <p:nvPr/>
        </p:nvSpPr>
        <p:spPr>
          <a:xfrm>
            <a:off x="10123848" y="3564816"/>
            <a:ext cx="233024" cy="438580"/>
          </a:xfrm>
          <a:prstGeom prst="chevron">
            <a:avLst>
              <a:gd name="adj" fmla="val 27269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Chevron 98">
            <a:extLst>
              <a:ext uri="{FF2B5EF4-FFF2-40B4-BE49-F238E27FC236}">
                <a16:creationId xmlns:a16="http://schemas.microsoft.com/office/drawing/2014/main" id="{309B9151-19DB-E1BB-B381-7C8DC40AC73B}"/>
              </a:ext>
            </a:extLst>
          </p:cNvPr>
          <p:cNvSpPr/>
          <p:nvPr/>
        </p:nvSpPr>
        <p:spPr>
          <a:xfrm>
            <a:off x="10356872" y="3558556"/>
            <a:ext cx="233024" cy="438580"/>
          </a:xfrm>
          <a:prstGeom prst="chevron">
            <a:avLst>
              <a:gd name="adj" fmla="val 2997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noProof="0" dirty="0">
              <a:solidFill>
                <a:srgbClr val="00284B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61">
            <a:extLst>
              <a:ext uri="{FF2B5EF4-FFF2-40B4-BE49-F238E27FC236}">
                <a16:creationId xmlns:a16="http://schemas.microsoft.com/office/drawing/2014/main" id="{CEC30E3D-5246-52AE-EAD4-90ADF84B95C5}"/>
              </a:ext>
            </a:extLst>
          </p:cNvPr>
          <p:cNvSpPr txBox="1"/>
          <p:nvPr/>
        </p:nvSpPr>
        <p:spPr>
          <a:xfrm>
            <a:off x="9834717" y="4084570"/>
            <a:ext cx="1692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...and the future?</a:t>
            </a:r>
            <a:endParaRPr lang="en-US" sz="1200" b="1" noProof="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95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F7BF-A89B-B3F6-D130-C1077733A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6D1671-0C68-42C3-DD4B-0FA131826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Future Challenges: Scaling Security Automation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E698E6-6D8B-9485-FF46-410E72A2F5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6" y="1333589"/>
            <a:ext cx="11662074" cy="4680000"/>
          </a:xfrm>
        </p:spPr>
        <p:txBody>
          <a:bodyPr/>
          <a:lstStyle/>
          <a:p>
            <a:r>
              <a:rPr lang="en-US" noProof="0" dirty="0"/>
              <a:t>Security automation must scale from isolated configuration tasks to large, heterogeneous, distributed security infrastructures.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Scalability of joint reasoning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Larger service graphs and richer policies rapidly increase the search space.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Heterogeneous security functions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Automation must reason jointly across firewalls, VPN gateways, IDS/IPS, monitors, cloud-native controls, and other middleboxes.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Multi-tenant and multi-domain enforcement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Policies may span administrative boundaries where topology, resources, or security capabilities are only partially visible.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Integration with orchestration ecosystems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Security configuration must be coordinated with NFV/SDN and cloud orchestrators.</a:t>
            </a:r>
          </a:p>
        </p:txBody>
      </p:sp>
    </p:spTree>
    <p:extLst>
      <p:ext uri="{BB962C8B-B14F-4D97-AF65-F5344CB8AC3E}">
        <p14:creationId xmlns:p14="http://schemas.microsoft.com/office/powerpoint/2010/main" val="39074586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F539A-EEE2-C8CA-324A-E0BCDEB82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21A0A2-F024-6167-7065-324E9DFB6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it-IT" dirty="0"/>
              <a:t>Future Challenges: Truly </a:t>
            </a:r>
            <a:r>
              <a:rPr lang="it-IT" dirty="0" err="1"/>
              <a:t>Autonomous</a:t>
            </a:r>
            <a:r>
              <a:rPr lang="it-IT" dirty="0"/>
              <a:t> Security</a:t>
            </a:r>
            <a:endParaRPr lang="en-US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68A82F-11CC-0545-1693-9272742D97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076" y="1333589"/>
            <a:ext cx="11662074" cy="4680000"/>
          </a:xfrm>
        </p:spPr>
        <p:txBody>
          <a:bodyPr/>
          <a:lstStyle/>
          <a:p>
            <a:r>
              <a:rPr lang="en-US" noProof="0" dirty="0"/>
              <a:t>Automation must evolve from one-shot configuration synthesis to trustworthy, adaptive, and human-friendly autonomous security management.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Continuous adaptation and closed-loop operations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Configurations should be continuously revised.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Correctness under continuous reconfiguration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Formal guarantees should survive configuration updates.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From resource optimization to security-aware optimization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Current optimization often focuses on resource consumption; future approaches should jointly consider security effectiveness, risk, resilience, latency, and energy.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noProof="0" dirty="0"/>
              <a:t>AI-assisted policy and intent management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AI/LLMs can improve usability and support policy generation or refinement, but their decisions must remain explainable, constrained, and verifiable.</a:t>
            </a:r>
          </a:p>
        </p:txBody>
      </p:sp>
    </p:spTree>
    <p:extLst>
      <p:ext uri="{BB962C8B-B14F-4D97-AF65-F5344CB8AC3E}">
        <p14:creationId xmlns:p14="http://schemas.microsoft.com/office/powerpoint/2010/main" val="6786204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E92C2-F70C-7F4C-994C-AE32503CF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EF774ABD-A4CE-A1F9-A784-ACA8E54EC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The VEREFOO Framework for Automated Virtual Firewall Configuration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5B90FAD6-A5B6-7403-C5C4-6FA0D7BFC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2" name="Immagine 1" descr="verefoo_icon.png">
            <a:extLst>
              <a:ext uri="{FF2B5EF4-FFF2-40B4-BE49-F238E27FC236}">
                <a16:creationId xmlns:a16="http://schemas.microsoft.com/office/drawing/2014/main" id="{A078488F-97AC-3BF0-3138-A12D2398C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979" y="1987030"/>
            <a:ext cx="1256042" cy="125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438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BAF3-951C-BE24-9A3D-8784B8047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3FFE2A-A633-B175-D29D-9392470B3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The VEREFOO Core Idea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D36DF4-3BAF-63D4-8336-BC3870F80D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844" y="1168997"/>
            <a:ext cx="10362500" cy="4680000"/>
          </a:xfrm>
        </p:spPr>
        <p:txBody>
          <a:bodyPr/>
          <a:lstStyle/>
          <a:p>
            <a:r>
              <a:rPr lang="en-US" noProof="0" dirty="0"/>
              <a:t>VEREFOO aims to combine Security Automation, Formal Verification, Optimization in a unified approach to simultaneously:</a:t>
            </a:r>
          </a:p>
          <a:p>
            <a:pPr marL="540000" lvl="1" indent="-342900">
              <a:buFont typeface="Wingdings" panose="05000000000000000000" pitchFamily="2" charset="2"/>
              <a:buChar char="Ø"/>
            </a:pPr>
            <a:r>
              <a:rPr lang="en-US" sz="2400" noProof="0" dirty="0"/>
              <a:t>define the optimal firewall </a:t>
            </a:r>
            <a:r>
              <a:rPr lang="en-US" sz="2400" b="1" noProof="0" dirty="0"/>
              <a:t>allocation scheme</a:t>
            </a:r>
            <a:r>
              <a:rPr lang="en-US" sz="2400" noProof="0" dirty="0"/>
              <a:t>;</a:t>
            </a:r>
          </a:p>
          <a:p>
            <a:pPr marL="540000" lvl="1" indent="-342900">
              <a:buFont typeface="Wingdings" panose="05000000000000000000" pitchFamily="2" charset="2"/>
              <a:buChar char="Ø"/>
            </a:pPr>
            <a:r>
              <a:rPr lang="en-US" sz="2400" noProof="0" dirty="0"/>
              <a:t>generate the optimal firewall </a:t>
            </a:r>
            <a:r>
              <a:rPr lang="en-US" sz="2400" b="1" noProof="0" dirty="0"/>
              <a:t>configuration rules.</a:t>
            </a:r>
          </a:p>
          <a:p>
            <a:endParaRPr lang="en-US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469483D-5D2C-911B-4EC7-620C7AEF1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621032" y="5059693"/>
            <a:ext cx="654157" cy="65415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DC16819-259C-3EEB-9867-F10AB21EC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426" y="5117455"/>
            <a:ext cx="566699" cy="566699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9871199D-5A8C-3B1E-0235-5E1D290A0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115" y="3774231"/>
            <a:ext cx="1213657" cy="121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56C0C8AB-C77F-B6DB-D5F1-B2C9CF12A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368" y="3763226"/>
            <a:ext cx="1213657" cy="121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37AAC758-9C3D-7650-0CBD-E42A98D17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39" y="3774232"/>
            <a:ext cx="1213657" cy="121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Optimization">
            <a:extLst>
              <a:ext uri="{FF2B5EF4-FFF2-40B4-BE49-F238E27FC236}">
                <a16:creationId xmlns:a16="http://schemas.microsoft.com/office/drawing/2014/main" id="{4DF59EF0-1DDC-5815-0DBA-5C0ADA89A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597" y="5073727"/>
            <a:ext cx="654157" cy="65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B845743-F68B-5CFE-52A3-A0301210A6EE}"/>
              </a:ext>
            </a:extLst>
          </p:cNvPr>
          <p:cNvSpPr txBox="1"/>
          <p:nvPr/>
        </p:nvSpPr>
        <p:spPr>
          <a:xfrm>
            <a:off x="28052" y="5702001"/>
            <a:ext cx="1840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noProof="0" dirty="0">
                <a:latin typeface="+mj-lt"/>
                <a:cs typeface="Arial" panose="020B0604020202020204" pitchFamily="34" charset="0"/>
              </a:rPr>
              <a:t>Automation</a:t>
            </a:r>
            <a:endParaRPr lang="en-US" sz="2000" i="1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17880B2-D1EC-A97F-BB1B-44E6328C3D82}"/>
              </a:ext>
            </a:extLst>
          </p:cNvPr>
          <p:cNvSpPr txBox="1"/>
          <p:nvPr/>
        </p:nvSpPr>
        <p:spPr>
          <a:xfrm>
            <a:off x="2029843" y="5635787"/>
            <a:ext cx="3061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noProof="0" dirty="0">
                <a:latin typeface="+mj-lt"/>
                <a:cs typeface="Arial" panose="020B0604020202020204" pitchFamily="34" charset="0"/>
              </a:rPr>
              <a:t>Formal</a:t>
            </a:r>
            <a:r>
              <a:rPr lang="en-US" sz="2000" i="1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noProof="0" dirty="0">
                <a:latin typeface="+mj-lt"/>
                <a:cs typeface="Arial" panose="020B0604020202020204" pitchFamily="34" charset="0"/>
              </a:rPr>
              <a:t>Verification</a:t>
            </a:r>
            <a:endParaRPr lang="en-US" sz="2000" i="1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0133F82-DC96-6A25-9480-8C51A1CC692F}"/>
              </a:ext>
            </a:extLst>
          </p:cNvPr>
          <p:cNvSpPr txBox="1"/>
          <p:nvPr/>
        </p:nvSpPr>
        <p:spPr>
          <a:xfrm>
            <a:off x="4930334" y="5679720"/>
            <a:ext cx="2240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noProof="0" dirty="0">
                <a:latin typeface="+mj-lt"/>
                <a:cs typeface="Arial" panose="020B0604020202020204" pitchFamily="34" charset="0"/>
              </a:rPr>
              <a:t>Optimization</a:t>
            </a:r>
            <a:endParaRPr lang="en-US" sz="2000" i="1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D5FE115D-CB00-8DBB-A1C9-622B717679EC}"/>
              </a:ext>
            </a:extLst>
          </p:cNvPr>
          <p:cNvSpPr txBox="1"/>
          <p:nvPr/>
        </p:nvSpPr>
        <p:spPr>
          <a:xfrm>
            <a:off x="1961949" y="3292580"/>
            <a:ext cx="3061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noProof="0" dirty="0">
                <a:latin typeface="+mj-lt"/>
                <a:cs typeface="Arial" panose="020B0604020202020204" pitchFamily="34" charset="0"/>
              </a:rPr>
              <a:t>Firewall Configuration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43C79C78-EC69-8315-B652-21E7CFAE5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9768" y="3292580"/>
            <a:ext cx="1594999" cy="1591822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D6E45F1-BD5F-AE1B-4BCB-470ACA44EC9F}"/>
              </a:ext>
            </a:extLst>
          </p:cNvPr>
          <p:cNvSpPr txBox="1"/>
          <p:nvPr/>
        </p:nvSpPr>
        <p:spPr>
          <a:xfrm>
            <a:off x="8083230" y="4827777"/>
            <a:ext cx="4262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noProof="0" dirty="0" err="1">
                <a:latin typeface="+mj-lt"/>
                <a:cs typeface="Arial" panose="020B0604020202020204" pitchFamily="34" charset="0"/>
              </a:rPr>
              <a:t>VE</a:t>
            </a:r>
            <a:r>
              <a:rPr lang="en-US" sz="2400" i="1" noProof="0" dirty="0" err="1">
                <a:latin typeface="+mj-lt"/>
                <a:cs typeface="Arial" panose="020B0604020202020204" pitchFamily="34" charset="0"/>
              </a:rPr>
              <a:t>rified</a:t>
            </a:r>
            <a:r>
              <a:rPr lang="en-US" sz="2400" i="1" noProof="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i="1" noProof="0" dirty="0" err="1">
                <a:latin typeface="+mj-lt"/>
                <a:cs typeface="Arial" panose="020B0604020202020204" pitchFamily="34" charset="0"/>
              </a:rPr>
              <a:t>REF</a:t>
            </a:r>
            <a:r>
              <a:rPr lang="en-US" sz="2400" i="1" noProof="0" dirty="0" err="1">
                <a:latin typeface="+mj-lt"/>
                <a:cs typeface="Arial" panose="020B0604020202020204" pitchFamily="34" charset="0"/>
              </a:rPr>
              <a:t>inement</a:t>
            </a:r>
            <a:r>
              <a:rPr lang="en-US" sz="2400" i="1" noProof="0" dirty="0">
                <a:latin typeface="+mj-lt"/>
                <a:cs typeface="Arial" panose="020B0604020202020204" pitchFamily="34" charset="0"/>
              </a:rPr>
              <a:t> and </a:t>
            </a:r>
            <a:r>
              <a:rPr lang="en-US" sz="2400" b="1" i="1" noProof="0" dirty="0">
                <a:latin typeface="+mj-lt"/>
                <a:cs typeface="Arial" panose="020B0604020202020204" pitchFamily="34" charset="0"/>
              </a:rPr>
              <a:t>O</a:t>
            </a:r>
            <a:r>
              <a:rPr lang="en-US" sz="2400" i="1" noProof="0" dirty="0">
                <a:latin typeface="+mj-lt"/>
                <a:cs typeface="Arial" panose="020B0604020202020204" pitchFamily="34" charset="0"/>
              </a:rPr>
              <a:t>ptimized </a:t>
            </a:r>
            <a:r>
              <a:rPr lang="en-US" sz="2400" b="1" i="1" noProof="0" dirty="0">
                <a:latin typeface="+mj-lt"/>
                <a:cs typeface="Arial" panose="020B0604020202020204" pitchFamily="34" charset="0"/>
              </a:rPr>
              <a:t>O</a:t>
            </a:r>
            <a:r>
              <a:rPr lang="en-US" sz="2400" i="1" noProof="0" dirty="0">
                <a:latin typeface="+mj-lt"/>
                <a:cs typeface="Arial" panose="020B0604020202020204" pitchFamily="34" charset="0"/>
              </a:rPr>
              <a:t>rchestration</a:t>
            </a:r>
          </a:p>
        </p:txBody>
      </p:sp>
      <p:sp>
        <p:nvSpPr>
          <p:cNvPr id="33" name="Freccia a destra 32">
            <a:extLst>
              <a:ext uri="{FF2B5EF4-FFF2-40B4-BE49-F238E27FC236}">
                <a16:creationId xmlns:a16="http://schemas.microsoft.com/office/drawing/2014/main" id="{851502C2-E73F-685D-1AFC-8E60CAEAD748}"/>
              </a:ext>
            </a:extLst>
          </p:cNvPr>
          <p:cNvSpPr/>
          <p:nvPr/>
        </p:nvSpPr>
        <p:spPr>
          <a:xfrm>
            <a:off x="6735030" y="4197494"/>
            <a:ext cx="1506762" cy="22210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F2268F09-68C6-0FEE-9BF3-54A5B003C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870" y="3704473"/>
            <a:ext cx="5633192" cy="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899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3E43-F01B-0B8A-F8AF-43170C42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C1C39C-D606-E4DA-74A4-9B36A0E5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/>
              <a:t>The VEREFOO Approach</a:t>
            </a:r>
          </a:p>
        </p:txBody>
      </p:sp>
      <p:sp>
        <p:nvSpPr>
          <p:cNvPr id="50" name="Rectangle 12">
            <a:extLst>
              <a:ext uri="{FF2B5EF4-FFF2-40B4-BE49-F238E27FC236}">
                <a16:creationId xmlns:a16="http://schemas.microsoft.com/office/drawing/2014/main" id="{7A4A3010-7DAD-FB60-28BD-12605E220965}"/>
              </a:ext>
            </a:extLst>
          </p:cNvPr>
          <p:cNvSpPr/>
          <p:nvPr/>
        </p:nvSpPr>
        <p:spPr>
          <a:xfrm>
            <a:off x="1621912" y="1031321"/>
            <a:ext cx="1206300" cy="4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0" dirty="0">
                <a:latin typeface="+mj-lt"/>
              </a:rPr>
              <a:t>Input</a:t>
            </a:r>
          </a:p>
        </p:txBody>
      </p:sp>
      <p:sp>
        <p:nvSpPr>
          <p:cNvPr id="51" name="Rectangle 14">
            <a:extLst>
              <a:ext uri="{FF2B5EF4-FFF2-40B4-BE49-F238E27FC236}">
                <a16:creationId xmlns:a16="http://schemas.microsoft.com/office/drawing/2014/main" id="{21CAA8E5-B820-7D2B-ADC8-DDB0501F3310}"/>
              </a:ext>
            </a:extLst>
          </p:cNvPr>
          <p:cNvSpPr/>
          <p:nvPr/>
        </p:nvSpPr>
        <p:spPr>
          <a:xfrm>
            <a:off x="-187976" y="1781006"/>
            <a:ext cx="4648914" cy="4708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>
                <a:latin typeface="+mj-lt"/>
                <a:cs typeface="Arial" panose="020B0604020202020204" pitchFamily="34" charset="0"/>
              </a:rPr>
              <a:t>Service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noProof="0" dirty="0">
                <a:latin typeface="+mj-lt"/>
                <a:cs typeface="Arial" panose="020B0604020202020204" pitchFamily="34" charset="0"/>
              </a:rPr>
              <a:t>Graph (SG)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2" name="Rectangle 15">
            <a:extLst>
              <a:ext uri="{FF2B5EF4-FFF2-40B4-BE49-F238E27FC236}">
                <a16:creationId xmlns:a16="http://schemas.microsoft.com/office/drawing/2014/main" id="{671E08B2-9A0D-F8B1-02B9-DC61148E1E9E}"/>
              </a:ext>
            </a:extLst>
          </p:cNvPr>
          <p:cNvSpPr/>
          <p:nvPr/>
        </p:nvSpPr>
        <p:spPr>
          <a:xfrm>
            <a:off x="7838364" y="1788110"/>
            <a:ext cx="3523862" cy="4708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>
                <a:latin typeface="+mj-lt"/>
                <a:cs typeface="Arial" panose="020B0604020202020204" pitchFamily="34" charset="0"/>
              </a:rPr>
              <a:t>Firewall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noProof="0" dirty="0">
                <a:latin typeface="+mj-lt"/>
                <a:cs typeface="Arial" panose="020B0604020202020204" pitchFamily="34" charset="0"/>
              </a:rPr>
              <a:t>Allocation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noProof="0" dirty="0">
                <a:latin typeface="+mj-lt"/>
                <a:cs typeface="Arial" panose="020B0604020202020204" pitchFamily="34" charset="0"/>
              </a:rPr>
              <a:t>Scheme</a:t>
            </a: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1F94EB2-23FB-1F9D-6DBF-C31CA7894BBB}"/>
              </a:ext>
            </a:extLst>
          </p:cNvPr>
          <p:cNvSpPr/>
          <p:nvPr/>
        </p:nvSpPr>
        <p:spPr>
          <a:xfrm>
            <a:off x="139886" y="4058241"/>
            <a:ext cx="4883218" cy="4708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>
                <a:latin typeface="+mj-lt"/>
                <a:cs typeface="Arial" panose="020B0604020202020204" pitchFamily="34" charset="0"/>
              </a:rPr>
              <a:t>Network Security Requirements (NSRs)</a:t>
            </a:r>
          </a:p>
        </p:txBody>
      </p:sp>
      <p:sp>
        <p:nvSpPr>
          <p:cNvPr id="54" name="Rectangle 17">
            <a:extLst>
              <a:ext uri="{FF2B5EF4-FFF2-40B4-BE49-F238E27FC236}">
                <a16:creationId xmlns:a16="http://schemas.microsoft.com/office/drawing/2014/main" id="{CB301D95-316D-930D-C5B6-6097554CEC60}"/>
              </a:ext>
            </a:extLst>
          </p:cNvPr>
          <p:cNvSpPr/>
          <p:nvPr/>
        </p:nvSpPr>
        <p:spPr>
          <a:xfrm>
            <a:off x="7456766" y="3995006"/>
            <a:ext cx="4287059" cy="4708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>
                <a:latin typeface="+mj-lt"/>
                <a:cs typeface="Arial" panose="020B0604020202020204" pitchFamily="34" charset="0"/>
              </a:rPr>
              <a:t>Firewall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noProof="0" dirty="0">
                <a:latin typeface="+mj-lt"/>
                <a:cs typeface="Arial" panose="020B0604020202020204" pitchFamily="34" charset="0"/>
              </a:rPr>
              <a:t>Configuration</a:t>
            </a:r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noProof="0" dirty="0">
                <a:latin typeface="+mj-lt"/>
                <a:cs typeface="Arial" panose="020B0604020202020204" pitchFamily="34" charset="0"/>
              </a:rPr>
              <a:t>Rules</a:t>
            </a:r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B90A2078-C161-C697-2AC0-F9ACE512EAF0}"/>
              </a:ext>
            </a:extLst>
          </p:cNvPr>
          <p:cNvSpPr/>
          <p:nvPr/>
        </p:nvSpPr>
        <p:spPr>
          <a:xfrm>
            <a:off x="8373940" y="5500902"/>
            <a:ext cx="823605" cy="7624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8" name="Rectangle 13">
            <a:extLst>
              <a:ext uri="{FF2B5EF4-FFF2-40B4-BE49-F238E27FC236}">
                <a16:creationId xmlns:a16="http://schemas.microsoft.com/office/drawing/2014/main" id="{34A9665F-3C45-55BA-025C-7688B6964551}"/>
              </a:ext>
            </a:extLst>
          </p:cNvPr>
          <p:cNvSpPr/>
          <p:nvPr/>
        </p:nvSpPr>
        <p:spPr>
          <a:xfrm>
            <a:off x="8772161" y="1031320"/>
            <a:ext cx="1656268" cy="4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0" dirty="0">
                <a:latin typeface="+mj-lt"/>
              </a:rPr>
              <a:t>Output</a:t>
            </a:r>
          </a:p>
        </p:txBody>
      </p:sp>
      <p:pic>
        <p:nvPicPr>
          <p:cNvPr id="70" name="Immagine 69">
            <a:extLst>
              <a:ext uri="{FF2B5EF4-FFF2-40B4-BE49-F238E27FC236}">
                <a16:creationId xmlns:a16="http://schemas.microsoft.com/office/drawing/2014/main" id="{BB7DB75F-15C9-2451-BCC8-014E14D7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92" y="4828290"/>
            <a:ext cx="872538" cy="872538"/>
          </a:xfrm>
          <a:prstGeom prst="rect">
            <a:avLst/>
          </a:prstGeom>
        </p:spPr>
      </p:pic>
      <p:grpSp>
        <p:nvGrpSpPr>
          <p:cNvPr id="73" name="Gruppo 72">
            <a:extLst>
              <a:ext uri="{FF2B5EF4-FFF2-40B4-BE49-F238E27FC236}">
                <a16:creationId xmlns:a16="http://schemas.microsoft.com/office/drawing/2014/main" id="{9AFC415A-A862-E0DD-CB2D-30F4F15DCCFB}"/>
              </a:ext>
            </a:extLst>
          </p:cNvPr>
          <p:cNvGrpSpPr/>
          <p:nvPr/>
        </p:nvGrpSpPr>
        <p:grpSpPr>
          <a:xfrm>
            <a:off x="1517098" y="4686671"/>
            <a:ext cx="3408592" cy="1501434"/>
            <a:chOff x="1930111" y="4619999"/>
            <a:chExt cx="3408592" cy="1501434"/>
          </a:xfrm>
        </p:grpSpPr>
        <p:pic>
          <p:nvPicPr>
            <p:cNvPr id="64" name="Immagine 63" descr="Immagine che contiene testo, schermata, numero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483922BC-6E62-8FD3-2D01-21A00FFAC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3347"/>
            <a:stretch>
              <a:fillRect/>
            </a:stretch>
          </p:blipFill>
          <p:spPr>
            <a:xfrm>
              <a:off x="1930111" y="5464869"/>
              <a:ext cx="3408592" cy="656564"/>
            </a:xfrm>
            <a:prstGeom prst="rect">
              <a:avLst/>
            </a:prstGeom>
          </p:spPr>
        </p:pic>
        <p:pic>
          <p:nvPicPr>
            <p:cNvPr id="72" name="Immagine 71" descr="Immagine che contiene testo, schermata, numero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04941103-A0D3-1D86-B497-172C4DBB5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231" b="65558"/>
            <a:stretch>
              <a:fillRect/>
            </a:stretch>
          </p:blipFill>
          <p:spPr>
            <a:xfrm>
              <a:off x="1959316" y="4619999"/>
              <a:ext cx="3299088" cy="839923"/>
            </a:xfrm>
            <a:prstGeom prst="rect">
              <a:avLst/>
            </a:prstGeom>
          </p:spPr>
        </p:pic>
      </p:grpSp>
      <p:pic>
        <p:nvPicPr>
          <p:cNvPr id="75" name="Immagine 74">
            <a:extLst>
              <a:ext uri="{FF2B5EF4-FFF2-40B4-BE49-F238E27FC236}">
                <a16:creationId xmlns:a16="http://schemas.microsoft.com/office/drawing/2014/main" id="{F7B3B941-75C5-F55A-75D9-3CC19FF21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560" y="2498844"/>
            <a:ext cx="1371247" cy="1368516"/>
          </a:xfrm>
          <a:prstGeom prst="rect">
            <a:avLst/>
          </a:prstGeom>
        </p:spPr>
      </p:pic>
      <p:grpSp>
        <p:nvGrpSpPr>
          <p:cNvPr id="80" name="Gruppo 79">
            <a:extLst>
              <a:ext uri="{FF2B5EF4-FFF2-40B4-BE49-F238E27FC236}">
                <a16:creationId xmlns:a16="http://schemas.microsoft.com/office/drawing/2014/main" id="{63840DF5-E458-6BAD-A328-72E30ADAF3AA}"/>
              </a:ext>
            </a:extLst>
          </p:cNvPr>
          <p:cNvGrpSpPr/>
          <p:nvPr/>
        </p:nvGrpSpPr>
        <p:grpSpPr>
          <a:xfrm>
            <a:off x="7365847" y="4547112"/>
            <a:ext cx="1464598" cy="1553707"/>
            <a:chOff x="6139283" y="4637045"/>
            <a:chExt cx="1464598" cy="1553707"/>
          </a:xfrm>
        </p:grpSpPr>
        <p:pic>
          <p:nvPicPr>
            <p:cNvPr id="81" name="Immagine 80">
              <a:extLst>
                <a:ext uri="{FF2B5EF4-FFF2-40B4-BE49-F238E27FC236}">
                  <a16:creationId xmlns:a16="http://schemas.microsoft.com/office/drawing/2014/main" id="{32DD0C41-C152-6404-4FE6-CC27A5F05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9283" y="4637045"/>
              <a:ext cx="1312869" cy="1312869"/>
            </a:xfrm>
            <a:prstGeom prst="rect">
              <a:avLst/>
            </a:prstGeom>
          </p:spPr>
        </p:pic>
        <p:sp>
          <p:nvSpPr>
            <p:cNvPr id="82" name="Ovale 81">
              <a:extLst>
                <a:ext uri="{FF2B5EF4-FFF2-40B4-BE49-F238E27FC236}">
                  <a16:creationId xmlns:a16="http://schemas.microsoft.com/office/drawing/2014/main" id="{EA5CD21B-EE98-1275-E5F4-E4DDEB5F150D}"/>
                </a:ext>
              </a:extLst>
            </p:cNvPr>
            <p:cNvSpPr/>
            <p:nvPr/>
          </p:nvSpPr>
          <p:spPr>
            <a:xfrm>
              <a:off x="6780276" y="5428277"/>
              <a:ext cx="823605" cy="7624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83" name="Picture 6" descr="iptables详解（1）：iptables概念-朱双印博客">
            <a:extLst>
              <a:ext uri="{FF2B5EF4-FFF2-40B4-BE49-F238E27FC236}">
                <a16:creationId xmlns:a16="http://schemas.microsoft.com/office/drawing/2014/main" id="{62F0AE45-C1C1-A2E8-FA02-44319508CC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7" t="12616" r="21437" b="9875"/>
          <a:stretch/>
        </p:blipFill>
        <p:spPr bwMode="auto">
          <a:xfrm>
            <a:off x="8149073" y="5476452"/>
            <a:ext cx="529643" cy="448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Immagine 6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84552CD-9AC3-4268-D3F9-6795D420A4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3615" y="4847761"/>
            <a:ext cx="3124429" cy="835288"/>
          </a:xfrm>
          <a:prstGeom prst="rect">
            <a:avLst/>
          </a:prstGeom>
        </p:spPr>
      </p:pic>
      <p:pic>
        <p:nvPicPr>
          <p:cNvPr id="85" name="Immagine 84">
            <a:extLst>
              <a:ext uri="{FF2B5EF4-FFF2-40B4-BE49-F238E27FC236}">
                <a16:creationId xmlns:a16="http://schemas.microsoft.com/office/drawing/2014/main" id="{4B04AA0F-3094-7DEF-6881-A1EF4712B8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036" y="2352391"/>
            <a:ext cx="2834891" cy="1174988"/>
          </a:xfrm>
          <a:prstGeom prst="rect">
            <a:avLst/>
          </a:prstGeom>
        </p:spPr>
      </p:pic>
      <p:pic>
        <p:nvPicPr>
          <p:cNvPr id="87" name="Immagine 86">
            <a:extLst>
              <a:ext uri="{FF2B5EF4-FFF2-40B4-BE49-F238E27FC236}">
                <a16:creationId xmlns:a16="http://schemas.microsoft.com/office/drawing/2014/main" id="{3FAA3323-2C54-08D1-01B7-DF5AF42F60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6840" y="2340216"/>
            <a:ext cx="3408592" cy="1469461"/>
          </a:xfrm>
          <a:prstGeom prst="rect">
            <a:avLst/>
          </a:prstGeom>
        </p:spPr>
      </p:pic>
      <p:cxnSp>
        <p:nvCxnSpPr>
          <p:cNvPr id="88" name="Straight Arrow Connector 21">
            <a:extLst>
              <a:ext uri="{FF2B5EF4-FFF2-40B4-BE49-F238E27FC236}">
                <a16:creationId xmlns:a16="http://schemas.microsoft.com/office/drawing/2014/main" id="{CAB70AD9-927F-C678-1387-2DBC0148D014}"/>
              </a:ext>
            </a:extLst>
          </p:cNvPr>
          <p:cNvCxnSpPr>
            <a:cxnSpLocks/>
          </p:cNvCxnSpPr>
          <p:nvPr/>
        </p:nvCxnSpPr>
        <p:spPr>
          <a:xfrm>
            <a:off x="4845391" y="3183102"/>
            <a:ext cx="5430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23">
            <a:extLst>
              <a:ext uri="{FF2B5EF4-FFF2-40B4-BE49-F238E27FC236}">
                <a16:creationId xmlns:a16="http://schemas.microsoft.com/office/drawing/2014/main" id="{DA421DA5-9A4A-A129-BEE4-8496E9484795}"/>
              </a:ext>
            </a:extLst>
          </p:cNvPr>
          <p:cNvCxnSpPr>
            <a:cxnSpLocks/>
          </p:cNvCxnSpPr>
          <p:nvPr/>
        </p:nvCxnSpPr>
        <p:spPr>
          <a:xfrm>
            <a:off x="6941760" y="3186140"/>
            <a:ext cx="5150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7107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8BBB-5B7D-7011-FFF5-806C83FCF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C61F4D-1C4A-D7A5-F7CC-2CE5C577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pPr algn="l"/>
            <a:r>
              <a:rPr lang="en-US" noProof="0" dirty="0" err="1"/>
              <a:t>MaxSMT</a:t>
            </a:r>
            <a:r>
              <a:rPr lang="en-US" noProof="0" dirty="0"/>
              <a:t> Problem Formulation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82F31E-6C99-D9A9-27DB-260C730D4C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844" y="1168997"/>
            <a:ext cx="5436932" cy="4680000"/>
          </a:xfrm>
        </p:spPr>
        <p:txBody>
          <a:bodyPr/>
          <a:lstStyle/>
          <a:p>
            <a:r>
              <a:rPr lang="en-US" b="1" noProof="0" dirty="0"/>
              <a:t>Partial weighted </a:t>
            </a:r>
            <a:r>
              <a:rPr lang="en-US" b="1" noProof="0" dirty="0" err="1"/>
              <a:t>MaxSMT</a:t>
            </a:r>
            <a:r>
              <a:rPr lang="en-US" noProof="0" dirty="0"/>
              <a:t>: an optimization-enhanced version of the Satisfiability Modulo Theories (SMT) problem.</a:t>
            </a:r>
          </a:p>
          <a:p>
            <a:pPr marL="654300" lvl="1" indent="-342900">
              <a:buFont typeface="Wingdings" panose="05000000000000000000" pitchFamily="2" charset="2"/>
              <a:buChar char="§"/>
            </a:pPr>
            <a:r>
              <a:rPr lang="en-US" sz="2200" b="1" noProof="0" dirty="0"/>
              <a:t>Partial</a:t>
            </a:r>
            <a:r>
              <a:rPr lang="en-US" sz="2200" noProof="0" dirty="0"/>
              <a:t>: there are </a:t>
            </a:r>
            <a:r>
              <a:rPr lang="en-US" sz="2200" u="sng" noProof="0" dirty="0"/>
              <a:t>hard</a:t>
            </a:r>
            <a:r>
              <a:rPr lang="en-US" sz="2200" noProof="0" dirty="0"/>
              <a:t> constraints that must be always satisfied and </a:t>
            </a:r>
            <a:r>
              <a:rPr lang="en-US" sz="2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</a:t>
            </a:r>
            <a:r>
              <a:rPr lang="en-US" sz="2200" noProof="0" dirty="0"/>
              <a:t> constraints that should be satisfied as far as possible.</a:t>
            </a:r>
          </a:p>
          <a:p>
            <a:pPr marL="654300" lvl="1" indent="-342900">
              <a:buFont typeface="Wingdings" panose="05000000000000000000" pitchFamily="2" charset="2"/>
              <a:buChar char="§"/>
            </a:pPr>
            <a:r>
              <a:rPr lang="en-US" sz="2200" b="1" noProof="0" dirty="0"/>
              <a:t>Weighted</a:t>
            </a:r>
            <a:r>
              <a:rPr lang="en-US" sz="2200" noProof="0" dirty="0"/>
              <a:t>: find an assignment of the variables that maximizes the total weight of the satisfied soft clauses.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8E75987-2FBF-D89B-8B44-4E28CE517D15}"/>
              </a:ext>
            </a:extLst>
          </p:cNvPr>
          <p:cNvSpPr/>
          <p:nvPr/>
        </p:nvSpPr>
        <p:spPr>
          <a:xfrm>
            <a:off x="6902907" y="4229929"/>
            <a:ext cx="4549040" cy="38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corrimento orizzontale 4">
                <a:extLst>
                  <a:ext uri="{FF2B5EF4-FFF2-40B4-BE49-F238E27FC236}">
                    <a16:creationId xmlns:a16="http://schemas.microsoft.com/office/drawing/2014/main" id="{01945557-7668-672E-4F22-746DB653746F}"/>
                  </a:ext>
                </a:extLst>
              </p:cNvPr>
              <p:cNvSpPr/>
              <p:nvPr/>
            </p:nvSpPr>
            <p:spPr>
              <a:xfrm>
                <a:off x="6710572" y="1203321"/>
                <a:ext cx="4974520" cy="943845"/>
              </a:xfrm>
              <a:prstGeom prst="horizontalScroll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&gt;5∧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&lt;4∨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&lt;5∨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5" name="Scorrimento orizzontale 4">
                <a:extLst>
                  <a:ext uri="{FF2B5EF4-FFF2-40B4-BE49-F238E27FC236}">
                    <a16:creationId xmlns:a16="http://schemas.microsoft.com/office/drawing/2014/main" id="{01945557-7668-672E-4F22-746DB65374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572" y="1203321"/>
                <a:ext cx="4974520" cy="943845"/>
              </a:xfrm>
              <a:prstGeom prst="horizontalScroll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corrimento orizzontale 6">
                <a:extLst>
                  <a:ext uri="{FF2B5EF4-FFF2-40B4-BE49-F238E27FC236}">
                    <a16:creationId xmlns:a16="http://schemas.microsoft.com/office/drawing/2014/main" id="{54DE5DFC-CDB8-F840-ABA7-FD5BEBCAF437}"/>
                  </a:ext>
                </a:extLst>
              </p:cNvPr>
              <p:cNvSpPr/>
              <p:nvPr/>
            </p:nvSpPr>
            <p:spPr>
              <a:xfrm>
                <a:off x="6710572" y="2104320"/>
                <a:ext cx="4974520" cy="943845"/>
              </a:xfrm>
              <a:prstGeom prst="horizontalScroll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&gt;1, 5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, 10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&gt;6, 8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Scorrimento orizzontale 6">
                <a:extLst>
                  <a:ext uri="{FF2B5EF4-FFF2-40B4-BE49-F238E27FC236}">
                    <a16:creationId xmlns:a16="http://schemas.microsoft.com/office/drawing/2014/main" id="{54DE5DFC-CDB8-F840-ABA7-FD5BEBCAF4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572" y="2104320"/>
                <a:ext cx="4974520" cy="943845"/>
              </a:xfrm>
              <a:prstGeom prst="horizontalScroll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2029530A-8632-27B8-55B3-F15DAE2F626A}"/>
              </a:ext>
            </a:extLst>
          </p:cNvPr>
          <p:cNvCxnSpPr>
            <a:cxnSpLocks/>
          </p:cNvCxnSpPr>
          <p:nvPr/>
        </p:nvCxnSpPr>
        <p:spPr>
          <a:xfrm>
            <a:off x="7405736" y="3436669"/>
            <a:ext cx="0" cy="11597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E812EF7-6E91-BB7A-0140-DFB2370A1C2E}"/>
              </a:ext>
            </a:extLst>
          </p:cNvPr>
          <p:cNvCxnSpPr>
            <a:cxnSpLocks/>
          </p:cNvCxnSpPr>
          <p:nvPr/>
        </p:nvCxnSpPr>
        <p:spPr>
          <a:xfrm>
            <a:off x="9197832" y="3466255"/>
            <a:ext cx="0" cy="11597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91FFB3C4-EAD8-A48D-5459-EFFD622EB87A}"/>
              </a:ext>
            </a:extLst>
          </p:cNvPr>
          <p:cNvCxnSpPr>
            <a:cxnSpLocks/>
          </p:cNvCxnSpPr>
          <p:nvPr/>
        </p:nvCxnSpPr>
        <p:spPr>
          <a:xfrm>
            <a:off x="7923293" y="3436669"/>
            <a:ext cx="0" cy="11745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23843581-C126-00A9-B804-FFC6798E3742}"/>
              </a:ext>
            </a:extLst>
          </p:cNvPr>
          <p:cNvCxnSpPr>
            <a:cxnSpLocks/>
          </p:cNvCxnSpPr>
          <p:nvPr/>
        </p:nvCxnSpPr>
        <p:spPr>
          <a:xfrm>
            <a:off x="8560051" y="3443914"/>
            <a:ext cx="0" cy="11745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6CCF32B3-F694-5D05-A999-00B308CB0931}"/>
                  </a:ext>
                </a:extLst>
              </p:cNvPr>
              <p:cNvSpPr txBox="1"/>
              <p:nvPr/>
            </p:nvSpPr>
            <p:spPr>
              <a:xfrm>
                <a:off x="6954670" y="3089497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6CCF32B3-F694-5D05-A999-00B308CB0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670" y="3089497"/>
                <a:ext cx="398353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48E2939E-3796-EA9B-1CBF-E114EE7AE2EC}"/>
                  </a:ext>
                </a:extLst>
              </p:cNvPr>
              <p:cNvSpPr txBox="1"/>
              <p:nvPr/>
            </p:nvSpPr>
            <p:spPr>
              <a:xfrm>
                <a:off x="7485756" y="3059668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48E2939E-3796-EA9B-1CBF-E114EE7AE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756" y="3059668"/>
                <a:ext cx="39835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C095702D-00F7-2C4D-6EDA-15EE010D7130}"/>
                  </a:ext>
                </a:extLst>
              </p:cNvPr>
              <p:cNvSpPr txBox="1"/>
              <p:nvPr/>
            </p:nvSpPr>
            <p:spPr>
              <a:xfrm>
                <a:off x="8080706" y="3089423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C095702D-00F7-2C4D-6EDA-15EE010D7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706" y="3089423"/>
                <a:ext cx="398353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4225C956-1298-60C4-7BCB-5527C0CB268A}"/>
                  </a:ext>
                </a:extLst>
              </p:cNvPr>
              <p:cNvSpPr txBox="1"/>
              <p:nvPr/>
            </p:nvSpPr>
            <p:spPr>
              <a:xfrm>
                <a:off x="8675657" y="3107585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4225C956-1298-60C4-7BCB-5527C0CB2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657" y="3107585"/>
                <a:ext cx="398353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556FF43-7DC1-80E6-D68B-E055ECDD2D6F}"/>
              </a:ext>
            </a:extLst>
          </p:cNvPr>
          <p:cNvSpPr txBox="1"/>
          <p:nvPr/>
        </p:nvSpPr>
        <p:spPr>
          <a:xfrm>
            <a:off x="9374807" y="3089423"/>
            <a:ext cx="194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sum of weights</a:t>
            </a:r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49BE0EB7-92FE-1EC4-AD00-F73349DBA28A}"/>
              </a:ext>
            </a:extLst>
          </p:cNvPr>
          <p:cNvCxnSpPr>
            <a:cxnSpLocks/>
          </p:cNvCxnSpPr>
          <p:nvPr/>
        </p:nvCxnSpPr>
        <p:spPr>
          <a:xfrm flipH="1" flipV="1">
            <a:off x="6890617" y="3429000"/>
            <a:ext cx="4561330" cy="29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20E51CF6-56ED-C40D-84CF-C581B64676A6}"/>
              </a:ext>
            </a:extLst>
          </p:cNvPr>
          <p:cNvCxnSpPr>
            <a:cxnSpLocks/>
          </p:cNvCxnSpPr>
          <p:nvPr/>
        </p:nvCxnSpPr>
        <p:spPr>
          <a:xfrm flipH="1" flipV="1">
            <a:off x="6904734" y="5017669"/>
            <a:ext cx="4549041" cy="295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073CA9C1-C97F-934B-9DBE-92A5093CFA52}"/>
              </a:ext>
            </a:extLst>
          </p:cNvPr>
          <p:cNvCxnSpPr>
            <a:cxnSpLocks/>
          </p:cNvCxnSpPr>
          <p:nvPr/>
        </p:nvCxnSpPr>
        <p:spPr>
          <a:xfrm>
            <a:off x="6890617" y="3436669"/>
            <a:ext cx="14117" cy="1581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7499B1E9-56DD-C3BD-5D00-5CE9D71FE5E4}"/>
              </a:ext>
            </a:extLst>
          </p:cNvPr>
          <p:cNvCxnSpPr>
            <a:cxnSpLocks/>
          </p:cNvCxnSpPr>
          <p:nvPr/>
        </p:nvCxnSpPr>
        <p:spPr>
          <a:xfrm>
            <a:off x="11451947" y="3458829"/>
            <a:ext cx="0" cy="15884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84C8D175-B715-A8B9-E1E3-5B6BDF034AE5}"/>
              </a:ext>
            </a:extLst>
          </p:cNvPr>
          <p:cNvCxnSpPr>
            <a:cxnSpLocks/>
          </p:cNvCxnSpPr>
          <p:nvPr/>
        </p:nvCxnSpPr>
        <p:spPr>
          <a:xfrm flipH="1" flipV="1">
            <a:off x="6890617" y="3833109"/>
            <a:ext cx="4549041" cy="295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8AC1A8A6-29B7-7324-50B5-7D6DBD1ECADB}"/>
              </a:ext>
            </a:extLst>
          </p:cNvPr>
          <p:cNvCxnSpPr>
            <a:cxnSpLocks/>
          </p:cNvCxnSpPr>
          <p:nvPr/>
        </p:nvCxnSpPr>
        <p:spPr>
          <a:xfrm flipH="1" flipV="1">
            <a:off x="6890617" y="4222182"/>
            <a:ext cx="4573620" cy="138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2B2AF5CC-3ED7-F6E2-940D-FAD5D2F0EE27}"/>
              </a:ext>
            </a:extLst>
          </p:cNvPr>
          <p:cNvCxnSpPr>
            <a:cxnSpLocks/>
          </p:cNvCxnSpPr>
          <p:nvPr/>
        </p:nvCxnSpPr>
        <p:spPr>
          <a:xfrm flipH="1" flipV="1">
            <a:off x="6904734" y="4615394"/>
            <a:ext cx="4547213" cy="23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C56B6CE-9939-95F9-3182-2CB4D20F40E9}"/>
              </a:ext>
            </a:extLst>
          </p:cNvPr>
          <p:cNvSpPr txBox="1"/>
          <p:nvPr/>
        </p:nvSpPr>
        <p:spPr>
          <a:xfrm>
            <a:off x="8874834" y="4601410"/>
            <a:ext cx="442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sellaDiTesto 37">
                <a:extLst>
                  <a:ext uri="{FF2B5EF4-FFF2-40B4-BE49-F238E27FC236}">
                    <a16:creationId xmlns:a16="http://schemas.microsoft.com/office/drawing/2014/main" id="{4688489B-AB7F-BCBD-1E74-6C5AA83BF74D}"/>
                  </a:ext>
                </a:extLst>
              </p:cNvPr>
              <p:cNvSpPr txBox="1"/>
              <p:nvPr/>
            </p:nvSpPr>
            <p:spPr>
              <a:xfrm>
                <a:off x="6961435" y="3448984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8" name="CasellaDiTesto 37">
                <a:extLst>
                  <a:ext uri="{FF2B5EF4-FFF2-40B4-BE49-F238E27FC236}">
                    <a16:creationId xmlns:a16="http://schemas.microsoft.com/office/drawing/2014/main" id="{4688489B-AB7F-BCBD-1E74-6C5AA83BF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435" y="3448984"/>
                <a:ext cx="39835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37FFE210-EDFA-CCA9-DB5D-956106DB51FE}"/>
                  </a:ext>
                </a:extLst>
              </p:cNvPr>
              <p:cNvSpPr txBox="1"/>
              <p:nvPr/>
            </p:nvSpPr>
            <p:spPr>
              <a:xfrm>
                <a:off x="6973180" y="3828161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37FFE210-EDFA-CCA9-DB5D-956106DB5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180" y="3828161"/>
                <a:ext cx="39835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8CE43B6C-050E-4F0A-C67D-9E37EE3CA679}"/>
                  </a:ext>
                </a:extLst>
              </p:cNvPr>
              <p:cNvSpPr txBox="1"/>
              <p:nvPr/>
            </p:nvSpPr>
            <p:spPr>
              <a:xfrm>
                <a:off x="6981026" y="4197493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8CE43B6C-050E-4F0A-C67D-9E37EE3CA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026" y="4197493"/>
                <a:ext cx="39835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332603D3-15CC-3442-E7D5-62A5C45AD9AA}"/>
                  </a:ext>
                </a:extLst>
              </p:cNvPr>
              <p:cNvSpPr txBox="1"/>
              <p:nvPr/>
            </p:nvSpPr>
            <p:spPr>
              <a:xfrm>
                <a:off x="7449784" y="3448841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332603D3-15CC-3442-E7D5-62A5C45AD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784" y="3448841"/>
                <a:ext cx="3983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F9CA8304-151D-7B22-90E8-F6501CDCBE71}"/>
                  </a:ext>
                </a:extLst>
              </p:cNvPr>
              <p:cNvSpPr txBox="1"/>
              <p:nvPr/>
            </p:nvSpPr>
            <p:spPr>
              <a:xfrm>
                <a:off x="7461529" y="3828018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F9CA8304-151D-7B22-90E8-F6501CDCB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529" y="3828018"/>
                <a:ext cx="39835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sellaDiTesto 42">
                <a:extLst>
                  <a:ext uri="{FF2B5EF4-FFF2-40B4-BE49-F238E27FC236}">
                    <a16:creationId xmlns:a16="http://schemas.microsoft.com/office/drawing/2014/main" id="{0957F087-F981-E9D9-493D-63AB8FEF5A9E}"/>
                  </a:ext>
                </a:extLst>
              </p:cNvPr>
              <p:cNvSpPr txBox="1"/>
              <p:nvPr/>
            </p:nvSpPr>
            <p:spPr>
              <a:xfrm>
                <a:off x="7469375" y="4197350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3" name="CasellaDiTesto 42">
                <a:extLst>
                  <a:ext uri="{FF2B5EF4-FFF2-40B4-BE49-F238E27FC236}">
                    <a16:creationId xmlns:a16="http://schemas.microsoft.com/office/drawing/2014/main" id="{0957F087-F981-E9D9-493D-63AB8FEF5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9375" y="4197350"/>
                <a:ext cx="39835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7F8914BD-4CEC-8EFC-53FB-7C0ADA184675}"/>
                  </a:ext>
                </a:extLst>
              </p:cNvPr>
              <p:cNvSpPr txBox="1"/>
              <p:nvPr/>
            </p:nvSpPr>
            <p:spPr>
              <a:xfrm>
                <a:off x="7964142" y="3483776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true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7F8914BD-4CEC-8EFC-53FB-7C0ADA184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142" y="3483776"/>
                <a:ext cx="398353" cy="369332"/>
              </a:xfrm>
              <a:prstGeom prst="rect">
                <a:avLst/>
              </a:prstGeom>
              <a:blipFill>
                <a:blip r:embed="rId14"/>
                <a:stretch>
                  <a:fillRect r="-454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DE32127A-D6A7-C8EC-9F6F-DC4C16E77772}"/>
                  </a:ext>
                </a:extLst>
              </p:cNvPr>
              <p:cNvSpPr txBox="1"/>
              <p:nvPr/>
            </p:nvSpPr>
            <p:spPr>
              <a:xfrm>
                <a:off x="8576840" y="3482919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false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DE32127A-D6A7-C8EC-9F6F-DC4C16E77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40" y="3482919"/>
                <a:ext cx="398353" cy="369332"/>
              </a:xfrm>
              <a:prstGeom prst="rect">
                <a:avLst/>
              </a:prstGeom>
              <a:blipFill>
                <a:blip r:embed="rId15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DCBB7C2C-1282-8D44-0478-C26AC0D89EC8}"/>
                  </a:ext>
                </a:extLst>
              </p:cNvPr>
              <p:cNvSpPr txBox="1"/>
              <p:nvPr/>
            </p:nvSpPr>
            <p:spPr>
              <a:xfrm>
                <a:off x="7972727" y="3843090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true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DCBB7C2C-1282-8D44-0478-C26AC0D89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727" y="3843090"/>
                <a:ext cx="398353" cy="369332"/>
              </a:xfrm>
              <a:prstGeom prst="rect">
                <a:avLst/>
              </a:prstGeom>
              <a:blipFill>
                <a:blip r:embed="rId16"/>
                <a:stretch>
                  <a:fillRect r="-461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sellaDiTesto 46">
                <a:extLst>
                  <a:ext uri="{FF2B5EF4-FFF2-40B4-BE49-F238E27FC236}">
                    <a16:creationId xmlns:a16="http://schemas.microsoft.com/office/drawing/2014/main" id="{969F1D2F-C385-55F4-F1A4-F43E1895EC1B}"/>
                  </a:ext>
                </a:extLst>
              </p:cNvPr>
              <p:cNvSpPr txBox="1"/>
              <p:nvPr/>
            </p:nvSpPr>
            <p:spPr>
              <a:xfrm>
                <a:off x="7970917" y="4215986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true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7" name="CasellaDiTesto 46">
                <a:extLst>
                  <a:ext uri="{FF2B5EF4-FFF2-40B4-BE49-F238E27FC236}">
                    <a16:creationId xmlns:a16="http://schemas.microsoft.com/office/drawing/2014/main" id="{969F1D2F-C385-55F4-F1A4-F43E1895E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917" y="4215986"/>
                <a:ext cx="398353" cy="369332"/>
              </a:xfrm>
              <a:prstGeom prst="rect">
                <a:avLst/>
              </a:prstGeom>
              <a:blipFill>
                <a:blip r:embed="rId17"/>
                <a:stretch>
                  <a:fillRect r="-461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CFAB261E-0A93-A534-3959-1D4DE16EB538}"/>
                  </a:ext>
                </a:extLst>
              </p:cNvPr>
              <p:cNvSpPr txBox="1"/>
              <p:nvPr/>
            </p:nvSpPr>
            <p:spPr>
              <a:xfrm>
                <a:off x="8596673" y="3826644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true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CFAB261E-0A93-A534-3959-1D4DE16EB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673" y="3826644"/>
                <a:ext cx="398353" cy="369332"/>
              </a:xfrm>
              <a:prstGeom prst="rect">
                <a:avLst/>
              </a:prstGeom>
              <a:blipFill>
                <a:blip r:embed="rId18"/>
                <a:stretch>
                  <a:fillRect r="-454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BCAE4C2F-939B-8DA2-4BCB-899CFE032AFB}"/>
                  </a:ext>
                </a:extLst>
              </p:cNvPr>
              <p:cNvSpPr txBox="1"/>
              <p:nvPr/>
            </p:nvSpPr>
            <p:spPr>
              <a:xfrm>
                <a:off x="8596672" y="4205744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false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BCAE4C2F-939B-8DA2-4BCB-899CFE032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672" y="4205744"/>
                <a:ext cx="398353" cy="369332"/>
              </a:xfrm>
              <a:prstGeom prst="rect">
                <a:avLst/>
              </a:prstGeom>
              <a:blipFill>
                <a:blip r:embed="rId19"/>
                <a:stretch>
                  <a:fillRect r="-575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sellaDiTesto 49">
                <a:extLst>
                  <a:ext uri="{FF2B5EF4-FFF2-40B4-BE49-F238E27FC236}">
                    <a16:creationId xmlns:a16="http://schemas.microsoft.com/office/drawing/2014/main" id="{52682E47-FB72-01F7-3E9E-72C2A896D8DB}"/>
                  </a:ext>
                </a:extLst>
              </p:cNvPr>
              <p:cNvSpPr txBox="1"/>
              <p:nvPr/>
            </p:nvSpPr>
            <p:spPr>
              <a:xfrm>
                <a:off x="10083639" y="3493363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50" name="CasellaDiTesto 49">
                <a:extLst>
                  <a:ext uri="{FF2B5EF4-FFF2-40B4-BE49-F238E27FC236}">
                    <a16:creationId xmlns:a16="http://schemas.microsoft.com/office/drawing/2014/main" id="{52682E47-FB72-01F7-3E9E-72C2A896D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3639" y="3493363"/>
                <a:ext cx="398353" cy="369332"/>
              </a:xfrm>
              <a:prstGeom prst="rect">
                <a:avLst/>
              </a:prstGeom>
              <a:blipFill>
                <a:blip r:embed="rId20"/>
                <a:stretch>
                  <a:fillRect r="-92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sellaDiTesto 50">
                <a:extLst>
                  <a:ext uri="{FF2B5EF4-FFF2-40B4-BE49-F238E27FC236}">
                    <a16:creationId xmlns:a16="http://schemas.microsoft.com/office/drawing/2014/main" id="{E36BB19D-CD35-EEB9-73F3-5A240B0DB7E1}"/>
                  </a:ext>
                </a:extLst>
              </p:cNvPr>
              <p:cNvSpPr txBox="1"/>
              <p:nvPr/>
            </p:nvSpPr>
            <p:spPr>
              <a:xfrm>
                <a:off x="10095384" y="3872540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51" name="CasellaDiTesto 50">
                <a:extLst>
                  <a:ext uri="{FF2B5EF4-FFF2-40B4-BE49-F238E27FC236}">
                    <a16:creationId xmlns:a16="http://schemas.microsoft.com/office/drawing/2014/main" id="{E36BB19D-CD35-EEB9-73F3-5A240B0DB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384" y="3872540"/>
                <a:ext cx="398353" cy="369332"/>
              </a:xfrm>
              <a:prstGeom prst="rect">
                <a:avLst/>
              </a:prstGeom>
              <a:blipFill>
                <a:blip r:embed="rId21"/>
                <a:stretch>
                  <a:fillRect r="-92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sellaDiTesto 51">
                <a:extLst>
                  <a:ext uri="{FF2B5EF4-FFF2-40B4-BE49-F238E27FC236}">
                    <a16:creationId xmlns:a16="http://schemas.microsoft.com/office/drawing/2014/main" id="{2A07354F-FCDB-DE94-72D1-9F7827EA1487}"/>
                  </a:ext>
                </a:extLst>
              </p:cNvPr>
              <p:cNvSpPr txBox="1"/>
              <p:nvPr/>
            </p:nvSpPr>
            <p:spPr>
              <a:xfrm>
                <a:off x="10103230" y="4241872"/>
                <a:ext cx="398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23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52" name="CasellaDiTesto 51">
                <a:extLst>
                  <a:ext uri="{FF2B5EF4-FFF2-40B4-BE49-F238E27FC236}">
                    <a16:creationId xmlns:a16="http://schemas.microsoft.com/office/drawing/2014/main" id="{2A07354F-FCDB-DE94-72D1-9F7827EA1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3230" y="4241872"/>
                <a:ext cx="398353" cy="369332"/>
              </a:xfrm>
              <a:prstGeom prst="rect">
                <a:avLst/>
              </a:prstGeom>
              <a:blipFill>
                <a:blip r:embed="rId22"/>
                <a:stretch>
                  <a:fillRect r="-75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32744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4CD2-8F4D-8F1B-3DB6-D7633A436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282EE2-B0AB-6B8D-985D-B053557A7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Service Graph and Allocation Graph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EFDAC20D-D663-3F44-DECF-6888EBD54F7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524956" y="1168997"/>
                <a:ext cx="5644196" cy="4680000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noProof="0" dirty="0"/>
                  <a:t>The input </a:t>
                </a:r>
                <a:r>
                  <a:rPr lang="en-US" b="1" noProof="0" dirty="0"/>
                  <a:t>Service Graph </a:t>
                </a:r>
                <a:r>
                  <a:rPr lang="en-US" noProof="0" dirty="0"/>
                  <a:t>(SG) is automatically transformed into an intermediate representation, the </a:t>
                </a:r>
                <a:r>
                  <a:rPr lang="en-US" b="1" noProof="0" dirty="0"/>
                  <a:t>Allocation Graph </a:t>
                </a:r>
                <a:r>
                  <a:rPr lang="en-US" noProof="0" dirty="0"/>
                  <a:t>(AG).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800" noProof="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noProof="0" dirty="0"/>
                  <a:t>The </a:t>
                </a:r>
                <a:r>
                  <a:rPr lang="en-US" b="1" noProof="0" dirty="0"/>
                  <a:t>Allocation Places </a:t>
                </a:r>
                <a:r>
                  <a:rPr lang="en-US" noProof="0" dirty="0"/>
                  <a:t>(APs) represent the possible positions where a firewall could be allocated in the logical topology.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800" noProof="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noProof="0" dirty="0"/>
                  <a:t>The AG is modeled as a </a:t>
                </a:r>
                <a:r>
                  <a:rPr lang="en-US" b="1" noProof="0" dirty="0"/>
                  <a:t>directed graph</a:t>
                </a:r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. </a:t>
                </a:r>
              </a:p>
              <a:p>
                <a:pPr marL="1028700" lvl="1" indent="-342900">
                  <a:buFont typeface="Wingdings" panose="05000000000000000000" pitchFamily="2" charset="2"/>
                  <a:buChar char="Ø"/>
                </a:pPr>
                <a:r>
                  <a:rPr lang="en-US" sz="2200" noProof="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200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noProof="0" dirty="0"/>
                  <a:t>is the set of APs.</a:t>
                </a:r>
              </a:p>
              <a:p>
                <a:endParaRPr lang="en-US" b="1" noProof="0" dirty="0"/>
              </a:p>
              <a:p>
                <a:endParaRPr lang="en-US" b="1" noProof="0" dirty="0"/>
              </a:p>
              <a:p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EFDAC20D-D663-3F44-DECF-6888EBD54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524956" y="1168997"/>
                <a:ext cx="5644196" cy="4680000"/>
              </a:xfrm>
              <a:blipFill>
                <a:blip r:embed="rId2"/>
                <a:stretch>
                  <a:fillRect l="-1404" t="-1043" r="-1620" b="-32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8">
            <a:extLst>
              <a:ext uri="{FF2B5EF4-FFF2-40B4-BE49-F238E27FC236}">
                <a16:creationId xmlns:a16="http://schemas.microsoft.com/office/drawing/2014/main" id="{D0AF7DED-2EDA-BCB4-B641-A0CB99978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252" y="1511710"/>
            <a:ext cx="3767620" cy="156158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B0628CE8-C944-9E69-0881-75293050A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737" y="3717907"/>
            <a:ext cx="4273863" cy="1628383"/>
          </a:xfrm>
          <a:prstGeom prst="rect">
            <a:avLst/>
          </a:prstGeom>
        </p:spPr>
      </p:pic>
      <p:cxnSp>
        <p:nvCxnSpPr>
          <p:cNvPr id="15" name="Straight Arrow Connector 5">
            <a:extLst>
              <a:ext uri="{FF2B5EF4-FFF2-40B4-BE49-F238E27FC236}">
                <a16:creationId xmlns:a16="http://schemas.microsoft.com/office/drawing/2014/main" id="{F0A27977-43D8-8DFA-EAF6-0B32057EFCEF}"/>
              </a:ext>
            </a:extLst>
          </p:cNvPr>
          <p:cNvCxnSpPr/>
          <p:nvPr/>
        </p:nvCxnSpPr>
        <p:spPr>
          <a:xfrm>
            <a:off x="9224871" y="2994647"/>
            <a:ext cx="0" cy="676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6895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E98C8-9DA9-B6AC-C8E5-9C266C0C9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593D99-00ED-05C0-97BD-5D4E8FD9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Traffic Flows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D6833CAD-2850-5671-3AB4-5114D2838FD8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524956" y="1168997"/>
                <a:ext cx="11295188" cy="4680000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noProof="0" dirty="0"/>
                  <a:t>Each </a:t>
                </a:r>
                <a:r>
                  <a:rPr lang="en-US" b="1" noProof="0" dirty="0"/>
                  <a:t>flow</a:t>
                </a:r>
                <a:r>
                  <a:rPr lang="en-US" noProof="0" dirty="0"/>
                  <a:t> crossing the AG is modeled as an </a:t>
                </a:r>
                <a:r>
                  <a:rPr lang="en-US" b="1" noProof="0" dirty="0"/>
                  <a:t>alternate</a:t>
                </a:r>
                <a:r>
                  <a:rPr lang="en-US" noProof="0" dirty="0"/>
                  <a:t> </a:t>
                </a:r>
                <a:r>
                  <a:rPr lang="en-US" b="1" noProof="0" dirty="0"/>
                  <a:t>list of </a:t>
                </a:r>
                <a:r>
                  <a:rPr lang="en-US" noProof="0" dirty="0"/>
                  <a:t>nodes and traffic elements</a:t>
                </a:r>
                <a:r>
                  <a:rPr lang="en-US" b="1" noProof="0" dirty="0"/>
                  <a:t> </a:t>
                </a:r>
              </a:p>
              <a:p>
                <a:pPr marL="324000" lvl="1" indent="0"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/>
              </a:p>
              <a:p>
                <a:pPr marL="324000" lvl="1" indent="0">
                  <a:spcAft>
                    <a:spcPts val="1000"/>
                  </a:spcAft>
                  <a:buNone/>
                </a:pPr>
                <a:r>
                  <a:rPr lang="en-US" sz="2400" noProof="0" dirty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noProof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noProof="0" smtClean="0">
                            <a:latin typeface="Cambria Math" panose="02040503050406030204" pitchFamily="18" charset="0"/>
                          </a:rPr>
                          <m:t>IPSrc</m:t>
                        </m:r>
                        <m:r>
                          <a:rPr lang="en-US" sz="2400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noProof="0" smtClean="0">
                            <a:latin typeface="Cambria Math" panose="02040503050406030204" pitchFamily="18" charset="0"/>
                          </a:rPr>
                          <m:t>IPDst</m:t>
                        </m:r>
                        <m:r>
                          <a:rPr lang="en-US" sz="2400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noProof="0" smtClean="0">
                            <a:latin typeface="Cambria Math" panose="02040503050406030204" pitchFamily="18" charset="0"/>
                          </a:rPr>
                          <m:t>pSRC</m:t>
                        </m:r>
                        <m:r>
                          <a:rPr lang="en-US" sz="2400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noProof="0" smtClean="0">
                            <a:latin typeface="Cambria Math" panose="02040503050406030204" pitchFamily="18" charset="0"/>
                          </a:rPr>
                          <m:t>pDST</m:t>
                        </m:r>
                        <m:r>
                          <a:rPr lang="en-US" sz="2400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noProof="0" smtClean="0">
                            <a:latin typeface="Cambria Math" panose="02040503050406030204" pitchFamily="18" charset="0"/>
                          </a:rPr>
                          <m:t>tProto</m:t>
                        </m:r>
                      </m:e>
                    </m:d>
                  </m:oMath>
                </a14:m>
                <a:r>
                  <a:rPr lang="en-US" sz="2400" noProof="0" dirty="0"/>
                  <a:t> represents the traffic (i.e., class of packets) </a:t>
                </a:r>
                <a:r>
                  <a:rPr lang="en-US" sz="2400" b="1" noProof="0" dirty="0"/>
                  <a:t>transmitted</a:t>
                </a:r>
                <a:r>
                  <a:rPr lang="en-US" sz="2400" noProof="0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noProof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noProof="0" dirty="0"/>
                  <a:t>, with possible modifications made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noProof="0" dirty="0"/>
                  <a:t>, </a:t>
                </a:r>
                <a:r>
                  <a:rPr lang="en-US" sz="2400" b="1" noProof="0" dirty="0"/>
                  <a:t>if</a:t>
                </a:r>
                <a:r>
                  <a:rPr lang="en-US" sz="2400" noProof="0" dirty="0"/>
                  <a:t> it is not previously blocked.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noProof="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noProof="0" dirty="0"/>
                  <a:t>All traffic flows are </a:t>
                </a:r>
                <a:r>
                  <a:rPr lang="en-US" b="1" noProof="0" dirty="0"/>
                  <a:t>pre-computed</a:t>
                </a:r>
                <a:r>
                  <a:rPr lang="en-US" noProof="0" dirty="0"/>
                  <a:t> before the </a:t>
                </a:r>
                <a:r>
                  <a:rPr lang="en-US" noProof="0" dirty="0" err="1"/>
                  <a:t>MaxSMT</a:t>
                </a:r>
                <a:r>
                  <a:rPr lang="en-US" noProof="0" dirty="0"/>
                  <a:t> problem formulation, by considering all the possible changes that network functions can apply.</a:t>
                </a:r>
              </a:p>
              <a:p>
                <a:pPr marL="324000" lvl="1" indent="0">
                  <a:buNone/>
                </a:pPr>
                <a:endParaRPr lang="en-US" sz="2400" noProof="0" dirty="0"/>
              </a:p>
              <a:p>
                <a:pPr marL="324000" lvl="1" indent="0">
                  <a:buNone/>
                </a:pPr>
                <a:endParaRPr lang="en-US" sz="2400" noProof="0" dirty="0"/>
              </a:p>
              <a:p>
                <a:pPr lvl="1"/>
                <a:endParaRPr lang="en-US" sz="2400" noProof="0" dirty="0">
                  <a:ea typeface="Cambria Math" panose="02040503050406030204" pitchFamily="18" charset="0"/>
                </a:endParaRPr>
              </a:p>
              <a:p>
                <a:pPr lvl="1"/>
                <a:endParaRPr lang="en-US" sz="2200" noProof="0" dirty="0"/>
              </a:p>
              <a:p>
                <a:pPr lvl="1"/>
                <a:endParaRPr lang="en-US" sz="2200" noProof="0" dirty="0"/>
              </a:p>
              <a:p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D6833CAD-2850-5671-3AB4-5114D2838F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524956" y="1168997"/>
                <a:ext cx="11295188" cy="4680000"/>
              </a:xfrm>
              <a:blipFill>
                <a:blip r:embed="rId2"/>
                <a:stretch>
                  <a:fillRect l="-702" t="-1043" r="-15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0091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AB9C3-7792-CF22-F1A6-A5F75C51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7AED10-45BA-7367-7DEC-119231DC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Network Function Behavior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42A57E3B-64B9-A41B-2770-81E6DA59E1B4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524956" y="1168997"/>
                <a:ext cx="11496356" cy="4680000"/>
              </a:xfrm>
            </p:spPr>
            <p:txBody>
              <a:bodyPr/>
              <a:lstStyle/>
              <a:p>
                <a:r>
                  <a:rPr lang="en-US" noProof="0" dirty="0"/>
                  <a:t>The behavior of each network function in the AG (e.g., forwarders, NATs, load balancers) is modeled by means of two functions:</a:t>
                </a:r>
              </a:p>
              <a:p>
                <a:pPr marL="648000" lvl="1" indent="-457200">
                  <a:buFont typeface="+mj-lt"/>
                  <a:buAutoNum type="arabicParenR"/>
                </a:pPr>
                <a:r>
                  <a:rPr lang="en-US" sz="2400" noProof="0" dirty="0"/>
                  <a:t>the function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𝒅𝒆𝒏</m:t>
                    </m:r>
                    <m:sSub>
                      <m:sSubPr>
                        <m:ctrlPr>
                          <a:rPr lang="en-US" sz="2400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i="1" noProof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noProof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 noProof="0">
                        <a:latin typeface="Cambria Math" panose="02040503050406030204" pitchFamily="18" charset="0"/>
                      </a:rPr>
                      <m:t>𝔹</m:t>
                    </m:r>
                    <m:r>
                      <a:rPr lang="en-US" sz="2400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models the </a:t>
                </a:r>
                <a:r>
                  <a:rPr lang="en-US" sz="2400" b="1" noProof="0" dirty="0"/>
                  <a:t>forwarding </a:t>
                </a:r>
                <a:r>
                  <a:rPr lang="en-US" sz="2400" noProof="0" dirty="0"/>
                  <a:t>behavior, as it is true for ingress traffic </a:t>
                </a:r>
                <a14:m>
                  <m:oMath xmlns:m="http://schemas.openxmlformats.org/officeDocument/2006/math"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noProof="0" dirty="0"/>
                  <a:t> if and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noProof="0" dirty="0"/>
                  <a:t> drops all the packets represented by </a:t>
                </a:r>
                <a14:m>
                  <m:oMath xmlns:m="http://schemas.openxmlformats.org/officeDocument/2006/math"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noProof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400" noProof="0" dirty="0"/>
              </a:p>
              <a:p>
                <a:pPr marL="781200" lvl="1" indent="-457200">
                  <a:buFont typeface="+mj-lt"/>
                  <a:buAutoNum type="arabicParenR"/>
                </a:pPr>
                <a:endParaRPr lang="en-US" sz="2400" noProof="0" dirty="0"/>
              </a:p>
              <a:p>
                <a:pPr marL="781200" lvl="1" indent="-457200">
                  <a:buFont typeface="+mj-lt"/>
                  <a:buAutoNum type="arabicParenR"/>
                </a:pPr>
                <a:endParaRPr lang="en-US" sz="2400" noProof="0" dirty="0"/>
              </a:p>
              <a:p>
                <a:pPr marL="648000" lvl="1" indent="-457200">
                  <a:buFont typeface="+mj-lt"/>
                  <a:buAutoNum type="arabicParenR"/>
                </a:pPr>
                <a:r>
                  <a:rPr lang="en-US" sz="2400" noProof="0" dirty="0"/>
                  <a:t>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𝓣</m:t>
                        </m:r>
                      </m:e>
                      <m:sub>
                        <m:r>
                          <a:rPr lang="en-US" sz="2400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i="1" noProof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noProof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models the </a:t>
                </a:r>
                <a:r>
                  <a:rPr lang="en-US" sz="2400" b="1" noProof="0" dirty="0"/>
                  <a:t>transformation </a:t>
                </a:r>
                <a:r>
                  <a:rPr lang="en-US" sz="2400" noProof="0" dirty="0"/>
                  <a:t>behavior, as it maps an input traffic to the corresponding output traffic.</a:t>
                </a:r>
              </a:p>
              <a:p>
                <a:endParaRPr lang="en-US" noProof="0" dirty="0"/>
              </a:p>
              <a:p>
                <a:pPr marL="324000" lvl="1" indent="0">
                  <a:buNone/>
                </a:pPr>
                <a:endParaRPr lang="en-US" sz="2200" noProof="0" dirty="0"/>
              </a:p>
              <a:p>
                <a:pPr marL="781200" lvl="1" indent="-457200">
                  <a:buFont typeface="+mj-lt"/>
                  <a:buAutoNum type="arabicParenR"/>
                </a:pPr>
                <a:endParaRPr lang="en-US" sz="2200" noProof="0" dirty="0">
                  <a:latin typeface="Cambria Math" panose="02040503050406030204" pitchFamily="18" charset="0"/>
                </a:endParaRPr>
              </a:p>
              <a:p>
                <a:pPr lvl="1"/>
                <a:endParaRPr lang="en-US" sz="2400" noProof="0" dirty="0">
                  <a:ea typeface="Cambria Math" panose="02040503050406030204" pitchFamily="18" charset="0"/>
                </a:endParaRPr>
              </a:p>
              <a:p>
                <a:pPr lvl="1"/>
                <a:endParaRPr lang="en-US" sz="2200" noProof="0" dirty="0"/>
              </a:p>
              <a:p>
                <a:pPr lvl="1"/>
                <a:endParaRPr lang="en-US" sz="2200" noProof="0" dirty="0"/>
              </a:p>
              <a:p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42A57E3B-64B9-A41B-2770-81E6DA59E1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524956" y="1168997"/>
                <a:ext cx="11496356" cy="4680000"/>
              </a:xfrm>
              <a:blipFill>
                <a:blip r:embed="rId2"/>
                <a:stretch>
                  <a:fillRect l="-795" t="-1043" r="-9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ccia angolare in su 4">
            <a:extLst>
              <a:ext uri="{FF2B5EF4-FFF2-40B4-BE49-F238E27FC236}">
                <a16:creationId xmlns:a16="http://schemas.microsoft.com/office/drawing/2014/main" id="{AE2007DF-918E-6C36-F575-D3CE2C35F654}"/>
              </a:ext>
            </a:extLst>
          </p:cNvPr>
          <p:cNvSpPr/>
          <p:nvPr/>
        </p:nvSpPr>
        <p:spPr>
          <a:xfrm rot="5400000">
            <a:off x="1385130" y="2844629"/>
            <a:ext cx="504567" cy="664175"/>
          </a:xfrm>
          <a:prstGeom prst="bentUpArrow">
            <a:avLst>
              <a:gd name="adj1" fmla="val 11939"/>
              <a:gd name="adj2" fmla="val 32347"/>
              <a:gd name="adj3" fmla="val 28265"/>
            </a:avLst>
          </a:prstGeom>
          <a:ln w="63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83136D5-8100-3E7C-AAC1-38BF6F33D1F3}"/>
              </a:ext>
            </a:extLst>
          </p:cNvPr>
          <p:cNvSpPr txBox="1"/>
          <p:nvPr/>
        </p:nvSpPr>
        <p:spPr>
          <a:xfrm>
            <a:off x="2103613" y="3047332"/>
            <a:ext cx="671309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noProof="0" dirty="0">
                <a:latin typeface="+mj-lt"/>
                <a:cs typeface="Arial" panose="020B0604020202020204" pitchFamily="34" charset="0"/>
              </a:rPr>
              <a:t>used for the formulation of </a:t>
            </a:r>
            <a:r>
              <a:rPr lang="en-US" sz="2400" b="1" noProof="0" dirty="0">
                <a:latin typeface="+mj-lt"/>
                <a:cs typeface="Arial" panose="020B0604020202020204" pitchFamily="34" charset="0"/>
              </a:rPr>
              <a:t>hard constraints</a:t>
            </a:r>
            <a:endParaRPr lang="en-US" sz="24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Freccia angolare in su 8">
            <a:extLst>
              <a:ext uri="{FF2B5EF4-FFF2-40B4-BE49-F238E27FC236}">
                <a16:creationId xmlns:a16="http://schemas.microsoft.com/office/drawing/2014/main" id="{A54E603C-0245-BEB3-44D2-1BD8035F5AA1}"/>
              </a:ext>
            </a:extLst>
          </p:cNvPr>
          <p:cNvSpPr/>
          <p:nvPr/>
        </p:nvSpPr>
        <p:spPr>
          <a:xfrm rot="5400000">
            <a:off x="1385130" y="4510620"/>
            <a:ext cx="504567" cy="664175"/>
          </a:xfrm>
          <a:prstGeom prst="bentUpArrow">
            <a:avLst>
              <a:gd name="adj1" fmla="val 11939"/>
              <a:gd name="adj2" fmla="val 32347"/>
              <a:gd name="adj3" fmla="val 28265"/>
            </a:avLst>
          </a:prstGeom>
          <a:ln w="63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DB6E532-5153-3093-ED09-2AD6E4DC4F82}"/>
              </a:ext>
            </a:extLst>
          </p:cNvPr>
          <p:cNvSpPr txBox="1"/>
          <p:nvPr/>
        </p:nvSpPr>
        <p:spPr>
          <a:xfrm>
            <a:off x="2156584" y="4765807"/>
            <a:ext cx="671309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noProof="0" dirty="0">
                <a:latin typeface="+mj-lt"/>
                <a:cs typeface="Arial" panose="020B0604020202020204" pitchFamily="34" charset="0"/>
              </a:rPr>
              <a:t>used for the </a:t>
            </a:r>
            <a:r>
              <a:rPr lang="en-US" sz="2400" b="1" noProof="0" dirty="0">
                <a:latin typeface="+mj-lt"/>
                <a:cs typeface="Arial" panose="020B0604020202020204" pitchFamily="34" charset="0"/>
              </a:rPr>
              <a:t>computation</a:t>
            </a:r>
            <a:r>
              <a:rPr lang="en-US" sz="2400" noProof="0" dirty="0">
                <a:latin typeface="+mj-lt"/>
                <a:cs typeface="Arial" panose="020B0604020202020204" pitchFamily="34" charset="0"/>
              </a:rPr>
              <a:t> of the traffic flows</a:t>
            </a:r>
          </a:p>
        </p:txBody>
      </p:sp>
    </p:spTree>
    <p:extLst>
      <p:ext uri="{BB962C8B-B14F-4D97-AF65-F5344CB8AC3E}">
        <p14:creationId xmlns:p14="http://schemas.microsoft.com/office/powerpoint/2010/main" val="37782205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3285-8160-6EC4-0463-D6693D4B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E637FF-F89B-2CE0-5E64-81F0D5C31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Network Security Requirements Model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C76801-A6F3-7E48-0201-076F840371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168997"/>
            <a:ext cx="11295188" cy="119625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The policy model is composed of a set of Network Security Requirements (NSRs), describing </a:t>
            </a:r>
            <a:r>
              <a:rPr lang="en-US" b="1" noProof="0" dirty="0"/>
              <a:t>connectivity</a:t>
            </a:r>
            <a:r>
              <a:rPr lang="en-US" noProof="0" dirty="0"/>
              <a:t> requirements related to specific packet classes.</a:t>
            </a:r>
          </a:p>
          <a:p>
            <a:pPr marL="324000" lvl="1" indent="0">
              <a:buNone/>
            </a:pPr>
            <a:endParaRPr lang="en-US" sz="2400" noProof="0" dirty="0"/>
          </a:p>
          <a:p>
            <a:pPr marL="324000" lvl="1" indent="0">
              <a:buNone/>
            </a:pPr>
            <a:endParaRPr lang="en-US" sz="2400" noProof="0" dirty="0"/>
          </a:p>
          <a:p>
            <a:pPr lvl="1"/>
            <a:endParaRPr lang="en-US" sz="2400" noProof="0" dirty="0">
              <a:ea typeface="Cambria Math" panose="02040503050406030204" pitchFamily="18" charset="0"/>
            </a:endParaRPr>
          </a:p>
          <a:p>
            <a:pPr lvl="1"/>
            <a:endParaRPr lang="en-US" sz="2200" noProof="0" dirty="0"/>
          </a:p>
          <a:p>
            <a:pPr lvl="1"/>
            <a:endParaRPr lang="en-US" sz="2200" noProof="0" dirty="0"/>
          </a:p>
          <a:p>
            <a:endParaRPr lang="en-US" noProof="0" dirty="0"/>
          </a:p>
          <a:p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2">
                <a:extLst>
                  <a:ext uri="{FF2B5EF4-FFF2-40B4-BE49-F238E27FC236}">
                    <a16:creationId xmlns:a16="http://schemas.microsoft.com/office/drawing/2014/main" id="{4BD4EB00-317E-E37A-3CFF-8882D94C67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956" y="2534501"/>
                <a:ext cx="5967284" cy="34151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›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›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›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›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342000">
                  <a:buFont typeface="Wingdings" panose="05000000000000000000" pitchFamily="2" charset="2"/>
                  <a:buChar char="§"/>
                </a:pPr>
                <a:r>
                  <a:rPr lang="en-US" sz="2200" noProof="0" dirty="0"/>
                  <a:t>Each NSR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 ∈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200" noProof="0" dirty="0"/>
                  <a:t> is modeled as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900" i="1" noProof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900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noProof="0" dirty="0"/>
                  <a:t>= (type, </a:t>
                </a:r>
                <a:r>
                  <a:rPr lang="en-US" sz="1900" noProof="0" dirty="0" err="1"/>
                  <a:t>IPSrc</a:t>
                </a:r>
                <a:r>
                  <a:rPr lang="en-US" sz="1900" noProof="0" dirty="0"/>
                  <a:t>, </a:t>
                </a:r>
                <a:r>
                  <a:rPr lang="en-US" sz="1900" noProof="0" dirty="0" err="1"/>
                  <a:t>IPDst</a:t>
                </a:r>
                <a:r>
                  <a:rPr lang="en-US" sz="1900" noProof="0" dirty="0"/>
                  <a:t>, </a:t>
                </a:r>
                <a:r>
                  <a:rPr lang="en-US" sz="1900" noProof="0" dirty="0" err="1"/>
                  <a:t>pSrc</a:t>
                </a:r>
                <a:r>
                  <a:rPr lang="en-US" sz="1900" noProof="0" dirty="0"/>
                  <a:t>, </a:t>
                </a:r>
                <a:r>
                  <a:rPr lang="en-US" sz="1900" noProof="0" dirty="0" err="1"/>
                  <a:t>pDst</a:t>
                </a:r>
                <a:r>
                  <a:rPr lang="en-US" sz="1900" noProof="0" dirty="0"/>
                  <a:t>, </a:t>
                </a:r>
                <a:r>
                  <a:rPr lang="en-US" sz="1900" noProof="0" dirty="0" err="1"/>
                  <a:t>tProto</a:t>
                </a:r>
                <a:r>
                  <a:rPr lang="en-US" sz="1900" noProof="0" dirty="0"/>
                  <a:t>)</a:t>
                </a:r>
              </a:p>
              <a:p>
                <a:pPr indent="-342000">
                  <a:buFont typeface="Wingdings" panose="05000000000000000000" pitchFamily="2" charset="2"/>
                  <a:buChar char="§"/>
                </a:pPr>
                <a:r>
                  <a:rPr lang="en-US" sz="2200" noProof="0" dirty="0"/>
                  <a:t>The </a:t>
                </a:r>
                <a:r>
                  <a:rPr lang="en-US" sz="2200" b="1" i="1" noProof="0" dirty="0"/>
                  <a:t>type</a:t>
                </a:r>
                <a:r>
                  <a:rPr lang="en-US" sz="2200" i="1" noProof="0" dirty="0"/>
                  <a:t> </a:t>
                </a:r>
                <a:r>
                  <a:rPr lang="en-US" sz="2200" noProof="0" dirty="0"/>
                  <a:t>of each NSR can be:</a:t>
                </a:r>
                <a:endParaRPr lang="en-US" sz="2200" i="1" noProof="0" dirty="0"/>
              </a:p>
              <a:p>
                <a:pPr marL="781200" lvl="1" indent="-457200">
                  <a:buFont typeface="+mj-lt"/>
                  <a:buAutoNum type="arabicParenR"/>
                </a:pPr>
                <a:r>
                  <a:rPr lang="en-US" sz="1900" i="1" noProof="0" dirty="0"/>
                  <a:t>reachability</a:t>
                </a:r>
                <a:r>
                  <a:rPr lang="en-US" sz="1900" noProof="0" dirty="0"/>
                  <a:t>, if the NSR requires that the packets satisfying the conditions can reach their destination;</a:t>
                </a:r>
              </a:p>
              <a:p>
                <a:pPr marL="781200" lvl="1" indent="-457200">
                  <a:buFont typeface="+mj-lt"/>
                  <a:buAutoNum type="arabicParenR"/>
                </a:pPr>
                <a:r>
                  <a:rPr lang="en-US" sz="1900" i="1" noProof="0" dirty="0"/>
                  <a:t>isolation</a:t>
                </a:r>
                <a:r>
                  <a:rPr lang="en-US" sz="1900" noProof="0" dirty="0"/>
                  <a:t>,</a:t>
                </a:r>
                <a:r>
                  <a:rPr lang="en-US" sz="1900" i="1" noProof="0" dirty="0"/>
                  <a:t> </a:t>
                </a:r>
                <a:r>
                  <a:rPr lang="en-US" sz="1900" noProof="0" dirty="0"/>
                  <a:t>if the NSR requires that the packets satisfying the conditions must not reach their destination.</a:t>
                </a:r>
              </a:p>
              <a:p>
                <a:pPr marL="781200" lvl="1" indent="-457200">
                  <a:buFont typeface="+mj-lt"/>
                  <a:buAutoNum type="arabicParenR"/>
                </a:pPr>
                <a:endParaRPr lang="en-US" sz="1900" noProof="0" dirty="0"/>
              </a:p>
              <a:p>
                <a:endParaRPr lang="en-US" sz="2000" i="1" noProof="0" dirty="0"/>
              </a:p>
            </p:txBody>
          </p:sp>
        </mc:Choice>
        <mc:Fallback xmlns="">
          <p:sp>
            <p:nvSpPr>
              <p:cNvPr id="4" name="Segnaposto testo 2">
                <a:extLst>
                  <a:ext uri="{FF2B5EF4-FFF2-40B4-BE49-F238E27FC236}">
                    <a16:creationId xmlns:a16="http://schemas.microsoft.com/office/drawing/2014/main" id="{4BD4EB00-317E-E37A-3CFF-8882D94C6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56" y="2534501"/>
                <a:ext cx="5967284" cy="3415195"/>
              </a:xfrm>
              <a:prstGeom prst="rect">
                <a:avLst/>
              </a:prstGeom>
              <a:blipFill>
                <a:blip r:embed="rId2"/>
                <a:stretch>
                  <a:fillRect l="-1124" t="-12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">
            <a:extLst>
              <a:ext uri="{FF2B5EF4-FFF2-40B4-BE49-F238E27FC236}">
                <a16:creationId xmlns:a16="http://schemas.microsoft.com/office/drawing/2014/main" id="{0F8C6FF9-43C8-DEC4-79FD-4A01CA25F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092" y="2457940"/>
            <a:ext cx="5207106" cy="310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727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17B4C-DAEE-B6F1-94E6-9AC5F8E7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88ECD8-B9DC-000C-2651-9D34054B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Firewall Allocation and Configuration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D3CF47F4-8717-B6BB-3B73-AAD8BAD0209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524956" y="1168997"/>
                <a:ext cx="11295188" cy="4680000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noProof="0" dirty="0"/>
                  <a:t>The </a:t>
                </a:r>
                <a:r>
                  <a:rPr lang="en-US" b="1" noProof="0" dirty="0"/>
                  <a:t>allocation</a:t>
                </a:r>
                <a:r>
                  <a:rPr lang="en-US" noProof="0" dirty="0"/>
                  <a:t> decision for the firewalls is modeled with the predicate:</a:t>
                </a: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𝑎𝑙𝑙𝑜𝑐𝑎𝑡𝑒𝑑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𝔹</m:t>
                      </m:r>
                    </m:oMath>
                  </m:oMathPara>
                </a14:m>
                <a:endPara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noProof="0" dirty="0"/>
                  <a:t>The Filtering Configuration (FC) of a firewall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noProof="0" dirty="0"/>
                  <a:t> is modeled as a default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noProof="0" dirty="0"/>
                  <a:t> (allow or deny) and a set of specific rules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noProof="0" dirty="0"/>
                  <a:t>, such that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noProof="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noProof="0" smtClean="0">
                              <a:latin typeface="Cambria Math" panose="02040503050406030204" pitchFamily="18" charset="0"/>
                            </a:rPr>
                            <m:t>allow</m:t>
                          </m:r>
                          <m:r>
                            <a:rPr lang="en-US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noProof="0" smtClean="0">
                              <a:latin typeface="Cambria Math" panose="02040503050406030204" pitchFamily="18" charset="0"/>
                            </a:rPr>
                            <m:t>deny</m:t>
                          </m:r>
                        </m:e>
                      </m:d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noProof="0" smtClean="0">
                              <a:latin typeface="Cambria Math" panose="02040503050406030204" pitchFamily="18" charset="0"/>
                            </a:rPr>
                            <m:t>IPSrc</m:t>
                          </m:r>
                          <m:r>
                            <a:rPr lang="en-US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noProof="0" smtClean="0">
                              <a:latin typeface="Cambria Math" panose="02040503050406030204" pitchFamily="18" charset="0"/>
                            </a:rPr>
                            <m:t>IPDst</m:t>
                          </m:r>
                          <m:r>
                            <a:rPr lang="en-US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noProof="0" smtClean="0">
                              <a:latin typeface="Cambria Math" panose="02040503050406030204" pitchFamily="18" charset="0"/>
                            </a:rPr>
                            <m:t>pSRC</m:t>
                          </m:r>
                          <m:r>
                            <a:rPr lang="en-US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noProof="0" smtClean="0">
                              <a:latin typeface="Cambria Math" panose="02040503050406030204" pitchFamily="18" charset="0"/>
                            </a:rPr>
                            <m:t>pDST</m:t>
                          </m:r>
                          <m:r>
                            <a:rPr lang="en-US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noProof="0" smtClean="0">
                              <a:latin typeface="Cambria Math" panose="02040503050406030204" pitchFamily="18" charset="0"/>
                            </a:rPr>
                            <m:t>tProto</m:t>
                          </m:r>
                        </m:e>
                      </m:d>
                    </m:oMath>
                  </m:oMathPara>
                </a14:m>
                <a:endParaRPr lang="en-US" noProof="0" dirty="0"/>
              </a:p>
              <a:p>
                <a:r>
                  <a:rPr lang="en-US" noProof="0" dirty="0"/>
                  <a:t>     The </a:t>
                </a:r>
                <a:r>
                  <a:rPr lang="en-US" b="1" noProof="0" dirty="0"/>
                  <a:t>configuration</a:t>
                </a:r>
                <a:r>
                  <a:rPr lang="en-US" noProof="0" dirty="0"/>
                  <a:t> decision is modeled with the predicate:</a:t>
                </a:r>
              </a:p>
              <a:p>
                <a:r>
                  <a:rPr lang="en-US" noProof="0" dirty="0"/>
                  <a:t>				  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𝑐𝑜𝑛𝑓𝑖𝑔𝑢𝑟𝑒𝑑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𝔹</m:t>
                    </m:r>
                  </m:oMath>
                </a14:m>
                <a:endParaRPr lang="en-US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endParaRPr lang="en-US" noProof="0" dirty="0"/>
              </a:p>
              <a:p>
                <a:pPr marL="324000" lvl="1" indent="0">
                  <a:buNone/>
                </a:pPr>
                <a:endParaRPr lang="en-US" sz="2200" noProof="0" dirty="0"/>
              </a:p>
              <a:p>
                <a:pPr lvl="1"/>
                <a:endParaRPr lang="en-US" sz="2200" noProof="0" dirty="0"/>
              </a:p>
              <a:p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D3CF47F4-8717-B6BB-3B73-AAD8BAD02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524956" y="1168997"/>
                <a:ext cx="11295188" cy="4680000"/>
              </a:xfrm>
              <a:blipFill>
                <a:blip r:embed="rId2"/>
                <a:stretch>
                  <a:fillRect l="-702" t="-1043" r="-2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tangolo 4">
            <a:extLst>
              <a:ext uri="{FF2B5EF4-FFF2-40B4-BE49-F238E27FC236}">
                <a16:creationId xmlns:a16="http://schemas.microsoft.com/office/drawing/2014/main" id="{9B19C228-DCDD-57C7-6D3B-05CFAA4260B0}"/>
              </a:ext>
            </a:extLst>
          </p:cNvPr>
          <p:cNvSpPr/>
          <p:nvPr/>
        </p:nvSpPr>
        <p:spPr>
          <a:xfrm>
            <a:off x="109728" y="5020381"/>
            <a:ext cx="11972543" cy="107986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latin typeface="+mj-lt"/>
                <a:cs typeface="Arial" panose="020B0604020202020204" pitchFamily="34" charset="0"/>
              </a:rPr>
              <a:t>The FC is modeled with </a:t>
            </a:r>
            <a:r>
              <a:rPr lang="en-US" sz="2400" b="1" noProof="0" dirty="0">
                <a:latin typeface="+mj-lt"/>
                <a:cs typeface="Arial" panose="020B0604020202020204" pitchFamily="34" charset="0"/>
              </a:rPr>
              <a:t>open variables</a:t>
            </a:r>
            <a:r>
              <a:rPr lang="en-US" sz="2400" b="1" i="1" noProof="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400" noProof="0" dirty="0">
                <a:latin typeface="+mj-lt"/>
                <a:cs typeface="Arial" panose="020B0604020202020204" pitchFamily="34" charset="0"/>
              </a:rPr>
              <a:t>and the values of the two predicates are left </a:t>
            </a:r>
            <a:r>
              <a:rPr lang="en-US" sz="2400" b="1" noProof="0" dirty="0">
                <a:latin typeface="+mj-lt"/>
                <a:cs typeface="Arial" panose="020B0604020202020204" pitchFamily="34" charset="0"/>
              </a:rPr>
              <a:t>free</a:t>
            </a:r>
            <a:r>
              <a:rPr lang="en-US" sz="2400" noProof="0" dirty="0">
                <a:latin typeface="+mj-lt"/>
                <a:cs typeface="Arial" panose="020B0604020202020204" pitchFamily="34" charset="0"/>
              </a:rPr>
              <a:t>, so both will be decided by the solver when computing the solution.</a:t>
            </a:r>
            <a:endParaRPr lang="en-US" sz="2400" noProof="0" dirty="0">
              <a:latin typeface="+mj-lt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4652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5B24-01F2-5F94-8426-108AE9A3E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AE1B9-B565-58B9-3F1E-192647C08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Firewall Allocation and Configuration Model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742006E-BA5E-FAA4-BDB5-28C0D96BCB19}"/>
              </a:ext>
            </a:extLst>
          </p:cNvPr>
          <p:cNvSpPr/>
          <p:nvPr/>
        </p:nvSpPr>
        <p:spPr>
          <a:xfrm>
            <a:off x="7257534" y="3249225"/>
            <a:ext cx="4322543" cy="47082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0" dirty="0">
                <a:latin typeface="+mj-lt"/>
              </a:rPr>
              <a:t>Soft</a:t>
            </a:r>
            <a:r>
              <a:rPr lang="en-US" sz="2800" noProof="0" dirty="0"/>
              <a:t> </a:t>
            </a:r>
            <a:r>
              <a:rPr lang="en-US" sz="2800" noProof="0" dirty="0">
                <a:latin typeface="+mj-lt"/>
              </a:rPr>
              <a:t>Constraints</a:t>
            </a:r>
          </a:p>
        </p:txBody>
      </p:sp>
      <p:sp>
        <p:nvSpPr>
          <p:cNvPr id="10" name="Right Brace 7">
            <a:extLst>
              <a:ext uri="{FF2B5EF4-FFF2-40B4-BE49-F238E27FC236}">
                <a16:creationId xmlns:a16="http://schemas.microsoft.com/office/drawing/2014/main" id="{CF3F3AD3-1CE6-5F31-36BD-9D2FAEAF487A}"/>
              </a:ext>
            </a:extLst>
          </p:cNvPr>
          <p:cNvSpPr/>
          <p:nvPr/>
        </p:nvSpPr>
        <p:spPr>
          <a:xfrm rot="16200000">
            <a:off x="5623390" y="-947480"/>
            <a:ext cx="1101744" cy="676326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514AC46-3930-1C3F-8E11-38FF0806263B}"/>
              </a:ext>
            </a:extLst>
          </p:cNvPr>
          <p:cNvSpPr txBox="1">
            <a:spLocks/>
          </p:cNvSpPr>
          <p:nvPr/>
        </p:nvSpPr>
        <p:spPr>
          <a:xfrm>
            <a:off x="210061" y="4174935"/>
            <a:ext cx="5668225" cy="16772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noProof="0" dirty="0">
                <a:latin typeface="+mj-lt"/>
              </a:rPr>
              <a:t>Hard Constraints related to the </a:t>
            </a:r>
            <a:r>
              <a:rPr lang="en-US" sz="2400" b="1" noProof="0" dirty="0">
                <a:latin typeface="+mj-lt"/>
              </a:rPr>
              <a:t>forwarding behavior </a:t>
            </a:r>
            <a:r>
              <a:rPr lang="en-US" sz="2400" noProof="0" dirty="0">
                <a:latin typeface="+mj-lt"/>
              </a:rPr>
              <a:t>of the functions</a:t>
            </a:r>
          </a:p>
          <a:p>
            <a:r>
              <a:rPr lang="en-US" sz="2400" noProof="0" dirty="0">
                <a:latin typeface="+mj-lt"/>
              </a:rPr>
              <a:t>Hard Constraints related to the </a:t>
            </a:r>
            <a:r>
              <a:rPr lang="en-US" sz="2400" b="1" noProof="0" dirty="0">
                <a:latin typeface="+mj-lt"/>
              </a:rPr>
              <a:t>enforcement </a:t>
            </a:r>
            <a:r>
              <a:rPr lang="en-US" sz="2400" noProof="0" dirty="0">
                <a:latin typeface="+mj-lt"/>
              </a:rPr>
              <a:t>of the </a:t>
            </a:r>
            <a:r>
              <a:rPr lang="en-US" sz="2400" b="1" noProof="0" dirty="0">
                <a:latin typeface="+mj-lt"/>
              </a:rPr>
              <a:t>NSRs</a:t>
            </a:r>
          </a:p>
          <a:p>
            <a:endParaRPr lang="en-US" sz="2400" noProof="0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04E3DFE-7C8A-2EC9-84FB-C429CAFCADA3}"/>
              </a:ext>
            </a:extLst>
          </p:cNvPr>
          <p:cNvSpPr/>
          <p:nvPr/>
        </p:nvSpPr>
        <p:spPr>
          <a:xfrm>
            <a:off x="3376608" y="1239640"/>
            <a:ext cx="5743575" cy="4708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0" dirty="0" err="1">
                <a:latin typeface="+mj-lt"/>
              </a:rPr>
              <a:t>MaxSMT</a:t>
            </a:r>
            <a:r>
              <a:rPr lang="en-US" sz="2800" noProof="0" dirty="0"/>
              <a:t> </a:t>
            </a:r>
            <a:r>
              <a:rPr lang="en-US" sz="2800" noProof="0" dirty="0">
                <a:latin typeface="+mj-lt"/>
              </a:rPr>
              <a:t>Problem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AAAB7290-FCF0-F37B-182D-844C2A5DA012}"/>
              </a:ext>
            </a:extLst>
          </p:cNvPr>
          <p:cNvSpPr/>
          <p:nvPr/>
        </p:nvSpPr>
        <p:spPr>
          <a:xfrm>
            <a:off x="854579" y="3257531"/>
            <a:ext cx="4322543" cy="47082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0" dirty="0">
                <a:latin typeface="+mj-lt"/>
              </a:rPr>
              <a:t>Hard</a:t>
            </a:r>
            <a:r>
              <a:rPr lang="en-US" sz="2800" noProof="0" dirty="0"/>
              <a:t> </a:t>
            </a:r>
            <a:r>
              <a:rPr lang="en-US" sz="2800" noProof="0" dirty="0">
                <a:latin typeface="+mj-lt"/>
              </a:rPr>
              <a:t>Constraints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1940E9F0-8AB1-84E7-6DA3-411A4370EACA}"/>
              </a:ext>
            </a:extLst>
          </p:cNvPr>
          <p:cNvSpPr txBox="1">
            <a:spLocks/>
          </p:cNvSpPr>
          <p:nvPr/>
        </p:nvSpPr>
        <p:spPr>
          <a:xfrm>
            <a:off x="6248395" y="4165049"/>
            <a:ext cx="5811798" cy="1687112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lIns="91440" tIns="45720" rIns="91440" bIns="45720" rtlCol="0" anchor="t">
            <a:normAutofit fontScale="92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noProof="0" dirty="0">
                <a:latin typeface="+mj-lt"/>
              </a:rPr>
              <a:t>Soft Constraints related to the optimal firewall </a:t>
            </a:r>
            <a:r>
              <a:rPr lang="en-US" sz="2400" b="1" noProof="0" dirty="0">
                <a:latin typeface="+mj-lt"/>
              </a:rPr>
              <a:t>allocation</a:t>
            </a:r>
            <a:r>
              <a:rPr lang="en-US" sz="2400" noProof="0" dirty="0">
                <a:latin typeface="+mj-lt"/>
              </a:rPr>
              <a:t> scheme</a:t>
            </a:r>
          </a:p>
          <a:p>
            <a:r>
              <a:rPr lang="en-US" sz="2400" noProof="0" dirty="0">
                <a:latin typeface="+mj-lt"/>
              </a:rPr>
              <a:t>Soft Constraints related to the optimal firewall </a:t>
            </a:r>
            <a:r>
              <a:rPr lang="en-US" sz="2400" b="1" noProof="0" dirty="0">
                <a:latin typeface="+mj-lt"/>
              </a:rPr>
              <a:t>configuration</a:t>
            </a:r>
            <a:r>
              <a:rPr lang="en-US" sz="2400" noProof="0" dirty="0">
                <a:latin typeface="+mj-lt"/>
              </a:rPr>
              <a:t> rule set</a:t>
            </a:r>
          </a:p>
          <a:p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30826852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32781-FACA-89DB-2D7B-05F43C3C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D75B15-FE84-F1E7-EE3C-990A6E85B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Hard Constraints: Forwarding Behavior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C5FEA0-144D-6609-A63E-4970DEA4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168997"/>
            <a:ext cx="11295188" cy="46800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The </a:t>
            </a:r>
            <a:r>
              <a:rPr lang="en-US" b="1" noProof="0" dirty="0"/>
              <a:t>hard constraints </a:t>
            </a:r>
            <a:r>
              <a:rPr lang="en-US" noProof="0" dirty="0"/>
              <a:t>related to the forwarding behavior differ depending on the type of the specific network functions.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Examples: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noProof="0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5C8A39F-0CED-D016-03C9-020C0C2ED300}"/>
              </a:ext>
            </a:extLst>
          </p:cNvPr>
          <p:cNvSpPr/>
          <p:nvPr/>
        </p:nvSpPr>
        <p:spPr>
          <a:xfrm>
            <a:off x="626054" y="2674746"/>
            <a:ext cx="4322543" cy="4708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Forwarder / Load Balancer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24D11130-048A-2F0E-9CD6-77007DE5A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760" y="2736531"/>
            <a:ext cx="1565220" cy="3449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E9391BA-7F51-43A5-07BD-2B07D2AEF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408" y="3508997"/>
            <a:ext cx="6799902" cy="276755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3E57A904-F07B-726A-CB02-FE56CEBCF78E}"/>
              </a:ext>
            </a:extLst>
          </p:cNvPr>
          <p:cNvCxnSpPr>
            <a:cxnSpLocks/>
          </p:cNvCxnSpPr>
          <p:nvPr/>
        </p:nvCxnSpPr>
        <p:spPr>
          <a:xfrm>
            <a:off x="5011660" y="4963489"/>
            <a:ext cx="315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6">
            <a:extLst>
              <a:ext uri="{FF2B5EF4-FFF2-40B4-BE49-F238E27FC236}">
                <a16:creationId xmlns:a16="http://schemas.microsoft.com/office/drawing/2014/main" id="{4ED677CD-26F8-26EA-C7C3-34DC9BB05DB4}"/>
              </a:ext>
            </a:extLst>
          </p:cNvPr>
          <p:cNvSpPr/>
          <p:nvPr/>
        </p:nvSpPr>
        <p:spPr>
          <a:xfrm>
            <a:off x="689117" y="4728076"/>
            <a:ext cx="4322543" cy="4708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Firewall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E543E636-4F75-41F8-9F6C-FAA49AB681C8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4948597" y="2908986"/>
            <a:ext cx="2653163" cy="1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4560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2EC2-B491-EC70-F70A-FD46B549B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28953-B313-30EF-53E9-341634E6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Hard Constraints: NSR Enforcement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62B638F-ED08-35B3-1EC9-B56A47EFF6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5" y="1168997"/>
            <a:ext cx="11809985" cy="46800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noProof="0" dirty="0"/>
              <a:t>The </a:t>
            </a:r>
            <a:r>
              <a:rPr lang="en-US" b="1" noProof="0" dirty="0"/>
              <a:t>hard constraints </a:t>
            </a:r>
            <a:r>
              <a:rPr lang="en-US" noProof="0" dirty="0"/>
              <a:t>related to the NSR differ depending on the NSR type.</a:t>
            </a:r>
            <a:endParaRPr lang="en-US" sz="2200" noProof="0" dirty="0"/>
          </a:p>
          <a:p>
            <a:pPr lvl="1"/>
            <a:endParaRPr lang="en-US" sz="2200" noProof="0" dirty="0"/>
          </a:p>
          <a:p>
            <a:r>
              <a:rPr lang="en-US" noProof="0" dirty="0"/>
              <a:t>									</a:t>
            </a:r>
          </a:p>
          <a:p>
            <a:pPr marL="324000" lvl="1" indent="0">
              <a:buNone/>
            </a:pPr>
            <a:endParaRPr lang="en-US" sz="2200" noProof="0" dirty="0"/>
          </a:p>
          <a:p>
            <a:pPr lvl="1"/>
            <a:endParaRPr lang="en-US" sz="2200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E7701CE-F358-7155-A54F-4D792B2CAAAA}"/>
              </a:ext>
            </a:extLst>
          </p:cNvPr>
          <p:cNvSpPr/>
          <p:nvPr/>
        </p:nvSpPr>
        <p:spPr>
          <a:xfrm>
            <a:off x="3497756" y="2012045"/>
            <a:ext cx="4322543" cy="47082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Isolation Requirement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C2CD8A-2167-3A07-0215-EE7E8B82CBC3}"/>
              </a:ext>
            </a:extLst>
          </p:cNvPr>
          <p:cNvSpPr/>
          <p:nvPr/>
        </p:nvSpPr>
        <p:spPr>
          <a:xfrm>
            <a:off x="3497755" y="4209714"/>
            <a:ext cx="4322543" cy="47082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Reachability Requirement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F48A8F7-A6C3-A732-08C3-C1CC271CF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2774429"/>
            <a:ext cx="7680960" cy="76863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D81B52FD-20F5-567F-4C7B-81E9A9427E8C}"/>
              </a:ext>
            </a:extLst>
          </p:cNvPr>
          <p:cNvCxnSpPr>
            <a:cxnSpLocks/>
          </p:cNvCxnSpPr>
          <p:nvPr/>
        </p:nvCxnSpPr>
        <p:spPr>
          <a:xfrm>
            <a:off x="5832340" y="4680541"/>
            <a:ext cx="0" cy="291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FD5099C6-0907-4B43-D788-17AF32859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417" y="4981819"/>
            <a:ext cx="8952412" cy="74267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EF8AECA5-8ABF-A955-2333-645593846549}"/>
              </a:ext>
            </a:extLst>
          </p:cNvPr>
          <p:cNvCxnSpPr>
            <a:cxnSpLocks/>
          </p:cNvCxnSpPr>
          <p:nvPr/>
        </p:nvCxnSpPr>
        <p:spPr>
          <a:xfrm>
            <a:off x="5832340" y="2482872"/>
            <a:ext cx="0" cy="291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688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C83D-9B69-4CE9-E03A-7B9E9D28F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450925-8EFA-8ADB-619D-662C22791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Soft Constraints: Optimal Allocation Scheme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24C325C-550B-D2D4-0DAF-4AF9EBD8E4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168997"/>
            <a:ext cx="11185670" cy="4680000"/>
          </a:xfrm>
        </p:spPr>
        <p:txBody>
          <a:bodyPr/>
          <a:lstStyle/>
          <a:p>
            <a:pPr marL="566928" indent="-457200">
              <a:buFont typeface="Wingdings" panose="05000000000000000000" pitchFamily="2" charset="2"/>
              <a:buChar char="§"/>
            </a:pPr>
            <a:r>
              <a:rPr lang="en-US" noProof="0" dirty="0"/>
              <a:t>The first objective is to minimize the number of </a:t>
            </a:r>
            <a:r>
              <a:rPr lang="en-US" b="1" noProof="0" dirty="0"/>
              <a:t>allocated virtual firewalls</a:t>
            </a:r>
            <a:r>
              <a:rPr lang="en-US" noProof="0" dirty="0"/>
              <a:t>, to save:</a:t>
            </a:r>
          </a:p>
          <a:p>
            <a:pPr marL="1036800" lvl="1" indent="-457200">
              <a:buFont typeface="Wingdings" panose="05000000000000000000" pitchFamily="2" charset="2"/>
              <a:buChar char="Ø"/>
            </a:pPr>
            <a:r>
              <a:rPr lang="en-US" noProof="0" dirty="0"/>
              <a:t>resources of the servers where the firewalls are deployed;</a:t>
            </a:r>
          </a:p>
          <a:p>
            <a:pPr marL="1036800" lvl="1" indent="-457200">
              <a:buFont typeface="Wingdings" panose="05000000000000000000" pitchFamily="2" charset="2"/>
              <a:buChar char="Ø"/>
            </a:pPr>
            <a:r>
              <a:rPr lang="en-US" noProof="0" dirty="0"/>
              <a:t>time to deploy the virtual firewall implementations.</a:t>
            </a:r>
          </a:p>
          <a:p>
            <a:pPr marL="890928" lvl="1" indent="-4572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566928" indent="-457200">
              <a:buFont typeface="Wingdings" panose="05000000000000000000" pitchFamily="2" charset="2"/>
              <a:buChar char="§"/>
            </a:pPr>
            <a:r>
              <a:rPr lang="en-US" noProof="0" dirty="0"/>
              <a:t>For each Allocation Place, a class of soft constraints is introduced: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sz="2000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sz="2800" noProof="0" dirty="0"/>
          </a:p>
          <a:p>
            <a:pPr marL="566928" indent="-457200">
              <a:buFont typeface="Wingdings" panose="05000000000000000000" pitchFamily="2" charset="2"/>
              <a:buChar char="§"/>
            </a:pPr>
            <a:r>
              <a:rPr lang="en-US" noProof="0" dirty="0"/>
              <a:t>The optimal allocation scheme does </a:t>
            </a:r>
            <a:r>
              <a:rPr lang="en-US" b="1" noProof="0" dirty="0"/>
              <a:t>not</a:t>
            </a:r>
            <a:r>
              <a:rPr lang="en-US" noProof="0" dirty="0"/>
              <a:t> have </a:t>
            </a:r>
            <a:r>
              <a:rPr lang="en-US" b="1" noProof="0" dirty="0"/>
              <a:t>any</a:t>
            </a:r>
            <a:r>
              <a:rPr lang="en-US" noProof="0" dirty="0"/>
              <a:t> allocated firewall – but, if a firewall is needed to enforce the NSRs, then it is allocated to satisfy the hard constraints.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C5A43BD8-C2F1-C907-6077-1F24AB3EFB27}"/>
                  </a:ext>
                </a:extLst>
              </p:cNvPr>
              <p:cNvSpPr/>
              <p:nvPr/>
            </p:nvSpPr>
            <p:spPr>
              <a:xfrm>
                <a:off x="2833269" y="3640222"/>
                <a:ext cx="6727259" cy="46166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109728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 | </m:t>
                      </m:r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 noProof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 noProof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.   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𝑆𝑜𝑓𝑡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𝑎𝑙𝑙𝑜𝑐𝑎𝑡𝑒𝑑</m:t>
                      </m:r>
                      <m:d>
                        <m:d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 noProof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𝑓𝑎𝑙𝑠𝑒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noProof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noProof="0" dirty="0"/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C5A43BD8-C2F1-C907-6077-1F24AB3EFB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269" y="3640222"/>
                <a:ext cx="6727259" cy="461665"/>
              </a:xfrm>
              <a:prstGeom prst="rect">
                <a:avLst/>
              </a:prstGeom>
              <a:blipFill>
                <a:blip r:embed="rId2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313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383D-5E3E-9B04-E33D-09D7A697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F1B32B-4AE5-0ADF-AD57-D019EBE4E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Soft Constraints: Optimal Configuration Rule Set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A2C80B7-9A03-E347-8D93-88B708C16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168997"/>
            <a:ext cx="11185670" cy="4680000"/>
          </a:xfrm>
        </p:spPr>
        <p:txBody>
          <a:bodyPr/>
          <a:lstStyle/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The second objective is to minimize the number of </a:t>
            </a:r>
            <a:r>
              <a:rPr lang="en-US" b="1" noProof="0" dirty="0"/>
              <a:t>configured rules </a:t>
            </a:r>
            <a:r>
              <a:rPr lang="en-US" noProof="0" dirty="0"/>
              <a:t>in the allocated firewalls:</a:t>
            </a:r>
          </a:p>
          <a:p>
            <a:pPr marL="890928" lvl="1" indent="-457200">
              <a:buFont typeface="Wingdings" panose="05000000000000000000" pitchFamily="2" charset="2"/>
              <a:buChar char="Ø"/>
            </a:pPr>
            <a:r>
              <a:rPr lang="en-US" noProof="0" dirty="0"/>
              <a:t>to reduce the memory for storing the rules;</a:t>
            </a:r>
          </a:p>
          <a:p>
            <a:pPr marL="890928" lvl="1" indent="-457200">
              <a:buFont typeface="Wingdings" panose="05000000000000000000" pitchFamily="2" charset="2"/>
              <a:buChar char="Ø"/>
            </a:pPr>
            <a:r>
              <a:rPr lang="en-US" noProof="0" dirty="0"/>
              <a:t>to speed up the filtering operations.</a:t>
            </a:r>
          </a:p>
          <a:p>
            <a:pPr marL="890928" lvl="1" indent="-457200">
              <a:buFont typeface="Wingdings" panose="05000000000000000000" pitchFamily="2" charset="2"/>
              <a:buChar char="§"/>
            </a:pPr>
            <a:endParaRPr lang="en-US" sz="2400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A different class of soft constraints is needed: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The optimal configuration does </a:t>
            </a:r>
            <a:r>
              <a:rPr lang="en-US" b="1" noProof="0" dirty="0"/>
              <a:t>not</a:t>
            </a:r>
            <a:r>
              <a:rPr lang="en-US" noProof="0" dirty="0"/>
              <a:t> have </a:t>
            </a:r>
            <a:r>
              <a:rPr lang="en-US" b="1" noProof="0" dirty="0"/>
              <a:t>any</a:t>
            </a:r>
            <a:r>
              <a:rPr lang="en-US" noProof="0" dirty="0"/>
              <a:t> rules – but, if a rule is needed to enforce the NSRs, then it is configured to satisfy the hard constraints.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22801D97-5956-69D4-1E4E-F2D2B2DB2012}"/>
                  </a:ext>
                </a:extLst>
              </p:cNvPr>
              <p:cNvSpPr/>
              <p:nvPr/>
            </p:nvSpPr>
            <p:spPr>
              <a:xfrm>
                <a:off x="2623362" y="3686061"/>
                <a:ext cx="6945276" cy="46166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109728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 | </m:t>
                      </m:r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.   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𝑆𝑜𝑓𝑡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𝑐𝑜𝑛𝑓𝑖𝑔𝑢𝑟𝑒𝑑</m:t>
                      </m:r>
                      <m:d>
                        <m:d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 noProof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𝑓𝑎𝑙𝑠𝑒</m:t>
                      </m:r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noProof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noProof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noProof="0" dirty="0"/>
              </a:p>
            </p:txBody>
          </p:sp>
        </mc:Choice>
        <mc:Fallback xmlns="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22801D97-5956-69D4-1E4E-F2D2B2DB20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362" y="3686061"/>
                <a:ext cx="6945276" cy="461665"/>
              </a:xfrm>
              <a:prstGeom prst="rect">
                <a:avLst/>
              </a:prstGeom>
              <a:blipFill>
                <a:blip r:embed="rId2"/>
                <a:stretch>
                  <a:fillRect b="-194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71083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BC6AD-146A-304E-67A5-B824628C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CD8905-EE34-0530-7DBA-273E4E30A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The VEREFOO Output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F2D684-DF1F-5CB3-FE14-22DFA9EA9D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7" y="1168997"/>
            <a:ext cx="5571044" cy="4680000"/>
          </a:xfrm>
        </p:spPr>
        <p:txBody>
          <a:bodyPr/>
          <a:lstStyle/>
          <a:p>
            <a:pPr marL="109728"/>
            <a:r>
              <a:rPr lang="en-US" noProof="0" dirty="0"/>
              <a:t>After receiving the hard and soft constraints, the </a:t>
            </a:r>
            <a:r>
              <a:rPr lang="en-US" noProof="0" dirty="0" err="1"/>
              <a:t>MaxSMT</a:t>
            </a:r>
            <a:r>
              <a:rPr lang="en-US" noProof="0" dirty="0"/>
              <a:t> solver establishes: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sz="2200" noProof="0" dirty="0"/>
              <a:t>the </a:t>
            </a:r>
            <a:r>
              <a:rPr lang="en-US" sz="2200" b="1" noProof="0" dirty="0"/>
              <a:t>firewall allocation scheme</a:t>
            </a:r>
            <a:r>
              <a:rPr lang="en-US" sz="2200" noProof="0" dirty="0"/>
              <a:t>, with the minimum number of APs where a firewall is needed;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sz="2200" noProof="0" dirty="0"/>
              <a:t>the </a:t>
            </a:r>
            <a:r>
              <a:rPr lang="en-US" sz="2200" b="1" noProof="0" dirty="0"/>
              <a:t>firewall configuration rule set</a:t>
            </a:r>
            <a:r>
              <a:rPr lang="en-US" sz="2200" noProof="0" dirty="0"/>
              <a:t>, with the minimum number of rules which each allocated firewall needs.</a:t>
            </a: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5AD54AA-5807-8565-1FD7-42EBF7F23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314" y="1249808"/>
            <a:ext cx="3772605" cy="1626389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08CDD1DE-EDBC-10F7-97E4-12E92517D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88" y="3340711"/>
            <a:ext cx="3772605" cy="187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367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A19D4-4C25-A6B1-556D-8F9AFAF09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ADE98A-3C62-791E-ECA3-CAEC20E50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The VEREFOO Implementation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AB1CE6-7C18-7FF3-8027-2FA5284956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168997"/>
            <a:ext cx="11185670" cy="4680000"/>
          </a:xfrm>
        </p:spPr>
        <p:txBody>
          <a:bodyPr/>
          <a:lstStyle/>
          <a:p>
            <a:pPr marL="109728"/>
            <a:r>
              <a:rPr lang="en-US" b="1" noProof="0" dirty="0"/>
              <a:t>Main characteristics: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Java-based framework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z3 as </a:t>
            </a:r>
            <a:r>
              <a:rPr lang="en-US" noProof="0" dirty="0" err="1"/>
              <a:t>MaxSMT</a:t>
            </a:r>
            <a:r>
              <a:rPr lang="en-US" noProof="0" dirty="0"/>
              <a:t> solver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REST APIs and GUI for interaction</a:t>
            </a:r>
          </a:p>
          <a:p>
            <a:pPr marL="109728"/>
            <a:endParaRPr lang="en-US" dirty="0"/>
          </a:p>
          <a:p>
            <a:pPr marL="109728"/>
            <a:r>
              <a:rPr lang="fr-FR" dirty="0"/>
              <a:t>Code </a:t>
            </a:r>
            <a:r>
              <a:rPr lang="fr-FR" dirty="0" err="1"/>
              <a:t>publicly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 on </a:t>
            </a:r>
            <a:r>
              <a:rPr lang="fr-FR" b="1" dirty="0"/>
              <a:t>GitHub</a:t>
            </a:r>
            <a:r>
              <a:rPr lang="fr-FR" dirty="0"/>
              <a:t>:</a:t>
            </a:r>
          </a:p>
          <a:p>
            <a:pPr marL="452628" indent="-342900">
              <a:buFont typeface="Wingdings" panose="05000000000000000000" pitchFamily="2" charset="2"/>
              <a:buChar char="Ø"/>
            </a:pPr>
            <a:r>
              <a:rPr lang="fr-FR" dirty="0">
                <a:hlinkClick r:id="rId2"/>
              </a:rPr>
              <a:t>https://github.com/netgroup-polito/verefoo</a:t>
            </a:r>
            <a:endParaRPr lang="fr-FR" dirty="0"/>
          </a:p>
          <a:p>
            <a:pPr marL="452628" indent="-342900">
              <a:buFont typeface="Wingdings" panose="05000000000000000000" pitchFamily="2" charset="2"/>
              <a:buChar char="Ø"/>
            </a:pPr>
            <a:endParaRPr lang="fr-FR" dirty="0"/>
          </a:p>
          <a:p>
            <a:pPr marL="109728"/>
            <a:r>
              <a:rPr lang="fr-FR" dirty="0" err="1"/>
              <a:t>Used</a:t>
            </a:r>
            <a:r>
              <a:rPr lang="fr-FR" dirty="0"/>
              <a:t> in multiple </a:t>
            </a:r>
            <a:r>
              <a:rPr lang="fr-FR" dirty="0" err="1"/>
              <a:t>cybersecurity</a:t>
            </a:r>
            <a:r>
              <a:rPr lang="fr-FR" dirty="0"/>
              <a:t> </a:t>
            </a:r>
            <a:r>
              <a:rPr lang="fr-FR" dirty="0" err="1"/>
              <a:t>research</a:t>
            </a:r>
            <a:r>
              <a:rPr lang="fr-FR" dirty="0"/>
              <a:t> </a:t>
            </a:r>
            <a:r>
              <a:rPr lang="fr-FR" dirty="0" err="1"/>
              <a:t>projects</a:t>
            </a:r>
            <a:r>
              <a:rPr lang="fr-FR" dirty="0"/>
              <a:t>:</a:t>
            </a:r>
          </a:p>
          <a:p>
            <a:pPr marL="109728"/>
            <a:endParaRPr lang="fr-FR" dirty="0"/>
          </a:p>
          <a:p>
            <a:pPr marL="109728"/>
            <a:endParaRPr lang="fr-FR" dirty="0"/>
          </a:p>
          <a:p>
            <a:pPr marL="109728"/>
            <a:endParaRPr lang="en-US" dirty="0"/>
          </a:p>
        </p:txBody>
      </p:sp>
      <p:pic>
        <p:nvPicPr>
          <p:cNvPr id="5" name="Picture 6" descr="Risultati immagini per z3 microsoft">
            <a:extLst>
              <a:ext uri="{FF2B5EF4-FFF2-40B4-BE49-F238E27FC236}">
                <a16:creationId xmlns:a16="http://schemas.microsoft.com/office/drawing/2014/main" id="{B83CB6EE-5B9A-F2E2-CA96-E71EEDB97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88130" y="1606091"/>
            <a:ext cx="1268662" cy="5380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 descr="History of Java Programming Language">
            <a:extLst>
              <a:ext uri="{FF2B5EF4-FFF2-40B4-BE49-F238E27FC236}">
                <a16:creationId xmlns:a16="http://schemas.microsoft.com/office/drawing/2014/main" id="{57480FE9-3AF1-7E87-EC0B-2AB498FB50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796" t="4336" r="29851" b="3678"/>
          <a:stretch>
            <a:fillRect/>
          </a:stretch>
        </p:blipFill>
        <p:spPr>
          <a:xfrm>
            <a:off x="6875586" y="1284681"/>
            <a:ext cx="701111" cy="1092550"/>
          </a:xfrm>
          <a:prstGeom prst="rect">
            <a:avLst/>
          </a:prstGeom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14D3D89-3627-A48F-E918-314FF5BEA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961" y="2581204"/>
            <a:ext cx="1984602" cy="1984602"/>
          </a:xfrm>
          <a:prstGeom prst="rect">
            <a:avLst/>
          </a:prstGeom>
        </p:spPr>
      </p:pic>
      <p:pic>
        <p:nvPicPr>
          <p:cNvPr id="11" name="Picture 2" descr="Astrid - Media">
            <a:extLst>
              <a:ext uri="{FF2B5EF4-FFF2-40B4-BE49-F238E27FC236}">
                <a16:creationId xmlns:a16="http://schemas.microsoft.com/office/drawing/2014/main" id="{E7B0D169-4881-DA27-AFE6-3DD870EC0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00" y="5284997"/>
            <a:ext cx="1663233" cy="8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Our Community - CyberSec4Europe | Cyber Security for Europe">
            <a:extLst>
              <a:ext uri="{FF2B5EF4-FFF2-40B4-BE49-F238E27FC236}">
                <a16:creationId xmlns:a16="http://schemas.microsoft.com/office/drawing/2014/main" id="{B4749B5C-012E-7FC9-3B07-A11D5802C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77" y="5348771"/>
            <a:ext cx="1529333" cy="80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magine 13" descr="Bandi PE Serics | Unioncamere Piemonte">
            <a:extLst>
              <a:ext uri="{FF2B5EF4-FFF2-40B4-BE49-F238E27FC236}">
                <a16:creationId xmlns:a16="http://schemas.microsoft.com/office/drawing/2014/main" id="{FBCAF2DF-F531-455E-283F-498177EEAC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2135" y="5286922"/>
            <a:ext cx="2502667" cy="806087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22AC975F-CC7E-6A68-49CF-167F62B268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847" y="5470725"/>
            <a:ext cx="2805553" cy="62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327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FC6DF-772C-7E0B-8B1F-19288E1B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083738-DC0C-BAA7-9250-E81BFD2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VEREFOO in the MIRANDA Digital Twin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D24ED415-4E4D-CF62-D174-A0E491DC2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446" y="1147729"/>
            <a:ext cx="7726667" cy="4786411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FB75DA34-9925-DF4B-CE0E-EB56A642B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1113" y="249857"/>
            <a:ext cx="2414005" cy="535437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8320C89A-874D-46D8-6D4E-B4A64AE4D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531" y="1319583"/>
            <a:ext cx="611335" cy="610117"/>
          </a:xfrm>
          <a:prstGeom prst="rect">
            <a:avLst/>
          </a:prstGeom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6B90E0A5-8735-F8EF-375A-DFC4DFA4F10A}"/>
              </a:ext>
            </a:extLst>
          </p:cNvPr>
          <p:cNvSpPr/>
          <p:nvPr/>
        </p:nvSpPr>
        <p:spPr>
          <a:xfrm>
            <a:off x="5841368" y="1319583"/>
            <a:ext cx="1612569" cy="1013713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48259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5759E-1591-A445-AD98-8F913BE8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5705B7-9418-04B9-E579-94DD09D9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noProof="0" dirty="0"/>
              <a:t>VEREFOO </a:t>
            </a:r>
            <a:r>
              <a:rPr lang="en-US" noProof="0" dirty="0" err="1"/>
              <a:t>applie</a:t>
            </a:r>
            <a:r>
              <a:rPr lang="en-US" dirty="0"/>
              <a:t>d to NSF Reconfiguration</a:t>
            </a:r>
            <a:endParaRPr lang="en-US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9281ED-2F5F-46BE-2594-8C39AC6BB5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168997"/>
            <a:ext cx="11185670" cy="4680000"/>
          </a:xfrm>
        </p:spPr>
        <p:txBody>
          <a:bodyPr/>
          <a:lstStyle/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The original VEREFOO version is </a:t>
            </a:r>
            <a:r>
              <a:rPr lang="en-US" b="1" noProof="0" dirty="0"/>
              <a:t>not optimized </a:t>
            </a:r>
            <a:r>
              <a:rPr lang="en-US" noProof="0" dirty="0"/>
              <a:t>for NSF reconfiguration.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When there is the need of establishing a new NSF configuration (e.g., new policies are defined after a cyberattack):</a:t>
            </a:r>
          </a:p>
          <a:p>
            <a:pPr marL="1138428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VEREFOO </a:t>
            </a:r>
            <a:r>
              <a:rPr lang="en-US" b="1" noProof="0" dirty="0"/>
              <a:t>ignores</a:t>
            </a:r>
            <a:r>
              <a:rPr lang="en-US" noProof="0" dirty="0"/>
              <a:t> any previously allocated or configured NSF;</a:t>
            </a:r>
          </a:p>
          <a:p>
            <a:pPr marL="1138428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VEREFOO recomputes the configuration of the whole network from scratch, even if the change is just limited to a small portion.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In the context of a cyberattack, such unoptimized NSF reconfiguration:</a:t>
            </a:r>
          </a:p>
          <a:p>
            <a:pPr marL="1138428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may be based on an </a:t>
            </a:r>
            <a:r>
              <a:rPr lang="en-US" b="1" noProof="0" dirty="0"/>
              <a:t>excessive number </a:t>
            </a:r>
            <a:r>
              <a:rPr lang="en-US" noProof="0" dirty="0"/>
              <a:t>of operations required to change the configuration.</a:t>
            </a:r>
          </a:p>
          <a:p>
            <a:pPr marL="1138428" lvl="1" indent="-342900">
              <a:buFont typeface="Wingdings" panose="05000000000000000000" pitchFamily="2" charset="2"/>
              <a:buChar char="Ø"/>
            </a:pPr>
            <a:r>
              <a:rPr lang="en-US" noProof="0" dirty="0"/>
              <a:t>may require an </a:t>
            </a:r>
            <a:r>
              <a:rPr lang="en-US" b="1" noProof="0" dirty="0"/>
              <a:t>excessive timing</a:t>
            </a:r>
            <a:r>
              <a:rPr lang="en-US" noProof="0" dirty="0"/>
              <a:t>, and the delay may cause a higher window of exposure.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04330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9FE72-537F-799C-9C18-B55646DDA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389D62-8871-4E37-9F88-512D17206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it-IT" dirty="0"/>
              <a:t>The REACT-VEREFOO Idea</a:t>
            </a:r>
            <a:endParaRPr lang="en-US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3B50794-A39D-FDF7-1D84-144FF75AFF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574157"/>
            <a:ext cx="11185670" cy="4274840"/>
          </a:xfrm>
        </p:spPr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Fast efficient reconfiguration approach for distributed firewalls, with the goals of: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achieving a new formally assured configuration in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short computation time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satisfying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new set of Network Security Requirements (NSRs)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changes to VEREFOO:</a:t>
            </a:r>
          </a:p>
          <a:p>
            <a:pPr marL="784800" lvl="1" indent="-457200">
              <a:buFont typeface="+mj-lt"/>
              <a:buAutoNum type="arabicParenR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Modification of the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inputs</a:t>
            </a:r>
          </a:p>
          <a:p>
            <a:pPr marL="784800" lvl="1" indent="-457200">
              <a:buFont typeface="+mj-lt"/>
              <a:buAutoNum type="arabicParenR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Algorithm to select the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minimum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 network area that must be reconfigured, maintaining other components as static elements</a:t>
            </a:r>
          </a:p>
          <a:p>
            <a:pPr marL="784800" lvl="1" indent="-457200">
              <a:buFont typeface="+mj-lt"/>
              <a:buAutoNum type="arabicParenR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Update of the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MaxSMT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constraints to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minimize the changes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 the configuration and achieve better performance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693D94-58D2-2891-5BCA-B11A3071F250}"/>
              </a:ext>
            </a:extLst>
          </p:cNvPr>
          <p:cNvSpPr/>
          <p:nvPr/>
        </p:nvSpPr>
        <p:spPr>
          <a:xfrm>
            <a:off x="3993705" y="875232"/>
            <a:ext cx="3898454" cy="60898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REACT-VEREFOO</a:t>
            </a:r>
          </a:p>
        </p:txBody>
      </p:sp>
      <p:sp>
        <p:nvSpPr>
          <p:cNvPr id="9" name="Arrow: Down 11">
            <a:extLst>
              <a:ext uri="{FF2B5EF4-FFF2-40B4-BE49-F238E27FC236}">
                <a16:creationId xmlns:a16="http://schemas.microsoft.com/office/drawing/2014/main" id="{EE6E7601-B7B4-52C2-7432-78D99730417B}"/>
              </a:ext>
            </a:extLst>
          </p:cNvPr>
          <p:cNvSpPr/>
          <p:nvPr/>
        </p:nvSpPr>
        <p:spPr>
          <a:xfrm>
            <a:off x="5646153" y="3054118"/>
            <a:ext cx="593558" cy="577516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614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A73FD-F6C7-00F7-078E-FCFCD63A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FEF25-B5B1-94C9-0A63-B2D36F8F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dirty="0"/>
              <a:t>Modified Inputs for REACT-VEREFOO</a:t>
            </a:r>
            <a:endParaRPr lang="en-US" noProof="0" dirty="0"/>
          </a:p>
        </p:txBody>
      </p:sp>
      <p:pic>
        <p:nvPicPr>
          <p:cNvPr id="7" name="Picture 4" descr="A screen shot of a video game&#10;&#10;Description automatically generated">
            <a:extLst>
              <a:ext uri="{FF2B5EF4-FFF2-40B4-BE49-F238E27FC236}">
                <a16:creationId xmlns:a16="http://schemas.microsoft.com/office/drawing/2014/main" id="{356DC9DD-9A25-B890-69D1-AD2D7B0B0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571" y="1690763"/>
            <a:ext cx="8698857" cy="376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840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3AFD-EF93-1747-5797-F97C46D4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4495D2-4167-379E-C537-D7065F11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dirty="0"/>
              <a:t>Modified Inputs: Allocation Graph</a:t>
            </a:r>
            <a:endParaRPr lang="en-US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98700C-B4B5-1344-7FF7-636751C663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168997"/>
            <a:ext cx="11185670" cy="4680000"/>
          </a:xfrm>
        </p:spPr>
        <p:txBody>
          <a:bodyPr/>
          <a:lstStyle/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In the REACT-VEREFOO approach, the input Service Graph may already have </a:t>
            </a:r>
            <a:r>
              <a:rPr lang="en-US" b="1" noProof="0" dirty="0"/>
              <a:t>allocated</a:t>
            </a:r>
            <a:r>
              <a:rPr lang="en-US" noProof="0" dirty="0"/>
              <a:t> and configured firewalls. 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r>
              <a:rPr lang="en-US" noProof="0" dirty="0"/>
              <a:t>In the generation of the Allocation Graph, an AP is not be placed besides a firewall which could be reconfigured by itself.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</p:txBody>
      </p:sp>
      <p:pic>
        <p:nvPicPr>
          <p:cNvPr id="5" name="Picture 7" descr="A screen 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A6D27BB-E374-05C2-4EC7-ED0EDB179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14" y="3508997"/>
            <a:ext cx="9705031" cy="187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460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1112-5467-8742-73C6-6AB19BEB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DE6DBB-4E2F-9927-1F63-AA5CE27A6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dirty="0"/>
              <a:t>Modified Inputs: NSRs</a:t>
            </a:r>
            <a:endParaRPr lang="en-US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168247D-05D9-B196-1887-28CA8A1BA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7" y="1168997"/>
            <a:ext cx="5571044" cy="4680000"/>
          </a:xfrm>
        </p:spPr>
        <p:txBody>
          <a:bodyPr/>
          <a:lstStyle/>
          <a:p>
            <a:r>
              <a:rPr lang="en-US" dirty="0"/>
              <a:t>The modified NSRs are divided into </a:t>
            </a:r>
            <a:r>
              <a:rPr lang="en-US" u="sng" dirty="0"/>
              <a:t>two different sets</a:t>
            </a:r>
            <a:r>
              <a:rPr lang="en-US" dirty="0"/>
              <a:t>:</a:t>
            </a:r>
          </a:p>
          <a:p>
            <a:pPr marL="720000" lvl="2" indent="-457200">
              <a:buFont typeface="+mj-lt"/>
              <a:buAutoNum type="arabicPeriod"/>
            </a:pPr>
            <a:r>
              <a:rPr lang="en-US" sz="2200" b="1" dirty="0"/>
              <a:t>Initial Set</a:t>
            </a:r>
            <a:r>
              <a:rPr lang="en-US" sz="2200" dirty="0"/>
              <a:t> containing all the NSRs enforced in the initial partially configured virtual network topology</a:t>
            </a:r>
            <a:endParaRPr lang="en-US" sz="2200" b="1" dirty="0"/>
          </a:p>
          <a:p>
            <a:pPr marL="720000" lvl="2" indent="-457200">
              <a:buFont typeface="+mj-lt"/>
              <a:buAutoNum type="arabicPeriod"/>
            </a:pPr>
            <a:r>
              <a:rPr lang="en-US" sz="2200" b="1" dirty="0"/>
              <a:t>Target Set </a:t>
            </a:r>
            <a:r>
              <a:rPr lang="en-US" sz="2200" dirty="0"/>
              <a:t>containing the new NSRs which must be configured on the given virtual network topology</a:t>
            </a:r>
            <a:endParaRPr lang="en-US" sz="2200" b="1" dirty="0"/>
          </a:p>
        </p:txBody>
      </p:sp>
      <p:pic>
        <p:nvPicPr>
          <p:cNvPr id="6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8329213D-552A-1990-1D31-B0224E647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652" y="1321730"/>
            <a:ext cx="4825391" cy="321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17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75D5-A290-EADD-820F-1C891E313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D0B363-AC61-9E4B-B6FD-9EEB101F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dirty="0"/>
              <a:t>Algorithm for Area Identification</a:t>
            </a:r>
            <a:endParaRPr lang="en-US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E4D581D-00DD-231A-C46B-05095BE31B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168997"/>
            <a:ext cx="11185670" cy="46800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For each NSRs in the </a:t>
            </a:r>
            <a:r>
              <a:rPr lang="en-US" i="1" dirty="0"/>
              <a:t>added </a:t>
            </a:r>
            <a:r>
              <a:rPr lang="en-US" dirty="0"/>
              <a:t>group, we check </a:t>
            </a:r>
            <a:r>
              <a:rPr lang="en-US" u="sng" dirty="0"/>
              <a:t>if it is already satisfied</a:t>
            </a:r>
            <a:r>
              <a:rPr lang="en-US" dirty="0"/>
              <a:t>, and if this is not the case </a:t>
            </a:r>
            <a:r>
              <a:rPr lang="en-US" u="sng" dirty="0"/>
              <a:t>which is the smallest set of nodes which should be selected for reconfiguration</a:t>
            </a:r>
            <a:endParaRPr lang="en-US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63594BD-1D10-FCE0-F209-899E319527FF}"/>
              </a:ext>
            </a:extLst>
          </p:cNvPr>
          <p:cNvSpPr/>
          <p:nvPr/>
        </p:nvSpPr>
        <p:spPr>
          <a:xfrm>
            <a:off x="351533" y="2612238"/>
            <a:ext cx="8521534" cy="86030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 </a:t>
            </a:r>
            <a:r>
              <a:rPr lang="en-US" sz="2400" b="1" dirty="0"/>
              <a:t>Isolation</a:t>
            </a:r>
            <a:r>
              <a:rPr lang="en-US" sz="2400" dirty="0"/>
              <a:t> NSR is satisfied if all </a:t>
            </a:r>
          </a:p>
          <a:p>
            <a:pPr algn="ctr"/>
            <a:r>
              <a:rPr lang="en-US" sz="2400" dirty="0"/>
              <a:t>correlated flows are blocked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0D9C066-2AB0-4829-4E1F-E7459983997C}"/>
              </a:ext>
            </a:extLst>
          </p:cNvPr>
          <p:cNvSpPr/>
          <p:nvPr/>
        </p:nvSpPr>
        <p:spPr>
          <a:xfrm>
            <a:off x="5281025" y="3576657"/>
            <a:ext cx="6662312" cy="757040"/>
          </a:xfrm>
          <a:prstGeom prst="rect">
            <a:avLst/>
          </a:prstGeom>
          <a:ln w="28575">
            <a:solidFill>
              <a:srgbClr val="F29A0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nodes to be reconfigured are the ones belonging to an uninterrupted traffic flow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4717D25-9581-1755-2847-98AB3AAB656F}"/>
              </a:ext>
            </a:extLst>
          </p:cNvPr>
          <p:cNvSpPr/>
          <p:nvPr/>
        </p:nvSpPr>
        <p:spPr>
          <a:xfrm>
            <a:off x="351533" y="4455034"/>
            <a:ext cx="8927397" cy="86115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</a:t>
            </a:r>
            <a:r>
              <a:rPr lang="en-US" sz="2400" b="1" dirty="0"/>
              <a:t>Reachability</a:t>
            </a:r>
            <a:r>
              <a:rPr lang="en-US" sz="2400" dirty="0"/>
              <a:t> NSR is satisfied if there is at least one flow which is not blocked from source to destination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9F52080-1AA7-516D-78B0-A60768E37563}"/>
              </a:ext>
            </a:extLst>
          </p:cNvPr>
          <p:cNvSpPr/>
          <p:nvPr/>
        </p:nvSpPr>
        <p:spPr>
          <a:xfrm>
            <a:off x="5281026" y="5419453"/>
            <a:ext cx="6584499" cy="75704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2400" dirty="0"/>
              <a:t>nodes to be reconfigured are the ones blocking any of the flows</a:t>
            </a:r>
          </a:p>
        </p:txBody>
      </p:sp>
      <p:cxnSp>
        <p:nvCxnSpPr>
          <p:cNvPr id="8" name="Connector: Elbow 10">
            <a:extLst>
              <a:ext uri="{FF2B5EF4-FFF2-40B4-BE49-F238E27FC236}">
                <a16:creationId xmlns:a16="http://schemas.microsoft.com/office/drawing/2014/main" id="{32141D12-BEC4-87CC-2F09-BD04EAABE4E3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4807236" y="5324182"/>
            <a:ext cx="481787" cy="465794"/>
          </a:xfrm>
          <a:prstGeom prst="bentConnector2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cxnSp>
      <p:cxnSp>
        <p:nvCxnSpPr>
          <p:cNvPr id="9" name="Connector: Elbow 11">
            <a:extLst>
              <a:ext uri="{FF2B5EF4-FFF2-40B4-BE49-F238E27FC236}">
                <a16:creationId xmlns:a16="http://schemas.microsoft.com/office/drawing/2014/main" id="{BCD5C935-6EB9-591F-C361-A5F6161F5913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4705346" y="3379498"/>
            <a:ext cx="482632" cy="668725"/>
          </a:xfrm>
          <a:prstGeom prst="bentConnector2">
            <a:avLst/>
          </a:prstGeom>
          <a:ln w="38100">
            <a:solidFill>
              <a:srgbClr val="F29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1354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9157A-7B79-727E-5775-38DF1DCB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A777EA-220E-EF56-7ACD-A75CE841F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2474240" cy="605294"/>
          </a:xfrm>
        </p:spPr>
        <p:txBody>
          <a:bodyPr/>
          <a:lstStyle/>
          <a:p>
            <a:pPr algn="l"/>
            <a:r>
              <a:rPr lang="en-US" dirty="0"/>
              <a:t>Update of the Soft Constraints</a:t>
            </a:r>
            <a:endParaRPr lang="en-US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D277999-9A6B-9590-0998-E90362F8D6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4956" y="1168997"/>
            <a:ext cx="11185670" cy="4680000"/>
          </a:xfrm>
        </p:spPr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Only for the selected nodes the constraints for allocation and configuration are included in the </a:t>
            </a:r>
            <a:r>
              <a:rPr lang="en-US" dirty="0" err="1"/>
              <a:t>MaxSMT</a:t>
            </a:r>
            <a:r>
              <a:rPr lang="en-US" dirty="0"/>
              <a:t> problem.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The soft constraints have been updated to prefer an already allocated firewall or configured rule instead of deploying a new one: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the optimal reconfiguration is the one that does not require any update to the network, thus causing the lowest possible delay.</a:t>
            </a:r>
          </a:p>
          <a:p>
            <a:pPr marL="452628" indent="-342900">
              <a:buFont typeface="Wingdings" panose="05000000000000000000" pitchFamily="2" charset="2"/>
              <a:buChar char="§"/>
            </a:pP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45210FBC-631D-3FEE-0502-84C61FE572F9}"/>
                  </a:ext>
                </a:extLst>
              </p:cNvPr>
              <p:cNvSpPr txBox="1"/>
              <p:nvPr/>
            </p:nvSpPr>
            <p:spPr>
              <a:xfrm>
                <a:off x="2888888" y="4300155"/>
                <a:ext cx="6011865" cy="43088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| </m:t>
                      </m:r>
                      <m:sSub>
                        <m:sSubPr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𝑆𝑜𝑓𝑡</m:t>
                      </m:r>
                      <m:d>
                        <m:dPr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𝑐𝑜𝑛𝑓𝑖𝑔𝑢𝑟𝑒𝑑</m:t>
                          </m:r>
                          <m:d>
                            <m:dPr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45210FBC-631D-3FEE-0502-84C61FE57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888" y="4300155"/>
                <a:ext cx="6011865" cy="430887"/>
              </a:xfrm>
              <a:prstGeom prst="rect">
                <a:avLst/>
              </a:prstGeom>
              <a:blipFill>
                <a:blip r:embed="rId2"/>
                <a:stretch>
                  <a:fillRect b="-164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6">
                <a:extLst>
                  <a:ext uri="{FF2B5EF4-FFF2-40B4-BE49-F238E27FC236}">
                    <a16:creationId xmlns:a16="http://schemas.microsoft.com/office/drawing/2014/main" id="{8973BDE4-9E79-A966-6AEF-7DAF30104D35}"/>
                  </a:ext>
                </a:extLst>
              </p:cNvPr>
              <p:cNvSpPr txBox="1"/>
              <p:nvPr/>
            </p:nvSpPr>
            <p:spPr>
              <a:xfrm>
                <a:off x="2992076" y="3694000"/>
                <a:ext cx="5908677" cy="43088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 | </m:t>
                      </m:r>
                      <m:sSub>
                        <m:sSubPr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𝑆𝑜𝑓𝑡</m:t>
                      </m:r>
                      <m:d>
                        <m:dPr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𝑎𝑙𝑙𝑜𝑐𝑎𝑡𝑒𝑑</m:t>
                          </m:r>
                          <m:d>
                            <m:dPr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2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6">
                <a:extLst>
                  <a:ext uri="{FF2B5EF4-FFF2-40B4-BE49-F238E27FC236}">
                    <a16:creationId xmlns:a16="http://schemas.microsoft.com/office/drawing/2014/main" id="{8973BDE4-9E79-A966-6AEF-7DAF30104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076" y="3694000"/>
                <a:ext cx="5908677" cy="430887"/>
              </a:xfrm>
              <a:prstGeom prst="rect">
                <a:avLst/>
              </a:prstGeom>
              <a:blipFill>
                <a:blip r:embed="rId3"/>
                <a:stretch>
                  <a:fillRect b="-164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8">
            <a:extLst>
              <a:ext uri="{FF2B5EF4-FFF2-40B4-BE49-F238E27FC236}">
                <a16:creationId xmlns:a16="http://schemas.microsoft.com/office/drawing/2014/main" id="{AB0FCC8A-8C16-BBC2-E693-B4F3A6A7705F}"/>
              </a:ext>
            </a:extLst>
          </p:cNvPr>
          <p:cNvSpPr/>
          <p:nvPr/>
        </p:nvSpPr>
        <p:spPr>
          <a:xfrm>
            <a:off x="1086458" y="5360203"/>
            <a:ext cx="1372870" cy="266700"/>
          </a:xfrm>
          <a:prstGeom prst="rightArrow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9">
                <a:extLst>
                  <a:ext uri="{FF2B5EF4-FFF2-40B4-BE49-F238E27FC236}">
                    <a16:creationId xmlns:a16="http://schemas.microsoft.com/office/drawing/2014/main" id="{123FB68A-4888-0ED8-390D-DA6DD43D904D}"/>
                  </a:ext>
                </a:extLst>
              </p:cNvPr>
              <p:cNvSpPr txBox="1"/>
              <p:nvPr/>
            </p:nvSpPr>
            <p:spPr>
              <a:xfrm>
                <a:off x="2591359" y="4913268"/>
                <a:ext cx="7296150" cy="1319432"/>
              </a:xfrm>
              <a:prstGeom prst="rect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sz="2400" b="0"/>
                </a:lvl1pPr>
              </a:lstStyle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𝑅𝑒𝑐𝑜𝑛𝑓</m:t>
                        </m:r>
                      </m:sub>
                    </m:sSub>
                  </m:oMath>
                </a14:m>
                <a:r>
                  <a:rPr lang="en-US" dirty="0"/>
                  <a:t> the previous </a:t>
                </a:r>
              </a:p>
              <a:p>
                <a:r>
                  <a:rPr lang="en-US" dirty="0"/>
                  <a:t>Soft Constraints have different weights: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 |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bSup>
                        <m:r>
                          <a:rPr lang="it-IT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∧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bSup>
                        <m:r>
                          <a:rPr lang="it-IT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9">
                <a:extLst>
                  <a:ext uri="{FF2B5EF4-FFF2-40B4-BE49-F238E27FC236}">
                    <a16:creationId xmlns:a16="http://schemas.microsoft.com/office/drawing/2014/main" id="{123FB68A-4888-0ED8-390D-DA6DD43D9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359" y="4913268"/>
                <a:ext cx="7296150" cy="1319432"/>
              </a:xfrm>
              <a:prstGeom prst="rect">
                <a:avLst/>
              </a:prstGeom>
              <a:blipFill>
                <a:blip r:embed="rId4"/>
                <a:stretch>
                  <a:fillRect t="-2304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3015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7A4180-4D86-5F71-8B05-261442395988}"/>
              </a:ext>
            </a:extLst>
          </p:cNvPr>
          <p:cNvSpPr txBox="1"/>
          <p:nvPr/>
        </p:nvSpPr>
        <p:spPr>
          <a:xfrm>
            <a:off x="1664680" y="2421694"/>
            <a:ext cx="886263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noProof="0" dirty="0">
                <a:solidFill>
                  <a:schemeClr val="bg1"/>
                </a:solidFill>
              </a:rPr>
              <a:t>Thanks for your attention!</a:t>
            </a:r>
          </a:p>
          <a:p>
            <a:r>
              <a:rPr lang="en-US" sz="5400" noProof="0" dirty="0">
                <a:solidFill>
                  <a:schemeClr val="bg1"/>
                </a:solidFill>
              </a:rPr>
              <a:t>	</a:t>
            </a:r>
            <a:r>
              <a:rPr lang="en-US" sz="2800" b="1" noProof="0" dirty="0">
                <a:solidFill>
                  <a:schemeClr val="bg1"/>
                </a:solidFill>
              </a:rPr>
              <a:t>Daniele Bringhenti, Francesco Pizzato </a:t>
            </a:r>
          </a:p>
          <a:p>
            <a:pPr algn="ctr"/>
            <a:r>
              <a:rPr lang="en-US" sz="2400" noProof="0" dirty="0">
                <a:solidFill>
                  <a:schemeClr val="bg1"/>
                </a:solidFill>
              </a:rPr>
              <a:t>&lt;{</a:t>
            </a:r>
            <a:r>
              <a:rPr lang="en-US" sz="2400" noProof="0" dirty="0" err="1">
                <a:solidFill>
                  <a:schemeClr val="bg1"/>
                </a:solidFill>
              </a:rPr>
              <a:t>daniele.bringhenti,francesco.pizzato</a:t>
            </a:r>
            <a:r>
              <a:rPr lang="en-US" sz="2400" noProof="0" dirty="0">
                <a:solidFill>
                  <a:schemeClr val="bg1"/>
                </a:solidFill>
              </a:rPr>
              <a:t>}@polito.it&gt;</a:t>
            </a:r>
          </a:p>
          <a:p>
            <a:endParaRPr lang="en-US" sz="2400" noProof="0" dirty="0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FEDC77D-8D8F-AA32-9246-DFA8B7BAC2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2453" y="76576"/>
            <a:ext cx="1107984" cy="112415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D0BE274-A2F1-02D7-BED4-AE1C51328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563" y="278097"/>
            <a:ext cx="3521521" cy="78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418718"/>
      </p:ext>
    </p:extLst>
  </p:cSld>
  <p:clrMapOvr>
    <a:masterClrMapping/>
  </p:clrMapOvr>
</p:sld>
</file>

<file path=ppt/theme/theme1.xml><?xml version="1.0" encoding="utf-8"?>
<a:theme xmlns:a="http://schemas.openxmlformats.org/drawingml/2006/main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a81e97-3df0-4359-b196-e83559a21ea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73DB14A085E7041B63C7B8AD307270D" ma:contentTypeVersion="13" ma:contentTypeDescription="Creare un nuovo documento." ma:contentTypeScope="" ma:versionID="dd19b648dba0c8c04d6ffbf8e4da12ca">
  <xsd:schema xmlns:xsd="http://www.w3.org/2001/XMLSchema" xmlns:xs="http://www.w3.org/2001/XMLSchema" xmlns:p="http://schemas.microsoft.com/office/2006/metadata/properties" xmlns:ns2="1ba81e97-3df0-4359-b196-e83559a21ea2" xmlns:ns3="dd434550-8bf0-4708-a74b-e392f8ed5109" targetNamespace="http://schemas.microsoft.com/office/2006/metadata/properties" ma:root="true" ma:fieldsID="419196fd914a8b7be4539cacc5c52bc9" ns2:_="" ns3:_="">
    <xsd:import namespace="1ba81e97-3df0-4359-b196-e83559a21ea2"/>
    <xsd:import namespace="dd434550-8bf0-4708-a74b-e392f8ed51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a81e97-3df0-4359-b196-e83559a21e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01d839f4-5e4e-4afa-85c1-b6ecef325b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434550-8bf0-4708-a74b-e392f8ed510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801452-703B-4D49-8262-010269EF99CE}">
  <ds:schemaRefs>
    <ds:schemaRef ds:uri="http://purl.org/dc/dcmitype/"/>
    <ds:schemaRef ds:uri="http://schemas.openxmlformats.org/package/2006/metadata/core-properties"/>
    <ds:schemaRef ds:uri="dd434550-8bf0-4708-a74b-e392f8ed5109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1ba81e97-3df0-4359-b196-e83559a21ea2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EBA46D4-2A61-452F-93C6-4FECE0BC5B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a81e97-3df0-4359-b196-e83559a21ea2"/>
    <ds:schemaRef ds:uri="dd434550-8bf0-4708-a74b-e392f8ed51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AB4AE6-F2A9-4054-8D89-E92E1AE7CB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5374</TotalTime>
  <Words>5200</Words>
  <Application>Microsoft Office PowerPoint</Application>
  <PresentationFormat>Widescreen</PresentationFormat>
  <Paragraphs>861</Paragraphs>
  <Slides>80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80</vt:i4>
      </vt:variant>
    </vt:vector>
  </HeadingPairs>
  <TitlesOfParts>
    <vt:vector size="88" baseType="lpstr">
      <vt:lpstr>Aptos</vt:lpstr>
      <vt:lpstr>Arial</vt:lpstr>
      <vt:lpstr>Cambria Math</vt:lpstr>
      <vt:lpstr>Century Gothic</vt:lpstr>
      <vt:lpstr>Century Gothic (Corpo)</vt:lpstr>
      <vt:lpstr>Public Sans</vt:lpstr>
      <vt:lpstr>Wingdings</vt:lpstr>
      <vt:lpstr>PoliTO Layout Generico TITOLO BLU</vt:lpstr>
      <vt:lpstr>Presentazione standard di PowerPoint</vt:lpstr>
      <vt:lpstr>Agenda</vt:lpstr>
      <vt:lpstr>The Security Configuration Challenge in the Era of Network Virtualization </vt:lpstr>
      <vt:lpstr>Network Security Configuration</vt:lpstr>
      <vt:lpstr>Security Service Composition</vt:lpstr>
      <vt:lpstr>Security Service Composition</vt:lpstr>
      <vt:lpstr>NSF Rule Configuration</vt:lpstr>
      <vt:lpstr>Looking at This Example…</vt:lpstr>
      <vt:lpstr>Why Manual Configuration is Complex</vt:lpstr>
      <vt:lpstr>Why Manual Configuration Is Not Impossible</vt:lpstr>
      <vt:lpstr>When Manual Configuration Is Feasible</vt:lpstr>
      <vt:lpstr>…but Virtualized Networks Are Different</vt:lpstr>
      <vt:lpstr>Is Manual Security Configuration Feasible Now?</vt:lpstr>
      <vt:lpstr>Evidence from Real-World Studies</vt:lpstr>
      <vt:lpstr>Network Security Configuration Automation</vt:lpstr>
      <vt:lpstr>What Automation Can Add for Network Security</vt:lpstr>
      <vt:lpstr>Intent/Policy-Based Networking</vt:lpstr>
      <vt:lpstr>Intent/Policy-based Network Security</vt:lpstr>
      <vt:lpstr>Intent/Policy-based Network Security</vt:lpstr>
      <vt:lpstr>Intent/Policy-based Network Security</vt:lpstr>
      <vt:lpstr>Intent/Policy-based Network Security</vt:lpstr>
      <vt:lpstr>Intent/Policy-based Network Security</vt:lpstr>
      <vt:lpstr>Intent/Policy-based Network Security</vt:lpstr>
      <vt:lpstr>Security Configuration in the IBN/PBNM Loop (RFC 9315)</vt:lpstr>
      <vt:lpstr>Network Security Configuration Automation: Past, Present, and Future </vt:lpstr>
      <vt:lpstr>How We Will Analyze the Literature</vt:lpstr>
      <vt:lpstr>How the Corpus was Built</vt:lpstr>
      <vt:lpstr>The (R)evolution of Network Security Configuration Automation</vt:lpstr>
      <vt:lpstr>1) Early Security Policy-Based Automation</vt:lpstr>
      <vt:lpstr>1) Early Security Policy-Based Automation</vt:lpstr>
      <vt:lpstr>1) Early Security Policy-Based Automation</vt:lpstr>
      <vt:lpstr>The (R)evolution of Network Security Configuration Automation</vt:lpstr>
      <vt:lpstr>2) Formal Policy Refinement &amp; Correction</vt:lpstr>
      <vt:lpstr>2) Formal Policy Refinement &amp; Correction</vt:lpstr>
      <vt:lpstr>2) Formal Policy Refinement &amp; Correction</vt:lpstr>
      <vt:lpstr>The (R)evolution of Network Security Configuration Automation</vt:lpstr>
      <vt:lpstr>3) Programmable &amp; Virtualized Security Automation</vt:lpstr>
      <vt:lpstr>3) Programmable &amp; Virtualized Security Automation</vt:lpstr>
      <vt:lpstr>3) Programmable &amp; Virtualized Security Automation</vt:lpstr>
      <vt:lpstr>The (R)evolution of Network Security Configuration Automation</vt:lpstr>
      <vt:lpstr>4) Integrated &amp; Optimized Security Automation</vt:lpstr>
      <vt:lpstr>4) Integrated &amp; Optimized Security Automation</vt:lpstr>
      <vt:lpstr>4) Integrated &amp; Optimized Security Automation</vt:lpstr>
      <vt:lpstr>The (R)evolution of Network Security Configuration Automation</vt:lpstr>
      <vt:lpstr>5) Adaptive &amp; Autonomous Security Automation</vt:lpstr>
      <vt:lpstr>5) Adaptive &amp; Autonomous Security Automation</vt:lpstr>
      <vt:lpstr>Five-Dimensional Analysis of the Literature</vt:lpstr>
      <vt:lpstr>Automation Scope</vt:lpstr>
      <vt:lpstr>Target Environment</vt:lpstr>
      <vt:lpstr>Security Functions</vt:lpstr>
      <vt:lpstr>Correctness Guarantees</vt:lpstr>
      <vt:lpstr>Optimization Objectives</vt:lpstr>
      <vt:lpstr>The (R)evolution of Network Security Configuration Automation</vt:lpstr>
      <vt:lpstr>Future Challenges: Scaling Security Automation</vt:lpstr>
      <vt:lpstr>Future Challenges: Truly Autonomous Security</vt:lpstr>
      <vt:lpstr>The VEREFOO Framework for Automated Virtual Firewall Configuration </vt:lpstr>
      <vt:lpstr>The VEREFOO Core Idea</vt:lpstr>
      <vt:lpstr>The VEREFOO Approach</vt:lpstr>
      <vt:lpstr>MaxSMT Problem Formulation</vt:lpstr>
      <vt:lpstr>Service Graph and Allocation Graph Models</vt:lpstr>
      <vt:lpstr>Traffic Flows Model</vt:lpstr>
      <vt:lpstr>Network Function Behavior Model</vt:lpstr>
      <vt:lpstr>Network Security Requirements Model</vt:lpstr>
      <vt:lpstr>Firewall Allocation and Configuration Model</vt:lpstr>
      <vt:lpstr>Firewall Allocation and Configuration Model</vt:lpstr>
      <vt:lpstr>Hard Constraints: Forwarding Behavior </vt:lpstr>
      <vt:lpstr>Hard Constraints: NSR Enforcement</vt:lpstr>
      <vt:lpstr>Soft Constraints: Optimal Allocation Scheme</vt:lpstr>
      <vt:lpstr>Soft Constraints: Optimal Configuration Rule Set</vt:lpstr>
      <vt:lpstr>The VEREFOO Output</vt:lpstr>
      <vt:lpstr>The VEREFOO Implementation</vt:lpstr>
      <vt:lpstr>VEREFOO in the MIRANDA Digital Twin</vt:lpstr>
      <vt:lpstr>VEREFOO applied to NSF Reconfiguration</vt:lpstr>
      <vt:lpstr>The REACT-VEREFOO Idea</vt:lpstr>
      <vt:lpstr>Modified Inputs for REACT-VEREFOO</vt:lpstr>
      <vt:lpstr>Modified Inputs: Allocation Graph</vt:lpstr>
      <vt:lpstr>Modified Inputs: NSRs</vt:lpstr>
      <vt:lpstr>Algorithm for Area Identification</vt:lpstr>
      <vt:lpstr>Update of the Soft Constraints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Francesco  Pizzato</dc:creator>
  <cp:lastModifiedBy>Daniele  Bringhenti</cp:lastModifiedBy>
  <cp:revision>667</cp:revision>
  <dcterms:created xsi:type="dcterms:W3CDTF">2024-04-03T12:43:40Z</dcterms:created>
  <dcterms:modified xsi:type="dcterms:W3CDTF">2026-10-29T08:56:37Z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0x010100D73DB14A085E7041B63C7B8AD307270D</vt:lpwstr>
  </property>
  <property fmtid="{D5CDD505-2E9C-101B-9397-08002B2CF9AE}" pid="3" name="MediaServiceImageTags">
    <vt:lpwstr/>
  </property>
</Properties>
</file>